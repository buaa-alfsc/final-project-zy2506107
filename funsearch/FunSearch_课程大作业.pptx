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541" r:id="rId2"/>
    <p:sldId id="542" r:id="rId3"/>
    <p:sldId id="509" r:id="rId4"/>
    <p:sldId id="583" r:id="rId5"/>
    <p:sldId id="596" r:id="rId6"/>
    <p:sldId id="597" r:id="rId7"/>
    <p:sldId id="598" r:id="rId8"/>
    <p:sldId id="599" r:id="rId9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3856" userDrawn="1">
          <p15:clr>
            <a:srgbClr val="A4A3A4"/>
          </p15:clr>
        </p15:guide>
        <p15:guide id="3" pos="1015" userDrawn="1">
          <p15:clr>
            <a:srgbClr val="A4A3A4"/>
          </p15:clr>
        </p15:guide>
        <p15:guide id="4" pos="6637" userDrawn="1">
          <p15:clr>
            <a:srgbClr val="A4A3A4"/>
          </p15:clr>
        </p15:guide>
        <p15:guide id="5" orient="horz" pos="721" userDrawn="1">
          <p15:clr>
            <a:srgbClr val="A4A3A4"/>
          </p15:clr>
        </p15:guide>
        <p15:guide id="7" orient="horz" pos="3941" userDrawn="1">
          <p15:clr>
            <a:srgbClr val="A4A3A4"/>
          </p15:clr>
        </p15:guide>
        <p15:guide id="8" orient="horz" pos="37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叶 丁" initials="叶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388A"/>
    <a:srgbClr val="1C6F59"/>
    <a:srgbClr val="FAFBFA"/>
    <a:srgbClr val="FAFCF9"/>
    <a:srgbClr val="3A5A9B"/>
    <a:srgbClr val="4D6EC4"/>
    <a:srgbClr val="191919"/>
    <a:srgbClr val="B6CAE5"/>
    <a:srgbClr val="D4DEF8"/>
    <a:srgbClr val="D8C6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0449" autoAdjust="0"/>
  </p:normalViewPr>
  <p:slideViewPr>
    <p:cSldViewPr snapToGrid="0" showGuides="1">
      <p:cViewPr varScale="1">
        <p:scale>
          <a:sx n="95" d="100"/>
          <a:sy n="95" d="100"/>
        </p:scale>
        <p:origin x="120" y="68"/>
      </p:cViewPr>
      <p:guideLst>
        <p:guide orient="horz" pos="2180"/>
        <p:guide pos="3856"/>
        <p:guide pos="1015"/>
        <p:guide pos="6637"/>
        <p:guide orient="horz" pos="721"/>
        <p:guide orient="horz" pos="3941"/>
        <p:guide orient="horz" pos="377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388"/>
    </p:cViewPr>
  </p:sorterViewPr>
  <p:notesViewPr>
    <p:cSldViewPr snapToGrid="0">
      <p:cViewPr varScale="1">
        <p:scale>
          <a:sx n="47" d="100"/>
          <a:sy n="47" d="100"/>
        </p:scale>
        <p:origin x="1924" y="56"/>
      </p:cViewPr>
      <p:guideLst/>
    </p:cSldViewPr>
  </p:notesViewPr>
  <p:gridSpacing cx="46800" cy="46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1325C-51CE-41A1-8630-1A52C13085BB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7E3C29-C726-4695-AB77-50247DBF3D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B8505-E7BC-4327-812D-12C5E82484FC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71B729-817F-448C-AF52-5327A95694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框改斜线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面幻灯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219" y="7664"/>
            <a:ext cx="2803928" cy="68574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496" y="2360248"/>
            <a:ext cx="2137504" cy="21375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页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/>
          <p:cNvSpPr/>
          <p:nvPr userDrawn="1"/>
        </p:nvSpPr>
        <p:spPr bwMode="auto">
          <a:xfrm rot="5400000">
            <a:off x="4539450" y="-380490"/>
            <a:ext cx="3113105" cy="2609911"/>
          </a:xfrm>
          <a:custGeom>
            <a:avLst/>
            <a:gdLst>
              <a:gd name="connsiteX0" fmla="*/ 0 w 3113105"/>
              <a:gd name="connsiteY0" fmla="*/ 2609911 h 2609911"/>
              <a:gd name="connsiteX1" fmla="*/ 0 w 3113105"/>
              <a:gd name="connsiteY1" fmla="*/ 0 h 2609911"/>
              <a:gd name="connsiteX2" fmla="*/ 2301594 w 3113105"/>
              <a:gd name="connsiteY2" fmla="*/ 0 h 2609911"/>
              <a:gd name="connsiteX3" fmla="*/ 3113105 w 3113105"/>
              <a:gd name="connsiteY3" fmla="*/ 1304956 h 2609911"/>
              <a:gd name="connsiteX4" fmla="*/ 2301594 w 3113105"/>
              <a:gd name="connsiteY4" fmla="*/ 2609910 h 2609911"/>
              <a:gd name="connsiteX5" fmla="*/ 2301594 w 3113105"/>
              <a:gd name="connsiteY5" fmla="*/ 2609911 h 2609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3105" h="2609911">
                <a:moveTo>
                  <a:pt x="0" y="2609911"/>
                </a:moveTo>
                <a:lnTo>
                  <a:pt x="0" y="0"/>
                </a:lnTo>
                <a:lnTo>
                  <a:pt x="2301594" y="0"/>
                </a:lnTo>
                <a:lnTo>
                  <a:pt x="3113105" y="1304956"/>
                </a:lnTo>
                <a:lnTo>
                  <a:pt x="2301594" y="2609910"/>
                </a:lnTo>
                <a:lnTo>
                  <a:pt x="2301594" y="26099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6" name="文本框 85"/>
          <p:cNvSpPr txBox="1"/>
          <p:nvPr userDrawn="1"/>
        </p:nvSpPr>
        <p:spPr>
          <a:xfrm>
            <a:off x="5127627" y="543217"/>
            <a:ext cx="1951175" cy="1175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6000" dirty="0">
                <a:solidFill>
                  <a:schemeClr val="bg1"/>
                </a:solidFill>
                <a:cs typeface="+mn-ea"/>
                <a:sym typeface="+mn-lt"/>
              </a:rPr>
              <a:t>目 录</a:t>
            </a:r>
          </a:p>
        </p:txBody>
      </p:sp>
      <p:sp>
        <p:nvSpPr>
          <p:cNvPr id="87" name="任意多边形: 形状 86"/>
          <p:cNvSpPr/>
          <p:nvPr userDrawn="1"/>
        </p:nvSpPr>
        <p:spPr bwMode="auto">
          <a:xfrm rot="5400000">
            <a:off x="4384814" y="-485285"/>
            <a:ext cx="3422377" cy="3128773"/>
          </a:xfrm>
          <a:custGeom>
            <a:avLst/>
            <a:gdLst>
              <a:gd name="connsiteX0" fmla="*/ 0 w 3422377"/>
              <a:gd name="connsiteY0" fmla="*/ 3128773 h 3128773"/>
              <a:gd name="connsiteX1" fmla="*/ 0 w 3422377"/>
              <a:gd name="connsiteY1" fmla="*/ 0 h 3128773"/>
              <a:gd name="connsiteX2" fmla="*/ 2449535 w 3422377"/>
              <a:gd name="connsiteY2" fmla="*/ 0 h 3128773"/>
              <a:gd name="connsiteX3" fmla="*/ 3422377 w 3422377"/>
              <a:gd name="connsiteY3" fmla="*/ 1564387 h 3128773"/>
              <a:gd name="connsiteX4" fmla="*/ 2449535 w 3422377"/>
              <a:gd name="connsiteY4" fmla="*/ 3128772 h 3128773"/>
              <a:gd name="connsiteX5" fmla="*/ 2449535 w 3422377"/>
              <a:gd name="connsiteY5" fmla="*/ 3128773 h 312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2377" h="3128773">
                <a:moveTo>
                  <a:pt x="0" y="3128773"/>
                </a:moveTo>
                <a:lnTo>
                  <a:pt x="0" y="0"/>
                </a:lnTo>
                <a:lnTo>
                  <a:pt x="2449535" y="0"/>
                </a:lnTo>
                <a:lnTo>
                  <a:pt x="3422377" y="1564387"/>
                </a:lnTo>
                <a:lnTo>
                  <a:pt x="2449535" y="3128772"/>
                </a:lnTo>
                <a:lnTo>
                  <a:pt x="2449535" y="312877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91" name="图片 9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72806" y="-142010"/>
            <a:ext cx="7140516" cy="7140516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5014" y="-147586"/>
            <a:ext cx="7140516" cy="71405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转场-短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 userDrawn="1"/>
        </p:nvSpPr>
        <p:spPr>
          <a:xfrm>
            <a:off x="3997388" y="1330387"/>
            <a:ext cx="4197227" cy="4197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2" y="3044282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01</a:t>
            </a:r>
            <a:endParaRPr lang="zh-CN" altLang="en-US" sz="4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1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/>
        </p:nvSpPr>
        <p:spPr>
          <a:xfrm>
            <a:off x="3775703" y="1108702"/>
            <a:ext cx="4640596" cy="46405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椭圆 10"/>
          <p:cNvSpPr/>
          <p:nvPr userDrawn="1"/>
        </p:nvSpPr>
        <p:spPr>
          <a:xfrm>
            <a:off x="9613900" y="5273617"/>
            <a:ext cx="764381" cy="764381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椭圆 11"/>
          <p:cNvSpPr/>
          <p:nvPr userDrawn="1"/>
        </p:nvSpPr>
        <p:spPr>
          <a:xfrm>
            <a:off x="2209802" y="6134100"/>
            <a:ext cx="1130300" cy="11303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" name="椭圆 12"/>
          <p:cNvSpPr/>
          <p:nvPr userDrawn="1"/>
        </p:nvSpPr>
        <p:spPr>
          <a:xfrm>
            <a:off x="10818190" y="-911691"/>
            <a:ext cx="2092327" cy="209232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4" name="椭圆 13"/>
          <p:cNvSpPr/>
          <p:nvPr userDrawn="1"/>
        </p:nvSpPr>
        <p:spPr>
          <a:xfrm>
            <a:off x="-1048048" y="-250249"/>
            <a:ext cx="2861767" cy="286176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51320"/>
            <a:ext cx="3996000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转场-短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/>
        </p:nvSpPr>
        <p:spPr>
          <a:xfrm>
            <a:off x="4000500" y="1050677"/>
            <a:ext cx="4191000" cy="40978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6" y="3044282"/>
            <a:ext cx="209191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Part 02</a:t>
            </a:r>
            <a:endParaRPr lang="zh-CN" altLang="en-US" sz="4400" dirty="0">
              <a:solidFill>
                <a:schemeClr val="bg1"/>
              </a:solidFill>
              <a:latin typeface="+mj-lt"/>
              <a:cs typeface="Segoe UI" panose="020B0502040204020203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1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/>
          <p:cNvSpPr/>
          <p:nvPr userDrawn="1"/>
        </p:nvSpPr>
        <p:spPr>
          <a:xfrm>
            <a:off x="3564088" y="505131"/>
            <a:ext cx="5063827" cy="4951296"/>
          </a:xfrm>
          <a:prstGeom prst="triangle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等腰三角形 9"/>
          <p:cNvSpPr/>
          <p:nvPr userDrawn="1"/>
        </p:nvSpPr>
        <p:spPr>
          <a:xfrm rot="10800000">
            <a:off x="1390651" y="6496115"/>
            <a:ext cx="1493560" cy="1460370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等腰三角形 10"/>
          <p:cNvSpPr/>
          <p:nvPr userDrawn="1"/>
        </p:nvSpPr>
        <p:spPr>
          <a:xfrm>
            <a:off x="11153776" y="1013973"/>
            <a:ext cx="2076451" cy="2030307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等腰三角形 11"/>
          <p:cNvSpPr/>
          <p:nvPr userDrawn="1"/>
        </p:nvSpPr>
        <p:spPr>
          <a:xfrm rot="10800000">
            <a:off x="-414337" y="-187449"/>
            <a:ext cx="2386788" cy="2333749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" name="等腰三角形 12"/>
          <p:cNvSpPr/>
          <p:nvPr userDrawn="1"/>
        </p:nvSpPr>
        <p:spPr>
          <a:xfrm rot="5400000">
            <a:off x="9449235" y="5270667"/>
            <a:ext cx="883117" cy="863492"/>
          </a:xfrm>
          <a:prstGeom prst="triangl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1" hasCustomPrompt="1"/>
          </p:nvPr>
        </p:nvSpPr>
        <p:spPr>
          <a:xfrm>
            <a:off x="4098000" y="3959372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转场-短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 rot="18893364">
            <a:off x="4380712" y="1706824"/>
            <a:ext cx="3444573" cy="3444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7" name="矩形 6"/>
          <p:cNvSpPr/>
          <p:nvPr userDrawn="1"/>
        </p:nvSpPr>
        <p:spPr>
          <a:xfrm rot="18893364">
            <a:off x="4161893" y="1495015"/>
            <a:ext cx="3868219" cy="386821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6" y="3044282"/>
            <a:ext cx="209191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Part 03</a:t>
            </a:r>
            <a:endParaRPr lang="zh-CN" altLang="en-US" sz="4400" dirty="0">
              <a:solidFill>
                <a:schemeClr val="bg1"/>
              </a:solidFill>
              <a:latin typeface="+mj-lt"/>
              <a:cs typeface="Segoe UI" panose="020B0502040204020203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1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 rot="18893364">
            <a:off x="-897503" y="-513190"/>
            <a:ext cx="2663805" cy="26638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矩形 10"/>
          <p:cNvSpPr/>
          <p:nvPr userDrawn="1"/>
        </p:nvSpPr>
        <p:spPr>
          <a:xfrm rot="18893364">
            <a:off x="725975" y="6497390"/>
            <a:ext cx="1300124" cy="130012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矩形 11"/>
          <p:cNvSpPr/>
          <p:nvPr userDrawn="1"/>
        </p:nvSpPr>
        <p:spPr>
          <a:xfrm rot="18893364">
            <a:off x="11407702" y="1261303"/>
            <a:ext cx="1568601" cy="156860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" name="矩形 12"/>
          <p:cNvSpPr/>
          <p:nvPr userDrawn="1"/>
        </p:nvSpPr>
        <p:spPr>
          <a:xfrm rot="18893364">
            <a:off x="9270162" y="5188600"/>
            <a:ext cx="861175" cy="8611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7" name="文本占位符 1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转场-短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/>
          <p:cNvSpPr>
            <a:spLocks noChangeAspect="1"/>
          </p:cNvSpPr>
          <p:nvPr userDrawn="1"/>
        </p:nvSpPr>
        <p:spPr>
          <a:xfrm>
            <a:off x="3870644" y="1106412"/>
            <a:ext cx="4450715" cy="4238776"/>
          </a:xfrm>
          <a:prstGeom prst="pen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6" y="3044282"/>
            <a:ext cx="209191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Part 04</a:t>
            </a:r>
            <a:endParaRPr lang="zh-CN" altLang="en-US" sz="4400" dirty="0">
              <a:solidFill>
                <a:schemeClr val="bg1"/>
              </a:solidFill>
              <a:latin typeface="+mj-lt"/>
              <a:cs typeface="Segoe UI" panose="020B0502040204020203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1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>
            <a:spLocks noChangeAspect="1"/>
          </p:cNvSpPr>
          <p:nvPr userDrawn="1"/>
        </p:nvSpPr>
        <p:spPr>
          <a:xfrm>
            <a:off x="3575687" y="806045"/>
            <a:ext cx="5040628" cy="4800598"/>
          </a:xfrm>
          <a:prstGeom prst="pentagon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五边形 9"/>
          <p:cNvSpPr>
            <a:spLocks noChangeAspect="1"/>
          </p:cNvSpPr>
          <p:nvPr userDrawn="1"/>
        </p:nvSpPr>
        <p:spPr>
          <a:xfrm rot="18978551">
            <a:off x="1298464" y="5176957"/>
            <a:ext cx="1114961" cy="1061868"/>
          </a:xfrm>
          <a:prstGeom prst="pentagon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五边形 10"/>
          <p:cNvSpPr>
            <a:spLocks noChangeAspect="1"/>
          </p:cNvSpPr>
          <p:nvPr userDrawn="1"/>
        </p:nvSpPr>
        <p:spPr>
          <a:xfrm>
            <a:off x="-1122630" y="516790"/>
            <a:ext cx="2245259" cy="2138343"/>
          </a:xfrm>
          <a:prstGeom prst="pentagon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五边形 11"/>
          <p:cNvSpPr>
            <a:spLocks noChangeAspect="1"/>
          </p:cNvSpPr>
          <p:nvPr userDrawn="1"/>
        </p:nvSpPr>
        <p:spPr>
          <a:xfrm rot="6589711">
            <a:off x="10153440" y="4944148"/>
            <a:ext cx="2774574" cy="2642453"/>
          </a:xfrm>
          <a:prstGeom prst="pentag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" name="五边形 12"/>
          <p:cNvSpPr>
            <a:spLocks noChangeAspect="1"/>
          </p:cNvSpPr>
          <p:nvPr userDrawn="1"/>
        </p:nvSpPr>
        <p:spPr>
          <a:xfrm rot="10800000">
            <a:off x="9654128" y="-530934"/>
            <a:ext cx="1114961" cy="1061868"/>
          </a:xfrm>
          <a:prstGeom prst="pent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转场-短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/>
          <p:cNvSpPr>
            <a:spLocks noChangeAspect="1"/>
          </p:cNvSpPr>
          <p:nvPr userDrawn="1"/>
        </p:nvSpPr>
        <p:spPr>
          <a:xfrm rot="16200000">
            <a:off x="3978962" y="1603968"/>
            <a:ext cx="4234076" cy="3650067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6" y="3044282"/>
            <a:ext cx="209191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Part 05</a:t>
            </a:r>
            <a:endParaRPr lang="zh-CN" altLang="en-US" sz="4400" dirty="0">
              <a:solidFill>
                <a:schemeClr val="bg1"/>
              </a:solidFill>
              <a:latin typeface="+mj-lt"/>
              <a:cs typeface="Segoe UI" panose="020B0502040204020203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1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六边形 9"/>
          <p:cNvSpPr/>
          <p:nvPr userDrawn="1"/>
        </p:nvSpPr>
        <p:spPr>
          <a:xfrm rot="16200000">
            <a:off x="3695701" y="1359779"/>
            <a:ext cx="4800598" cy="4138447"/>
          </a:xfrm>
          <a:prstGeom prst="hex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六边形 10"/>
          <p:cNvSpPr>
            <a:spLocks noChangeAspect="1"/>
          </p:cNvSpPr>
          <p:nvPr userDrawn="1"/>
        </p:nvSpPr>
        <p:spPr>
          <a:xfrm rot="16200000">
            <a:off x="-687661" y="4872079"/>
            <a:ext cx="2798353" cy="2412373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六边形 11"/>
          <p:cNvSpPr>
            <a:spLocks noChangeAspect="1"/>
          </p:cNvSpPr>
          <p:nvPr userDrawn="1"/>
        </p:nvSpPr>
        <p:spPr>
          <a:xfrm rot="16200000">
            <a:off x="9480976" y="5159007"/>
            <a:ext cx="1015781" cy="875673"/>
          </a:xfrm>
          <a:prstGeom prst="hexagon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" name="六边形 12"/>
          <p:cNvSpPr>
            <a:spLocks noChangeAspect="1"/>
          </p:cNvSpPr>
          <p:nvPr userDrawn="1"/>
        </p:nvSpPr>
        <p:spPr>
          <a:xfrm rot="16200000">
            <a:off x="11493500" y="210647"/>
            <a:ext cx="1397000" cy="1204311"/>
          </a:xfrm>
          <a:prstGeom prst="hex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4" name="六边形 13"/>
          <p:cNvSpPr>
            <a:spLocks noChangeAspect="1"/>
          </p:cNvSpPr>
          <p:nvPr userDrawn="1"/>
        </p:nvSpPr>
        <p:spPr>
          <a:xfrm rot="16200000">
            <a:off x="641462" y="-437837"/>
            <a:ext cx="1015781" cy="875673"/>
          </a:xfrm>
          <a:prstGeom prst="hexag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转场-短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七边形 5"/>
          <p:cNvSpPr>
            <a:spLocks noChangeAspect="1"/>
          </p:cNvSpPr>
          <p:nvPr userDrawn="1"/>
        </p:nvSpPr>
        <p:spPr>
          <a:xfrm>
            <a:off x="3972000" y="1047224"/>
            <a:ext cx="4248000" cy="4248000"/>
          </a:xfrm>
          <a:prstGeom prst="hep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4" y="3044282"/>
            <a:ext cx="209191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Part 06</a:t>
            </a:r>
            <a:endParaRPr lang="zh-CN" altLang="en-US" sz="4400" dirty="0">
              <a:solidFill>
                <a:schemeClr val="bg1"/>
              </a:solidFill>
              <a:latin typeface="+mj-lt"/>
              <a:cs typeface="Segoe UI" panose="020B0502040204020203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1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七边形 9"/>
          <p:cNvSpPr/>
          <p:nvPr userDrawn="1"/>
        </p:nvSpPr>
        <p:spPr>
          <a:xfrm rot="1563509">
            <a:off x="10682031" y="-776191"/>
            <a:ext cx="3268663" cy="3268663"/>
          </a:xfrm>
          <a:prstGeom prst="heptagon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七边形 10"/>
          <p:cNvSpPr/>
          <p:nvPr userDrawn="1"/>
        </p:nvSpPr>
        <p:spPr>
          <a:xfrm>
            <a:off x="1384132" y="5078245"/>
            <a:ext cx="1047921" cy="1047921"/>
          </a:xfrm>
          <a:prstGeom prst="heptagon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七边形 11"/>
          <p:cNvSpPr/>
          <p:nvPr userDrawn="1"/>
        </p:nvSpPr>
        <p:spPr>
          <a:xfrm rot="20151602">
            <a:off x="-1111336" y="360452"/>
            <a:ext cx="2222671" cy="2222671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" name="七边形 12"/>
          <p:cNvSpPr/>
          <p:nvPr userDrawn="1"/>
        </p:nvSpPr>
        <p:spPr>
          <a:xfrm rot="20592885">
            <a:off x="8879513" y="6235704"/>
            <a:ext cx="2222671" cy="2222671"/>
          </a:xfrm>
          <a:prstGeom prst="hept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4" name="七边形 13"/>
          <p:cNvSpPr>
            <a:spLocks noChangeAspect="1"/>
          </p:cNvSpPr>
          <p:nvPr userDrawn="1"/>
        </p:nvSpPr>
        <p:spPr>
          <a:xfrm>
            <a:off x="3683000" y="774700"/>
            <a:ext cx="4826000" cy="4826000"/>
          </a:xfrm>
          <a:prstGeom prst="hept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66909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页-长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/>
          <p:cNvSpPr/>
          <p:nvPr userDrawn="1"/>
        </p:nvSpPr>
        <p:spPr>
          <a:xfrm>
            <a:off x="5" y="0"/>
            <a:ext cx="2835871" cy="68580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54" name="矩形 53"/>
          <p:cNvSpPr/>
          <p:nvPr/>
        </p:nvSpPr>
        <p:spPr>
          <a:xfrm>
            <a:off x="609315" y="1962606"/>
            <a:ext cx="1617247" cy="2932788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2782513" y="612711"/>
            <a:ext cx="8695231" cy="563258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0" name="文本框 49"/>
          <p:cNvSpPr txBox="1"/>
          <p:nvPr/>
        </p:nvSpPr>
        <p:spPr>
          <a:xfrm>
            <a:off x="730725" y="2258512"/>
            <a:ext cx="1374427" cy="234097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lnSpcReduction="10000"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+mj-ea"/>
                <a:ea typeface="+mj-ea"/>
              </a:rPr>
              <a:t>目</a:t>
            </a:r>
            <a:endParaRPr lang="en-US" altLang="zh-CN" sz="54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endParaRPr lang="en-US" altLang="zh-CN" sz="54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+mj-ea"/>
                <a:ea typeface="+mj-ea"/>
              </a:rPr>
              <a:t>录</a:t>
            </a:r>
            <a:endParaRPr lang="zh-CN" altLang="en-US" sz="4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713" y="-133525"/>
            <a:ext cx="7132841" cy="71328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转场-长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/>
          <p:cNvSpPr/>
          <p:nvPr userDrawn="1"/>
        </p:nvSpPr>
        <p:spPr>
          <a:xfrm rot="19659736">
            <a:off x="-59387" y="6355211"/>
            <a:ext cx="1593667" cy="240022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5" name="箭头: 五边形 24"/>
          <p:cNvSpPr/>
          <p:nvPr userDrawn="1"/>
        </p:nvSpPr>
        <p:spPr>
          <a:xfrm rot="19659736">
            <a:off x="501878" y="5626513"/>
            <a:ext cx="1198809" cy="202681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6" name="箭头: 五边形 25"/>
          <p:cNvSpPr/>
          <p:nvPr userDrawn="1"/>
        </p:nvSpPr>
        <p:spPr>
          <a:xfrm rot="19659736">
            <a:off x="11343045" y="442072"/>
            <a:ext cx="869215" cy="124045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7" name="箭头: 五边形 26"/>
          <p:cNvSpPr/>
          <p:nvPr userDrawn="1"/>
        </p:nvSpPr>
        <p:spPr>
          <a:xfrm rot="19659736">
            <a:off x="10829987" y="427919"/>
            <a:ext cx="542831" cy="99029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5" y="237838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660402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 bwMode="auto">
          <a:xfrm rot="5400000">
            <a:off x="93484" y="218082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53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660159" y="6392453"/>
            <a:ext cx="15692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德才兼备   知行合一</a:t>
            </a:r>
          </a:p>
        </p:txBody>
      </p:sp>
      <p:grpSp>
        <p:nvGrpSpPr>
          <p:cNvPr id="41" name="81ebc1f8-0063-4175-a0e9-d76839507c2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9669037" y="465140"/>
            <a:ext cx="1820991" cy="338052"/>
            <a:chOff x="3497261" y="2746242"/>
            <a:chExt cx="7298696" cy="1354943"/>
          </a:xfrm>
          <a:solidFill>
            <a:schemeClr val="accent1"/>
          </a:solidFill>
        </p:grpSpPr>
        <p:grpSp>
          <p:nvGrpSpPr>
            <p:cNvPr id="42" name="ïşļíḓê"/>
            <p:cNvGrpSpPr/>
            <p:nvPr/>
          </p:nvGrpSpPr>
          <p:grpSpPr>
            <a:xfrm>
              <a:off x="3497261" y="2746242"/>
              <a:ext cx="7298696" cy="1095599"/>
              <a:chOff x="4535488" y="3019425"/>
              <a:chExt cx="4378326" cy="657226"/>
            </a:xfrm>
            <a:grpFill/>
          </p:grpSpPr>
          <p:sp>
            <p:nvSpPr>
              <p:cNvPr id="61" name="îṥļiďe"/>
              <p:cNvSpPr/>
              <p:nvPr/>
            </p:nvSpPr>
            <p:spPr bwMode="auto">
              <a:xfrm>
                <a:off x="4535488" y="3192463"/>
                <a:ext cx="290513" cy="484188"/>
              </a:xfrm>
              <a:custGeom>
                <a:avLst/>
                <a:gdLst>
                  <a:gd name="T0" fmla="*/ 88 w 88"/>
                  <a:gd name="T1" fmla="*/ 31 h 146"/>
                  <a:gd name="T2" fmla="*/ 71 w 88"/>
                  <a:gd name="T3" fmla="*/ 93 h 146"/>
                  <a:gd name="T4" fmla="*/ 61 w 88"/>
                  <a:gd name="T5" fmla="*/ 100 h 146"/>
                  <a:gd name="T6" fmla="*/ 46 w 88"/>
                  <a:gd name="T7" fmla="*/ 114 h 146"/>
                  <a:gd name="T8" fmla="*/ 10 w 88"/>
                  <a:gd name="T9" fmla="*/ 128 h 146"/>
                  <a:gd name="T10" fmla="*/ 3 w 88"/>
                  <a:gd name="T11" fmla="*/ 118 h 146"/>
                  <a:gd name="T12" fmla="*/ 12 w 88"/>
                  <a:gd name="T13" fmla="*/ 113 h 146"/>
                  <a:gd name="T14" fmla="*/ 46 w 88"/>
                  <a:gd name="T15" fmla="*/ 92 h 146"/>
                  <a:gd name="T16" fmla="*/ 39 w 88"/>
                  <a:gd name="T17" fmla="*/ 67 h 146"/>
                  <a:gd name="T18" fmla="*/ 24 w 88"/>
                  <a:gd name="T19" fmla="*/ 55 h 146"/>
                  <a:gd name="T20" fmla="*/ 32 w 88"/>
                  <a:gd name="T21" fmla="*/ 51 h 146"/>
                  <a:gd name="T22" fmla="*/ 49 w 88"/>
                  <a:gd name="T23" fmla="*/ 30 h 146"/>
                  <a:gd name="T24" fmla="*/ 56 w 88"/>
                  <a:gd name="T25" fmla="*/ 7 h 146"/>
                  <a:gd name="T26" fmla="*/ 88 w 88"/>
                  <a:gd name="T27" fmla="*/ 31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146">
                    <a:moveTo>
                      <a:pt x="88" y="31"/>
                    </a:moveTo>
                    <a:cubicBezTo>
                      <a:pt x="71" y="93"/>
                      <a:pt x="71" y="93"/>
                      <a:pt x="71" y="93"/>
                    </a:cubicBezTo>
                    <a:cubicBezTo>
                      <a:pt x="71" y="93"/>
                      <a:pt x="68" y="99"/>
                      <a:pt x="61" y="100"/>
                    </a:cubicBezTo>
                    <a:cubicBezTo>
                      <a:pt x="61" y="100"/>
                      <a:pt x="48" y="106"/>
                      <a:pt x="46" y="114"/>
                    </a:cubicBezTo>
                    <a:cubicBezTo>
                      <a:pt x="46" y="114"/>
                      <a:pt x="19" y="146"/>
                      <a:pt x="10" y="128"/>
                    </a:cubicBezTo>
                    <a:cubicBezTo>
                      <a:pt x="10" y="128"/>
                      <a:pt x="9" y="118"/>
                      <a:pt x="3" y="118"/>
                    </a:cubicBezTo>
                    <a:cubicBezTo>
                      <a:pt x="3" y="118"/>
                      <a:pt x="0" y="115"/>
                      <a:pt x="12" y="113"/>
                    </a:cubicBezTo>
                    <a:cubicBezTo>
                      <a:pt x="12" y="113"/>
                      <a:pt x="32" y="116"/>
                      <a:pt x="46" y="92"/>
                    </a:cubicBezTo>
                    <a:cubicBezTo>
                      <a:pt x="46" y="92"/>
                      <a:pt x="57" y="72"/>
                      <a:pt x="39" y="67"/>
                    </a:cubicBezTo>
                    <a:cubicBezTo>
                      <a:pt x="39" y="67"/>
                      <a:pt x="22" y="66"/>
                      <a:pt x="24" y="55"/>
                    </a:cubicBezTo>
                    <a:cubicBezTo>
                      <a:pt x="24" y="55"/>
                      <a:pt x="24" y="52"/>
                      <a:pt x="32" y="51"/>
                    </a:cubicBezTo>
                    <a:cubicBezTo>
                      <a:pt x="32" y="51"/>
                      <a:pt x="59" y="46"/>
                      <a:pt x="49" y="30"/>
                    </a:cubicBezTo>
                    <a:cubicBezTo>
                      <a:pt x="49" y="30"/>
                      <a:pt x="33" y="10"/>
                      <a:pt x="56" y="7"/>
                    </a:cubicBezTo>
                    <a:cubicBezTo>
                      <a:pt x="56" y="7"/>
                      <a:pt x="85" y="0"/>
                      <a:pt x="88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2" name="íŝļíḍê"/>
              <p:cNvSpPr/>
              <p:nvPr/>
            </p:nvSpPr>
            <p:spPr bwMode="auto">
              <a:xfrm>
                <a:off x="4899026" y="3148013"/>
                <a:ext cx="214313" cy="409575"/>
              </a:xfrm>
              <a:custGeom>
                <a:avLst/>
                <a:gdLst>
                  <a:gd name="T0" fmla="*/ 24 w 65"/>
                  <a:gd name="T1" fmla="*/ 0 h 123"/>
                  <a:gd name="T2" fmla="*/ 5 w 65"/>
                  <a:gd name="T3" fmla="*/ 21 h 123"/>
                  <a:gd name="T4" fmla="*/ 8 w 65"/>
                  <a:gd name="T5" fmla="*/ 43 h 123"/>
                  <a:gd name="T6" fmla="*/ 3 w 65"/>
                  <a:gd name="T7" fmla="*/ 65 h 123"/>
                  <a:gd name="T8" fmla="*/ 2 w 65"/>
                  <a:gd name="T9" fmla="*/ 73 h 123"/>
                  <a:gd name="T10" fmla="*/ 8 w 65"/>
                  <a:gd name="T11" fmla="*/ 106 h 123"/>
                  <a:gd name="T12" fmla="*/ 42 w 65"/>
                  <a:gd name="T13" fmla="*/ 119 h 123"/>
                  <a:gd name="T14" fmla="*/ 63 w 65"/>
                  <a:gd name="T15" fmla="*/ 103 h 123"/>
                  <a:gd name="T16" fmla="*/ 48 w 65"/>
                  <a:gd name="T17" fmla="*/ 97 h 123"/>
                  <a:gd name="T18" fmla="*/ 21 w 65"/>
                  <a:gd name="T19" fmla="*/ 91 h 123"/>
                  <a:gd name="T20" fmla="*/ 25 w 65"/>
                  <a:gd name="T21" fmla="*/ 57 h 123"/>
                  <a:gd name="T22" fmla="*/ 42 w 65"/>
                  <a:gd name="T23" fmla="*/ 50 h 123"/>
                  <a:gd name="T24" fmla="*/ 58 w 65"/>
                  <a:gd name="T25" fmla="*/ 34 h 123"/>
                  <a:gd name="T26" fmla="*/ 44 w 65"/>
                  <a:gd name="T27" fmla="*/ 32 h 123"/>
                  <a:gd name="T28" fmla="*/ 28 w 65"/>
                  <a:gd name="T29" fmla="*/ 31 h 123"/>
                  <a:gd name="T30" fmla="*/ 33 w 65"/>
                  <a:gd name="T31" fmla="*/ 19 h 123"/>
                  <a:gd name="T32" fmla="*/ 24 w 65"/>
                  <a:gd name="T33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5" h="123">
                    <a:moveTo>
                      <a:pt x="24" y="0"/>
                    </a:moveTo>
                    <a:cubicBezTo>
                      <a:pt x="24" y="0"/>
                      <a:pt x="2" y="1"/>
                      <a:pt x="5" y="21"/>
                    </a:cubicBezTo>
                    <a:cubicBezTo>
                      <a:pt x="5" y="21"/>
                      <a:pt x="12" y="38"/>
                      <a:pt x="8" y="43"/>
                    </a:cubicBezTo>
                    <a:cubicBezTo>
                      <a:pt x="8" y="43"/>
                      <a:pt x="2" y="56"/>
                      <a:pt x="3" y="65"/>
                    </a:cubicBezTo>
                    <a:cubicBezTo>
                      <a:pt x="3" y="65"/>
                      <a:pt x="5" y="66"/>
                      <a:pt x="2" y="73"/>
                    </a:cubicBezTo>
                    <a:cubicBezTo>
                      <a:pt x="2" y="73"/>
                      <a:pt x="0" y="100"/>
                      <a:pt x="8" y="106"/>
                    </a:cubicBezTo>
                    <a:cubicBezTo>
                      <a:pt x="8" y="106"/>
                      <a:pt x="17" y="117"/>
                      <a:pt x="42" y="119"/>
                    </a:cubicBezTo>
                    <a:cubicBezTo>
                      <a:pt x="42" y="119"/>
                      <a:pt x="65" y="123"/>
                      <a:pt x="63" y="103"/>
                    </a:cubicBezTo>
                    <a:cubicBezTo>
                      <a:pt x="63" y="103"/>
                      <a:pt x="58" y="95"/>
                      <a:pt x="48" y="97"/>
                    </a:cubicBezTo>
                    <a:cubicBezTo>
                      <a:pt x="48" y="97"/>
                      <a:pt x="21" y="107"/>
                      <a:pt x="21" y="91"/>
                    </a:cubicBezTo>
                    <a:cubicBezTo>
                      <a:pt x="21" y="91"/>
                      <a:pt x="18" y="70"/>
                      <a:pt x="25" y="57"/>
                    </a:cubicBezTo>
                    <a:cubicBezTo>
                      <a:pt x="25" y="57"/>
                      <a:pt x="28" y="50"/>
                      <a:pt x="42" y="50"/>
                    </a:cubicBezTo>
                    <a:cubicBezTo>
                      <a:pt x="42" y="50"/>
                      <a:pt x="62" y="50"/>
                      <a:pt x="58" y="34"/>
                    </a:cubicBezTo>
                    <a:cubicBezTo>
                      <a:pt x="58" y="34"/>
                      <a:pt x="55" y="27"/>
                      <a:pt x="44" y="32"/>
                    </a:cubicBezTo>
                    <a:cubicBezTo>
                      <a:pt x="44" y="32"/>
                      <a:pt x="31" y="42"/>
                      <a:pt x="28" y="31"/>
                    </a:cubicBezTo>
                    <a:cubicBezTo>
                      <a:pt x="28" y="31"/>
                      <a:pt x="27" y="24"/>
                      <a:pt x="33" y="19"/>
                    </a:cubicBezTo>
                    <a:cubicBezTo>
                      <a:pt x="33" y="19"/>
                      <a:pt x="46" y="4"/>
                      <a:pt x="2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3" name="íşḷiḋe"/>
              <p:cNvSpPr/>
              <p:nvPr/>
            </p:nvSpPr>
            <p:spPr bwMode="auto">
              <a:xfrm>
                <a:off x="5218113" y="3122613"/>
                <a:ext cx="406400" cy="222250"/>
              </a:xfrm>
              <a:custGeom>
                <a:avLst/>
                <a:gdLst>
                  <a:gd name="T0" fmla="*/ 43 w 123"/>
                  <a:gd name="T1" fmla="*/ 10 h 67"/>
                  <a:gd name="T2" fmla="*/ 43 w 123"/>
                  <a:gd name="T3" fmla="*/ 19 h 67"/>
                  <a:gd name="T4" fmla="*/ 53 w 123"/>
                  <a:gd name="T5" fmla="*/ 30 h 67"/>
                  <a:gd name="T6" fmla="*/ 39 w 123"/>
                  <a:gd name="T7" fmla="*/ 37 h 67"/>
                  <a:gd name="T8" fmla="*/ 39 w 123"/>
                  <a:gd name="T9" fmla="*/ 37 h 67"/>
                  <a:gd name="T10" fmla="*/ 15 w 123"/>
                  <a:gd name="T11" fmla="*/ 43 h 67"/>
                  <a:gd name="T12" fmla="*/ 0 w 123"/>
                  <a:gd name="T13" fmla="*/ 52 h 67"/>
                  <a:gd name="T14" fmla="*/ 15 w 123"/>
                  <a:gd name="T15" fmla="*/ 62 h 67"/>
                  <a:gd name="T16" fmla="*/ 29 w 123"/>
                  <a:gd name="T17" fmla="*/ 52 h 67"/>
                  <a:gd name="T18" fmla="*/ 44 w 123"/>
                  <a:gd name="T19" fmla="*/ 46 h 67"/>
                  <a:gd name="T20" fmla="*/ 112 w 123"/>
                  <a:gd name="T21" fmla="*/ 36 h 67"/>
                  <a:gd name="T22" fmla="*/ 123 w 123"/>
                  <a:gd name="T23" fmla="*/ 31 h 67"/>
                  <a:gd name="T24" fmla="*/ 116 w 123"/>
                  <a:gd name="T25" fmla="*/ 25 h 67"/>
                  <a:gd name="T26" fmla="*/ 84 w 123"/>
                  <a:gd name="T27" fmla="*/ 25 h 67"/>
                  <a:gd name="T28" fmla="*/ 80 w 123"/>
                  <a:gd name="T29" fmla="*/ 19 h 67"/>
                  <a:gd name="T30" fmla="*/ 72 w 123"/>
                  <a:gd name="T31" fmla="*/ 5 h 67"/>
                  <a:gd name="T32" fmla="*/ 67 w 123"/>
                  <a:gd name="T33" fmla="*/ 5 h 67"/>
                  <a:gd name="T34" fmla="*/ 59 w 123"/>
                  <a:gd name="T35" fmla="*/ 3 h 67"/>
                  <a:gd name="T36" fmla="*/ 43 w 123"/>
                  <a:gd name="T37" fmla="*/ 1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3" h="67">
                    <a:moveTo>
                      <a:pt x="43" y="10"/>
                    </a:moveTo>
                    <a:cubicBezTo>
                      <a:pt x="43" y="10"/>
                      <a:pt x="35" y="13"/>
                      <a:pt x="43" y="19"/>
                    </a:cubicBezTo>
                    <a:cubicBezTo>
                      <a:pt x="43" y="19"/>
                      <a:pt x="57" y="23"/>
                      <a:pt x="53" y="30"/>
                    </a:cubicBezTo>
                    <a:cubicBezTo>
                      <a:pt x="53" y="30"/>
                      <a:pt x="50" y="34"/>
                      <a:pt x="39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27" y="40"/>
                      <a:pt x="15" y="43"/>
                      <a:pt x="15" y="43"/>
                    </a:cubicBezTo>
                    <a:cubicBezTo>
                      <a:pt x="15" y="43"/>
                      <a:pt x="4" y="38"/>
                      <a:pt x="0" y="52"/>
                    </a:cubicBezTo>
                    <a:cubicBezTo>
                      <a:pt x="0" y="52"/>
                      <a:pt x="1" y="67"/>
                      <a:pt x="15" y="62"/>
                    </a:cubicBezTo>
                    <a:cubicBezTo>
                      <a:pt x="15" y="62"/>
                      <a:pt x="17" y="52"/>
                      <a:pt x="29" y="52"/>
                    </a:cubicBezTo>
                    <a:cubicBezTo>
                      <a:pt x="29" y="52"/>
                      <a:pt x="36" y="53"/>
                      <a:pt x="44" y="46"/>
                    </a:cubicBezTo>
                    <a:cubicBezTo>
                      <a:pt x="44" y="46"/>
                      <a:pt x="72" y="32"/>
                      <a:pt x="112" y="36"/>
                    </a:cubicBezTo>
                    <a:cubicBezTo>
                      <a:pt x="112" y="36"/>
                      <a:pt x="122" y="39"/>
                      <a:pt x="123" y="31"/>
                    </a:cubicBezTo>
                    <a:cubicBezTo>
                      <a:pt x="123" y="31"/>
                      <a:pt x="123" y="26"/>
                      <a:pt x="116" y="25"/>
                    </a:cubicBezTo>
                    <a:cubicBezTo>
                      <a:pt x="84" y="25"/>
                      <a:pt x="84" y="25"/>
                      <a:pt x="84" y="25"/>
                    </a:cubicBezTo>
                    <a:cubicBezTo>
                      <a:pt x="84" y="25"/>
                      <a:pt x="77" y="25"/>
                      <a:pt x="80" y="19"/>
                    </a:cubicBezTo>
                    <a:cubicBezTo>
                      <a:pt x="80" y="19"/>
                      <a:pt x="85" y="9"/>
                      <a:pt x="72" y="5"/>
                    </a:cubicBezTo>
                    <a:cubicBezTo>
                      <a:pt x="72" y="5"/>
                      <a:pt x="70" y="4"/>
                      <a:pt x="67" y="5"/>
                    </a:cubicBezTo>
                    <a:cubicBezTo>
                      <a:pt x="67" y="5"/>
                      <a:pt x="61" y="6"/>
                      <a:pt x="59" y="3"/>
                    </a:cubicBezTo>
                    <a:cubicBezTo>
                      <a:pt x="59" y="3"/>
                      <a:pt x="56" y="0"/>
                      <a:pt x="4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4" name="iṩ1îdê"/>
              <p:cNvSpPr/>
              <p:nvPr/>
            </p:nvSpPr>
            <p:spPr bwMode="auto">
              <a:xfrm>
                <a:off x="5316538" y="3297238"/>
                <a:ext cx="271463" cy="333375"/>
              </a:xfrm>
              <a:custGeom>
                <a:avLst/>
                <a:gdLst>
                  <a:gd name="T0" fmla="*/ 5 w 82"/>
                  <a:gd name="T1" fmla="*/ 17 h 100"/>
                  <a:gd name="T2" fmla="*/ 8 w 82"/>
                  <a:gd name="T3" fmla="*/ 49 h 100"/>
                  <a:gd name="T4" fmla="*/ 20 w 82"/>
                  <a:gd name="T5" fmla="*/ 54 h 100"/>
                  <a:gd name="T6" fmla="*/ 27 w 82"/>
                  <a:gd name="T7" fmla="*/ 69 h 100"/>
                  <a:gd name="T8" fmla="*/ 27 w 82"/>
                  <a:gd name="T9" fmla="*/ 75 h 100"/>
                  <a:gd name="T10" fmla="*/ 14 w 82"/>
                  <a:gd name="T11" fmla="*/ 77 h 100"/>
                  <a:gd name="T12" fmla="*/ 14 w 82"/>
                  <a:gd name="T13" fmla="*/ 81 h 100"/>
                  <a:gd name="T14" fmla="*/ 27 w 82"/>
                  <a:gd name="T15" fmla="*/ 94 h 100"/>
                  <a:gd name="T16" fmla="*/ 27 w 82"/>
                  <a:gd name="T17" fmla="*/ 99 h 100"/>
                  <a:gd name="T18" fmla="*/ 43 w 82"/>
                  <a:gd name="T19" fmla="*/ 88 h 100"/>
                  <a:gd name="T20" fmla="*/ 42 w 82"/>
                  <a:gd name="T21" fmla="*/ 46 h 100"/>
                  <a:gd name="T22" fmla="*/ 52 w 82"/>
                  <a:gd name="T23" fmla="*/ 27 h 100"/>
                  <a:gd name="T24" fmla="*/ 73 w 82"/>
                  <a:gd name="T25" fmla="*/ 12 h 100"/>
                  <a:gd name="T26" fmla="*/ 67 w 82"/>
                  <a:gd name="T27" fmla="*/ 0 h 100"/>
                  <a:gd name="T28" fmla="*/ 23 w 82"/>
                  <a:gd name="T29" fmla="*/ 9 h 100"/>
                  <a:gd name="T30" fmla="*/ 13 w 82"/>
                  <a:gd name="T31" fmla="*/ 14 h 100"/>
                  <a:gd name="T32" fmla="*/ 5 w 82"/>
                  <a:gd name="T33" fmla="*/ 17 h 100"/>
                  <a:gd name="T34" fmla="*/ 35 w 82"/>
                  <a:gd name="T35" fmla="*/ 19 h 100"/>
                  <a:gd name="T36" fmla="*/ 36 w 82"/>
                  <a:gd name="T37" fmla="*/ 20 h 100"/>
                  <a:gd name="T38" fmla="*/ 24 w 82"/>
                  <a:gd name="T39" fmla="*/ 37 h 100"/>
                  <a:gd name="T40" fmla="*/ 19 w 82"/>
                  <a:gd name="T41" fmla="*/ 25 h 100"/>
                  <a:gd name="T42" fmla="*/ 35 w 82"/>
                  <a:gd name="T43" fmla="*/ 1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2" h="100">
                    <a:moveTo>
                      <a:pt x="5" y="17"/>
                    </a:moveTo>
                    <a:cubicBezTo>
                      <a:pt x="5" y="17"/>
                      <a:pt x="0" y="35"/>
                      <a:pt x="8" y="49"/>
                    </a:cubicBezTo>
                    <a:cubicBezTo>
                      <a:pt x="8" y="49"/>
                      <a:pt x="12" y="53"/>
                      <a:pt x="20" y="54"/>
                    </a:cubicBezTo>
                    <a:cubicBezTo>
                      <a:pt x="20" y="54"/>
                      <a:pt x="26" y="52"/>
                      <a:pt x="27" y="69"/>
                    </a:cubicBezTo>
                    <a:cubicBezTo>
                      <a:pt x="27" y="75"/>
                      <a:pt x="27" y="75"/>
                      <a:pt x="27" y="75"/>
                    </a:cubicBezTo>
                    <a:cubicBezTo>
                      <a:pt x="27" y="75"/>
                      <a:pt x="29" y="89"/>
                      <a:pt x="14" y="77"/>
                    </a:cubicBezTo>
                    <a:cubicBezTo>
                      <a:pt x="14" y="77"/>
                      <a:pt x="11" y="76"/>
                      <a:pt x="14" y="81"/>
                    </a:cubicBezTo>
                    <a:cubicBezTo>
                      <a:pt x="27" y="94"/>
                      <a:pt x="27" y="94"/>
                      <a:pt x="27" y="94"/>
                    </a:cubicBezTo>
                    <a:cubicBezTo>
                      <a:pt x="27" y="94"/>
                      <a:pt x="29" y="97"/>
                      <a:pt x="27" y="99"/>
                    </a:cubicBezTo>
                    <a:cubicBezTo>
                      <a:pt x="27" y="99"/>
                      <a:pt x="39" y="100"/>
                      <a:pt x="43" y="88"/>
                    </a:cubicBezTo>
                    <a:cubicBezTo>
                      <a:pt x="43" y="88"/>
                      <a:pt x="47" y="65"/>
                      <a:pt x="42" y="46"/>
                    </a:cubicBezTo>
                    <a:cubicBezTo>
                      <a:pt x="42" y="46"/>
                      <a:pt x="56" y="41"/>
                      <a:pt x="52" y="27"/>
                    </a:cubicBezTo>
                    <a:cubicBezTo>
                      <a:pt x="52" y="27"/>
                      <a:pt x="71" y="13"/>
                      <a:pt x="73" y="12"/>
                    </a:cubicBezTo>
                    <a:cubicBezTo>
                      <a:pt x="73" y="12"/>
                      <a:pt x="82" y="1"/>
                      <a:pt x="67" y="0"/>
                    </a:cubicBezTo>
                    <a:cubicBezTo>
                      <a:pt x="67" y="0"/>
                      <a:pt x="42" y="0"/>
                      <a:pt x="23" y="9"/>
                    </a:cubicBezTo>
                    <a:cubicBezTo>
                      <a:pt x="23" y="9"/>
                      <a:pt x="16" y="14"/>
                      <a:pt x="13" y="14"/>
                    </a:cubicBezTo>
                    <a:cubicBezTo>
                      <a:pt x="13" y="14"/>
                      <a:pt x="6" y="15"/>
                      <a:pt x="5" y="17"/>
                    </a:cubicBezTo>
                    <a:close/>
                    <a:moveTo>
                      <a:pt x="35" y="19"/>
                    </a:moveTo>
                    <a:cubicBezTo>
                      <a:pt x="36" y="20"/>
                      <a:pt x="36" y="20"/>
                      <a:pt x="36" y="20"/>
                    </a:cubicBezTo>
                    <a:cubicBezTo>
                      <a:pt x="43" y="26"/>
                      <a:pt x="24" y="37"/>
                      <a:pt x="24" y="37"/>
                    </a:cubicBezTo>
                    <a:cubicBezTo>
                      <a:pt x="18" y="35"/>
                      <a:pt x="19" y="25"/>
                      <a:pt x="19" y="25"/>
                    </a:cubicBezTo>
                    <a:cubicBezTo>
                      <a:pt x="20" y="18"/>
                      <a:pt x="35" y="19"/>
                      <a:pt x="35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5" name="isļïḍe"/>
              <p:cNvSpPr/>
              <p:nvPr/>
            </p:nvSpPr>
            <p:spPr bwMode="auto">
              <a:xfrm>
                <a:off x="5227638" y="3540125"/>
                <a:ext cx="85725" cy="103188"/>
              </a:xfrm>
              <a:custGeom>
                <a:avLst/>
                <a:gdLst>
                  <a:gd name="T0" fmla="*/ 4 w 26"/>
                  <a:gd name="T1" fmla="*/ 5 h 31"/>
                  <a:gd name="T2" fmla="*/ 2 w 26"/>
                  <a:gd name="T3" fmla="*/ 23 h 31"/>
                  <a:gd name="T4" fmla="*/ 11 w 26"/>
                  <a:gd name="T5" fmla="*/ 28 h 31"/>
                  <a:gd name="T6" fmla="*/ 17 w 26"/>
                  <a:gd name="T7" fmla="*/ 19 h 31"/>
                  <a:gd name="T8" fmla="*/ 25 w 26"/>
                  <a:gd name="T9" fmla="*/ 9 h 31"/>
                  <a:gd name="T10" fmla="*/ 23 w 26"/>
                  <a:gd name="T11" fmla="*/ 7 h 31"/>
                  <a:gd name="T12" fmla="*/ 12 w 26"/>
                  <a:gd name="T13" fmla="*/ 3 h 31"/>
                  <a:gd name="T14" fmla="*/ 4 w 26"/>
                  <a:gd name="T15" fmla="*/ 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31">
                    <a:moveTo>
                      <a:pt x="4" y="5"/>
                    </a:moveTo>
                    <a:cubicBezTo>
                      <a:pt x="4" y="5"/>
                      <a:pt x="0" y="15"/>
                      <a:pt x="2" y="23"/>
                    </a:cubicBezTo>
                    <a:cubicBezTo>
                      <a:pt x="2" y="23"/>
                      <a:pt x="4" y="31"/>
                      <a:pt x="11" y="28"/>
                    </a:cubicBezTo>
                    <a:cubicBezTo>
                      <a:pt x="11" y="28"/>
                      <a:pt x="14" y="26"/>
                      <a:pt x="17" y="19"/>
                    </a:cubicBezTo>
                    <a:cubicBezTo>
                      <a:pt x="17" y="19"/>
                      <a:pt x="20" y="10"/>
                      <a:pt x="25" y="9"/>
                    </a:cubicBezTo>
                    <a:cubicBezTo>
                      <a:pt x="25" y="9"/>
                      <a:pt x="26" y="6"/>
                      <a:pt x="23" y="7"/>
                    </a:cubicBezTo>
                    <a:cubicBezTo>
                      <a:pt x="23" y="7"/>
                      <a:pt x="16" y="8"/>
                      <a:pt x="12" y="3"/>
                    </a:cubicBezTo>
                    <a:cubicBezTo>
                      <a:pt x="12" y="3"/>
                      <a:pt x="6" y="0"/>
                      <a:pt x="4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6" name="íṣḷíḋê"/>
              <p:cNvSpPr/>
              <p:nvPr/>
            </p:nvSpPr>
            <p:spPr bwMode="auto">
              <a:xfrm>
                <a:off x="5502276" y="3421063"/>
                <a:ext cx="134938" cy="158750"/>
              </a:xfrm>
              <a:custGeom>
                <a:avLst/>
                <a:gdLst>
                  <a:gd name="T0" fmla="*/ 0 w 41"/>
                  <a:gd name="T1" fmla="*/ 18 h 48"/>
                  <a:gd name="T2" fmla="*/ 35 w 41"/>
                  <a:gd name="T3" fmla="*/ 19 h 48"/>
                  <a:gd name="T4" fmla="*/ 29 w 41"/>
                  <a:gd name="T5" fmla="*/ 41 h 48"/>
                  <a:gd name="T6" fmla="*/ 14 w 41"/>
                  <a:gd name="T7" fmla="*/ 37 h 48"/>
                  <a:gd name="T8" fmla="*/ 0 w 41"/>
                  <a:gd name="T9" fmla="*/ 1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48">
                    <a:moveTo>
                      <a:pt x="0" y="18"/>
                    </a:moveTo>
                    <a:cubicBezTo>
                      <a:pt x="0" y="18"/>
                      <a:pt x="14" y="0"/>
                      <a:pt x="35" y="19"/>
                    </a:cubicBezTo>
                    <a:cubicBezTo>
                      <a:pt x="35" y="19"/>
                      <a:pt x="41" y="28"/>
                      <a:pt x="29" y="41"/>
                    </a:cubicBezTo>
                    <a:cubicBezTo>
                      <a:pt x="29" y="41"/>
                      <a:pt x="21" y="48"/>
                      <a:pt x="14" y="37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7" name="iṧľïdé"/>
              <p:cNvSpPr/>
              <p:nvPr/>
            </p:nvSpPr>
            <p:spPr bwMode="auto">
              <a:xfrm>
                <a:off x="5707063" y="3151188"/>
                <a:ext cx="257175" cy="455613"/>
              </a:xfrm>
              <a:custGeom>
                <a:avLst/>
                <a:gdLst>
                  <a:gd name="T0" fmla="*/ 48 w 78"/>
                  <a:gd name="T1" fmla="*/ 1 h 137"/>
                  <a:gd name="T2" fmla="*/ 40 w 78"/>
                  <a:gd name="T3" fmla="*/ 15 h 137"/>
                  <a:gd name="T4" fmla="*/ 34 w 78"/>
                  <a:gd name="T5" fmla="*/ 27 h 137"/>
                  <a:gd name="T6" fmla="*/ 26 w 78"/>
                  <a:gd name="T7" fmla="*/ 38 h 137"/>
                  <a:gd name="T8" fmla="*/ 33 w 78"/>
                  <a:gd name="T9" fmla="*/ 64 h 137"/>
                  <a:gd name="T10" fmla="*/ 31 w 78"/>
                  <a:gd name="T11" fmla="*/ 81 h 137"/>
                  <a:gd name="T12" fmla="*/ 20 w 78"/>
                  <a:gd name="T13" fmla="*/ 87 h 137"/>
                  <a:gd name="T14" fmla="*/ 2 w 78"/>
                  <a:gd name="T15" fmla="*/ 102 h 137"/>
                  <a:gd name="T16" fmla="*/ 9 w 78"/>
                  <a:gd name="T17" fmla="*/ 109 h 137"/>
                  <a:gd name="T18" fmla="*/ 19 w 78"/>
                  <a:gd name="T19" fmla="*/ 102 h 137"/>
                  <a:gd name="T20" fmla="*/ 27 w 78"/>
                  <a:gd name="T21" fmla="*/ 107 h 137"/>
                  <a:gd name="T22" fmla="*/ 32 w 78"/>
                  <a:gd name="T23" fmla="*/ 129 h 137"/>
                  <a:gd name="T24" fmla="*/ 35 w 78"/>
                  <a:gd name="T25" fmla="*/ 123 h 137"/>
                  <a:gd name="T26" fmla="*/ 41 w 78"/>
                  <a:gd name="T27" fmla="*/ 100 h 137"/>
                  <a:gd name="T28" fmla="*/ 55 w 78"/>
                  <a:gd name="T29" fmla="*/ 88 h 137"/>
                  <a:gd name="T30" fmla="*/ 60 w 78"/>
                  <a:gd name="T31" fmla="*/ 88 h 137"/>
                  <a:gd name="T32" fmla="*/ 60 w 78"/>
                  <a:gd name="T33" fmla="*/ 105 h 137"/>
                  <a:gd name="T34" fmla="*/ 57 w 78"/>
                  <a:gd name="T35" fmla="*/ 109 h 137"/>
                  <a:gd name="T36" fmla="*/ 53 w 78"/>
                  <a:gd name="T37" fmla="*/ 102 h 137"/>
                  <a:gd name="T38" fmla="*/ 49 w 78"/>
                  <a:gd name="T39" fmla="*/ 107 h 137"/>
                  <a:gd name="T40" fmla="*/ 53 w 78"/>
                  <a:gd name="T41" fmla="*/ 114 h 137"/>
                  <a:gd name="T42" fmla="*/ 55 w 78"/>
                  <a:gd name="T43" fmla="*/ 126 h 137"/>
                  <a:gd name="T44" fmla="*/ 64 w 78"/>
                  <a:gd name="T45" fmla="*/ 135 h 137"/>
                  <a:gd name="T46" fmla="*/ 71 w 78"/>
                  <a:gd name="T47" fmla="*/ 122 h 137"/>
                  <a:gd name="T48" fmla="*/ 70 w 78"/>
                  <a:gd name="T49" fmla="*/ 98 h 137"/>
                  <a:gd name="T50" fmla="*/ 71 w 78"/>
                  <a:gd name="T51" fmla="*/ 84 h 137"/>
                  <a:gd name="T52" fmla="*/ 70 w 78"/>
                  <a:gd name="T53" fmla="*/ 70 h 137"/>
                  <a:gd name="T54" fmla="*/ 72 w 78"/>
                  <a:gd name="T55" fmla="*/ 55 h 137"/>
                  <a:gd name="T56" fmla="*/ 59 w 78"/>
                  <a:gd name="T57" fmla="*/ 30 h 137"/>
                  <a:gd name="T58" fmla="*/ 42 w 78"/>
                  <a:gd name="T59" fmla="*/ 48 h 137"/>
                  <a:gd name="T60" fmla="*/ 37 w 78"/>
                  <a:gd name="T61" fmla="*/ 39 h 137"/>
                  <a:gd name="T62" fmla="*/ 39 w 78"/>
                  <a:gd name="T63" fmla="*/ 30 h 137"/>
                  <a:gd name="T64" fmla="*/ 72 w 78"/>
                  <a:gd name="T65" fmla="*/ 8 h 137"/>
                  <a:gd name="T66" fmla="*/ 63 w 78"/>
                  <a:gd name="T67" fmla="*/ 1 h 137"/>
                  <a:gd name="T68" fmla="*/ 48 w 78"/>
                  <a:gd name="T69" fmla="*/ 1 h 137"/>
                  <a:gd name="T70" fmla="*/ 60 w 78"/>
                  <a:gd name="T71" fmla="*/ 64 h 137"/>
                  <a:gd name="T72" fmla="*/ 54 w 78"/>
                  <a:gd name="T73" fmla="*/ 62 h 137"/>
                  <a:gd name="T74" fmla="*/ 47 w 78"/>
                  <a:gd name="T75" fmla="*/ 65 h 137"/>
                  <a:gd name="T76" fmla="*/ 43 w 78"/>
                  <a:gd name="T77" fmla="*/ 72 h 137"/>
                  <a:gd name="T78" fmla="*/ 53 w 78"/>
                  <a:gd name="T79" fmla="*/ 45 h 137"/>
                  <a:gd name="T80" fmla="*/ 60 w 78"/>
                  <a:gd name="T81" fmla="*/ 6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37">
                    <a:moveTo>
                      <a:pt x="48" y="1"/>
                    </a:moveTo>
                    <a:cubicBezTo>
                      <a:pt x="48" y="1"/>
                      <a:pt x="41" y="1"/>
                      <a:pt x="40" y="15"/>
                    </a:cubicBezTo>
                    <a:cubicBezTo>
                      <a:pt x="40" y="15"/>
                      <a:pt x="39" y="25"/>
                      <a:pt x="34" y="27"/>
                    </a:cubicBezTo>
                    <a:cubicBezTo>
                      <a:pt x="34" y="27"/>
                      <a:pt x="21" y="29"/>
                      <a:pt x="26" y="38"/>
                    </a:cubicBezTo>
                    <a:cubicBezTo>
                      <a:pt x="26" y="38"/>
                      <a:pt x="37" y="50"/>
                      <a:pt x="33" y="64"/>
                    </a:cubicBezTo>
                    <a:cubicBezTo>
                      <a:pt x="33" y="64"/>
                      <a:pt x="30" y="71"/>
                      <a:pt x="31" y="81"/>
                    </a:cubicBezTo>
                    <a:cubicBezTo>
                      <a:pt x="31" y="81"/>
                      <a:pt x="34" y="87"/>
                      <a:pt x="20" y="87"/>
                    </a:cubicBezTo>
                    <a:cubicBezTo>
                      <a:pt x="20" y="87"/>
                      <a:pt x="6" y="84"/>
                      <a:pt x="2" y="102"/>
                    </a:cubicBezTo>
                    <a:cubicBezTo>
                      <a:pt x="2" y="102"/>
                      <a:pt x="0" y="110"/>
                      <a:pt x="9" y="109"/>
                    </a:cubicBezTo>
                    <a:cubicBezTo>
                      <a:pt x="9" y="109"/>
                      <a:pt x="17" y="106"/>
                      <a:pt x="19" y="102"/>
                    </a:cubicBezTo>
                    <a:cubicBezTo>
                      <a:pt x="19" y="102"/>
                      <a:pt x="26" y="98"/>
                      <a:pt x="27" y="107"/>
                    </a:cubicBezTo>
                    <a:cubicBezTo>
                      <a:pt x="27" y="107"/>
                      <a:pt x="23" y="123"/>
                      <a:pt x="32" y="129"/>
                    </a:cubicBezTo>
                    <a:cubicBezTo>
                      <a:pt x="32" y="129"/>
                      <a:pt x="34" y="129"/>
                      <a:pt x="35" y="123"/>
                    </a:cubicBezTo>
                    <a:cubicBezTo>
                      <a:pt x="41" y="100"/>
                      <a:pt x="41" y="100"/>
                      <a:pt x="41" y="100"/>
                    </a:cubicBezTo>
                    <a:cubicBezTo>
                      <a:pt x="41" y="100"/>
                      <a:pt x="53" y="92"/>
                      <a:pt x="55" y="88"/>
                    </a:cubicBezTo>
                    <a:cubicBezTo>
                      <a:pt x="55" y="88"/>
                      <a:pt x="59" y="84"/>
                      <a:pt x="60" y="88"/>
                    </a:cubicBezTo>
                    <a:cubicBezTo>
                      <a:pt x="60" y="105"/>
                      <a:pt x="60" y="105"/>
                      <a:pt x="60" y="105"/>
                    </a:cubicBezTo>
                    <a:cubicBezTo>
                      <a:pt x="60" y="105"/>
                      <a:pt x="60" y="111"/>
                      <a:pt x="57" y="109"/>
                    </a:cubicBezTo>
                    <a:cubicBezTo>
                      <a:pt x="53" y="102"/>
                      <a:pt x="53" y="102"/>
                      <a:pt x="53" y="102"/>
                    </a:cubicBezTo>
                    <a:cubicBezTo>
                      <a:pt x="53" y="102"/>
                      <a:pt x="49" y="98"/>
                      <a:pt x="49" y="107"/>
                    </a:cubicBezTo>
                    <a:cubicBezTo>
                      <a:pt x="49" y="107"/>
                      <a:pt x="51" y="113"/>
                      <a:pt x="53" y="114"/>
                    </a:cubicBezTo>
                    <a:cubicBezTo>
                      <a:pt x="53" y="114"/>
                      <a:pt x="56" y="122"/>
                      <a:pt x="55" y="126"/>
                    </a:cubicBezTo>
                    <a:cubicBezTo>
                      <a:pt x="55" y="126"/>
                      <a:pt x="56" y="137"/>
                      <a:pt x="64" y="135"/>
                    </a:cubicBezTo>
                    <a:cubicBezTo>
                      <a:pt x="64" y="135"/>
                      <a:pt x="71" y="132"/>
                      <a:pt x="71" y="122"/>
                    </a:cubicBezTo>
                    <a:cubicBezTo>
                      <a:pt x="71" y="122"/>
                      <a:pt x="72" y="101"/>
                      <a:pt x="70" y="98"/>
                    </a:cubicBezTo>
                    <a:cubicBezTo>
                      <a:pt x="70" y="98"/>
                      <a:pt x="69" y="89"/>
                      <a:pt x="71" y="84"/>
                    </a:cubicBezTo>
                    <a:cubicBezTo>
                      <a:pt x="71" y="84"/>
                      <a:pt x="73" y="73"/>
                      <a:pt x="70" y="70"/>
                    </a:cubicBezTo>
                    <a:cubicBezTo>
                      <a:pt x="70" y="70"/>
                      <a:pt x="70" y="63"/>
                      <a:pt x="72" y="55"/>
                    </a:cubicBezTo>
                    <a:cubicBezTo>
                      <a:pt x="72" y="55"/>
                      <a:pt x="78" y="34"/>
                      <a:pt x="59" y="30"/>
                    </a:cubicBezTo>
                    <a:cubicBezTo>
                      <a:pt x="59" y="30"/>
                      <a:pt x="48" y="30"/>
                      <a:pt x="42" y="4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0" y="32"/>
                      <a:pt x="39" y="30"/>
                    </a:cubicBezTo>
                    <a:cubicBezTo>
                      <a:pt x="39" y="30"/>
                      <a:pt x="76" y="28"/>
                      <a:pt x="72" y="8"/>
                    </a:cubicBezTo>
                    <a:cubicBezTo>
                      <a:pt x="72" y="8"/>
                      <a:pt x="70" y="0"/>
                      <a:pt x="63" y="1"/>
                    </a:cubicBezTo>
                    <a:cubicBezTo>
                      <a:pt x="63" y="1"/>
                      <a:pt x="51" y="5"/>
                      <a:pt x="48" y="1"/>
                    </a:cubicBezTo>
                    <a:close/>
                    <a:moveTo>
                      <a:pt x="60" y="64"/>
                    </a:moveTo>
                    <a:cubicBezTo>
                      <a:pt x="60" y="68"/>
                      <a:pt x="54" y="62"/>
                      <a:pt x="54" y="62"/>
                    </a:cubicBezTo>
                    <a:cubicBezTo>
                      <a:pt x="47" y="53"/>
                      <a:pt x="47" y="65"/>
                      <a:pt x="47" y="65"/>
                    </a:cubicBezTo>
                    <a:cubicBezTo>
                      <a:pt x="46" y="71"/>
                      <a:pt x="43" y="72"/>
                      <a:pt x="43" y="72"/>
                    </a:cubicBezTo>
                    <a:cubicBezTo>
                      <a:pt x="42" y="43"/>
                      <a:pt x="53" y="45"/>
                      <a:pt x="53" y="45"/>
                    </a:cubicBezTo>
                    <a:cubicBezTo>
                      <a:pt x="57" y="46"/>
                      <a:pt x="60" y="64"/>
                      <a:pt x="60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8" name="ïṡḷïḓé"/>
              <p:cNvSpPr/>
              <p:nvPr/>
            </p:nvSpPr>
            <p:spPr bwMode="auto">
              <a:xfrm>
                <a:off x="5973763" y="3162300"/>
                <a:ext cx="238125" cy="171450"/>
              </a:xfrm>
              <a:custGeom>
                <a:avLst/>
                <a:gdLst>
                  <a:gd name="T0" fmla="*/ 13 w 72"/>
                  <a:gd name="T1" fmla="*/ 18 h 52"/>
                  <a:gd name="T2" fmla="*/ 31 w 72"/>
                  <a:gd name="T3" fmla="*/ 5 h 52"/>
                  <a:gd name="T4" fmla="*/ 53 w 72"/>
                  <a:gd name="T5" fmla="*/ 13 h 52"/>
                  <a:gd name="T6" fmla="*/ 48 w 72"/>
                  <a:gd name="T7" fmla="*/ 22 h 52"/>
                  <a:gd name="T8" fmla="*/ 50 w 72"/>
                  <a:gd name="T9" fmla="*/ 27 h 52"/>
                  <a:gd name="T10" fmla="*/ 67 w 72"/>
                  <a:gd name="T11" fmla="*/ 23 h 52"/>
                  <a:gd name="T12" fmla="*/ 68 w 72"/>
                  <a:gd name="T13" fmla="*/ 28 h 52"/>
                  <a:gd name="T14" fmla="*/ 43 w 72"/>
                  <a:gd name="T15" fmla="*/ 35 h 52"/>
                  <a:gd name="T16" fmla="*/ 29 w 72"/>
                  <a:gd name="T17" fmla="*/ 39 h 52"/>
                  <a:gd name="T18" fmla="*/ 5 w 72"/>
                  <a:gd name="T19" fmla="*/ 49 h 52"/>
                  <a:gd name="T20" fmla="*/ 8 w 72"/>
                  <a:gd name="T21" fmla="*/ 40 h 52"/>
                  <a:gd name="T22" fmla="*/ 25 w 72"/>
                  <a:gd name="T23" fmla="*/ 29 h 52"/>
                  <a:gd name="T24" fmla="*/ 17 w 72"/>
                  <a:gd name="T25" fmla="*/ 22 h 52"/>
                  <a:gd name="T26" fmla="*/ 13 w 72"/>
                  <a:gd name="T27" fmla="*/ 1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52">
                    <a:moveTo>
                      <a:pt x="13" y="18"/>
                    </a:moveTo>
                    <a:cubicBezTo>
                      <a:pt x="13" y="18"/>
                      <a:pt x="19" y="6"/>
                      <a:pt x="31" y="5"/>
                    </a:cubicBezTo>
                    <a:cubicBezTo>
                      <a:pt x="31" y="5"/>
                      <a:pt x="48" y="0"/>
                      <a:pt x="53" y="13"/>
                    </a:cubicBezTo>
                    <a:cubicBezTo>
                      <a:pt x="53" y="13"/>
                      <a:pt x="54" y="18"/>
                      <a:pt x="48" y="22"/>
                    </a:cubicBezTo>
                    <a:cubicBezTo>
                      <a:pt x="48" y="22"/>
                      <a:pt x="43" y="28"/>
                      <a:pt x="50" y="27"/>
                    </a:cubicBezTo>
                    <a:cubicBezTo>
                      <a:pt x="50" y="27"/>
                      <a:pt x="60" y="28"/>
                      <a:pt x="67" y="23"/>
                    </a:cubicBezTo>
                    <a:cubicBezTo>
                      <a:pt x="67" y="23"/>
                      <a:pt x="72" y="23"/>
                      <a:pt x="68" y="28"/>
                    </a:cubicBezTo>
                    <a:cubicBezTo>
                      <a:pt x="68" y="28"/>
                      <a:pt x="60" y="38"/>
                      <a:pt x="43" y="35"/>
                    </a:cubicBezTo>
                    <a:cubicBezTo>
                      <a:pt x="43" y="35"/>
                      <a:pt x="37" y="31"/>
                      <a:pt x="29" y="39"/>
                    </a:cubicBezTo>
                    <a:cubicBezTo>
                      <a:pt x="29" y="39"/>
                      <a:pt x="12" y="52"/>
                      <a:pt x="5" y="49"/>
                    </a:cubicBezTo>
                    <a:cubicBezTo>
                      <a:pt x="5" y="49"/>
                      <a:pt x="0" y="42"/>
                      <a:pt x="8" y="40"/>
                    </a:cubicBezTo>
                    <a:cubicBezTo>
                      <a:pt x="8" y="40"/>
                      <a:pt x="25" y="38"/>
                      <a:pt x="25" y="29"/>
                    </a:cubicBezTo>
                    <a:cubicBezTo>
                      <a:pt x="25" y="29"/>
                      <a:pt x="23" y="24"/>
                      <a:pt x="17" y="22"/>
                    </a:cubicBezTo>
                    <a:lnTo>
                      <a:pt x="13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9" name="îṥ1ïḋè"/>
              <p:cNvSpPr/>
              <p:nvPr/>
            </p:nvSpPr>
            <p:spPr bwMode="auto">
              <a:xfrm>
                <a:off x="5954713" y="3290888"/>
                <a:ext cx="328613" cy="279400"/>
              </a:xfrm>
              <a:custGeom>
                <a:avLst/>
                <a:gdLst>
                  <a:gd name="T0" fmla="*/ 21 w 100"/>
                  <a:gd name="T1" fmla="*/ 22 h 84"/>
                  <a:gd name="T2" fmla="*/ 45 w 100"/>
                  <a:gd name="T3" fmla="*/ 10 h 84"/>
                  <a:gd name="T4" fmla="*/ 60 w 100"/>
                  <a:gd name="T5" fmla="*/ 12 h 84"/>
                  <a:gd name="T6" fmla="*/ 55 w 100"/>
                  <a:gd name="T7" fmla="*/ 20 h 84"/>
                  <a:gd name="T8" fmla="*/ 56 w 100"/>
                  <a:gd name="T9" fmla="*/ 54 h 84"/>
                  <a:gd name="T10" fmla="*/ 81 w 100"/>
                  <a:gd name="T11" fmla="*/ 58 h 84"/>
                  <a:gd name="T12" fmla="*/ 83 w 100"/>
                  <a:gd name="T13" fmla="*/ 43 h 84"/>
                  <a:gd name="T14" fmla="*/ 91 w 100"/>
                  <a:gd name="T15" fmla="*/ 60 h 84"/>
                  <a:gd name="T16" fmla="*/ 85 w 100"/>
                  <a:gd name="T17" fmla="*/ 83 h 84"/>
                  <a:gd name="T18" fmla="*/ 75 w 100"/>
                  <a:gd name="T19" fmla="*/ 84 h 84"/>
                  <a:gd name="T20" fmla="*/ 42 w 100"/>
                  <a:gd name="T21" fmla="*/ 55 h 84"/>
                  <a:gd name="T22" fmla="*/ 40 w 100"/>
                  <a:gd name="T23" fmla="*/ 38 h 84"/>
                  <a:gd name="T24" fmla="*/ 33 w 100"/>
                  <a:gd name="T25" fmla="*/ 29 h 84"/>
                  <a:gd name="T26" fmla="*/ 28 w 100"/>
                  <a:gd name="T27" fmla="*/ 38 h 84"/>
                  <a:gd name="T28" fmla="*/ 6 w 100"/>
                  <a:gd name="T29" fmla="*/ 78 h 84"/>
                  <a:gd name="T30" fmla="*/ 3 w 100"/>
                  <a:gd name="T31" fmla="*/ 71 h 84"/>
                  <a:gd name="T32" fmla="*/ 7 w 100"/>
                  <a:gd name="T33" fmla="*/ 59 h 84"/>
                  <a:gd name="T34" fmla="*/ 10 w 100"/>
                  <a:gd name="T35" fmla="*/ 51 h 84"/>
                  <a:gd name="T36" fmla="*/ 21 w 100"/>
                  <a:gd name="T37" fmla="*/ 2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84">
                    <a:moveTo>
                      <a:pt x="21" y="22"/>
                    </a:moveTo>
                    <a:cubicBezTo>
                      <a:pt x="21" y="22"/>
                      <a:pt x="40" y="19"/>
                      <a:pt x="45" y="10"/>
                    </a:cubicBezTo>
                    <a:cubicBezTo>
                      <a:pt x="45" y="10"/>
                      <a:pt x="54" y="0"/>
                      <a:pt x="60" y="12"/>
                    </a:cubicBezTo>
                    <a:cubicBezTo>
                      <a:pt x="60" y="12"/>
                      <a:pt x="62" y="14"/>
                      <a:pt x="55" y="20"/>
                    </a:cubicBezTo>
                    <a:cubicBezTo>
                      <a:pt x="55" y="20"/>
                      <a:pt x="45" y="40"/>
                      <a:pt x="56" y="54"/>
                    </a:cubicBezTo>
                    <a:cubicBezTo>
                      <a:pt x="56" y="54"/>
                      <a:pt x="76" y="77"/>
                      <a:pt x="81" y="58"/>
                    </a:cubicBezTo>
                    <a:cubicBezTo>
                      <a:pt x="83" y="43"/>
                      <a:pt x="83" y="43"/>
                      <a:pt x="83" y="43"/>
                    </a:cubicBezTo>
                    <a:cubicBezTo>
                      <a:pt x="83" y="43"/>
                      <a:pt x="86" y="43"/>
                      <a:pt x="91" y="60"/>
                    </a:cubicBezTo>
                    <a:cubicBezTo>
                      <a:pt x="91" y="60"/>
                      <a:pt x="100" y="82"/>
                      <a:pt x="85" y="83"/>
                    </a:cubicBezTo>
                    <a:cubicBezTo>
                      <a:pt x="85" y="83"/>
                      <a:pt x="80" y="81"/>
                      <a:pt x="75" y="84"/>
                    </a:cubicBezTo>
                    <a:cubicBezTo>
                      <a:pt x="75" y="84"/>
                      <a:pt x="46" y="79"/>
                      <a:pt x="42" y="55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8"/>
                      <a:pt x="42" y="28"/>
                      <a:pt x="33" y="29"/>
                    </a:cubicBezTo>
                    <a:cubicBezTo>
                      <a:pt x="33" y="29"/>
                      <a:pt x="28" y="31"/>
                      <a:pt x="28" y="38"/>
                    </a:cubicBezTo>
                    <a:cubicBezTo>
                      <a:pt x="28" y="38"/>
                      <a:pt x="21" y="75"/>
                      <a:pt x="6" y="78"/>
                    </a:cubicBezTo>
                    <a:cubicBezTo>
                      <a:pt x="6" y="78"/>
                      <a:pt x="0" y="76"/>
                      <a:pt x="3" y="71"/>
                    </a:cubicBezTo>
                    <a:cubicBezTo>
                      <a:pt x="3" y="71"/>
                      <a:pt x="7" y="66"/>
                      <a:pt x="7" y="59"/>
                    </a:cubicBezTo>
                    <a:cubicBezTo>
                      <a:pt x="7" y="59"/>
                      <a:pt x="7" y="55"/>
                      <a:pt x="10" y="51"/>
                    </a:cubicBezTo>
                    <a:cubicBezTo>
                      <a:pt x="10" y="51"/>
                      <a:pt x="23" y="29"/>
                      <a:pt x="21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87" name="ïsľîdé"/>
              <p:cNvSpPr/>
              <p:nvPr/>
            </p:nvSpPr>
            <p:spPr bwMode="auto">
              <a:xfrm>
                <a:off x="6310313" y="3105150"/>
                <a:ext cx="471488" cy="511175"/>
              </a:xfrm>
              <a:custGeom>
                <a:avLst/>
                <a:gdLst>
                  <a:gd name="T0" fmla="*/ 38 w 143"/>
                  <a:gd name="T1" fmla="*/ 18 h 154"/>
                  <a:gd name="T2" fmla="*/ 51 w 143"/>
                  <a:gd name="T3" fmla="*/ 9 h 154"/>
                  <a:gd name="T4" fmla="*/ 78 w 143"/>
                  <a:gd name="T5" fmla="*/ 11 h 154"/>
                  <a:gd name="T6" fmla="*/ 83 w 143"/>
                  <a:gd name="T7" fmla="*/ 26 h 154"/>
                  <a:gd name="T8" fmla="*/ 82 w 143"/>
                  <a:gd name="T9" fmla="*/ 33 h 154"/>
                  <a:gd name="T10" fmla="*/ 115 w 143"/>
                  <a:gd name="T11" fmla="*/ 23 h 154"/>
                  <a:gd name="T12" fmla="*/ 124 w 143"/>
                  <a:gd name="T13" fmla="*/ 25 h 154"/>
                  <a:gd name="T14" fmla="*/ 132 w 143"/>
                  <a:gd name="T15" fmla="*/ 44 h 154"/>
                  <a:gd name="T16" fmla="*/ 122 w 143"/>
                  <a:gd name="T17" fmla="*/ 46 h 154"/>
                  <a:gd name="T18" fmla="*/ 98 w 143"/>
                  <a:gd name="T19" fmla="*/ 51 h 154"/>
                  <a:gd name="T20" fmla="*/ 97 w 143"/>
                  <a:gd name="T21" fmla="*/ 57 h 154"/>
                  <a:gd name="T22" fmla="*/ 94 w 143"/>
                  <a:gd name="T23" fmla="*/ 66 h 154"/>
                  <a:gd name="T24" fmla="*/ 76 w 143"/>
                  <a:gd name="T25" fmla="*/ 78 h 154"/>
                  <a:gd name="T26" fmla="*/ 71 w 143"/>
                  <a:gd name="T27" fmla="*/ 84 h 154"/>
                  <a:gd name="T28" fmla="*/ 71 w 143"/>
                  <a:gd name="T29" fmla="*/ 89 h 154"/>
                  <a:gd name="T30" fmla="*/ 86 w 143"/>
                  <a:gd name="T31" fmla="*/ 83 h 154"/>
                  <a:gd name="T32" fmla="*/ 92 w 143"/>
                  <a:gd name="T33" fmla="*/ 92 h 154"/>
                  <a:gd name="T34" fmla="*/ 79 w 143"/>
                  <a:gd name="T35" fmla="*/ 103 h 154"/>
                  <a:gd name="T36" fmla="*/ 77 w 143"/>
                  <a:gd name="T37" fmla="*/ 110 h 154"/>
                  <a:gd name="T38" fmla="*/ 80 w 143"/>
                  <a:gd name="T39" fmla="*/ 117 h 154"/>
                  <a:gd name="T40" fmla="*/ 105 w 143"/>
                  <a:gd name="T41" fmla="*/ 110 h 154"/>
                  <a:gd name="T42" fmla="*/ 113 w 143"/>
                  <a:gd name="T43" fmla="*/ 112 h 154"/>
                  <a:gd name="T44" fmla="*/ 119 w 143"/>
                  <a:gd name="T45" fmla="*/ 125 h 154"/>
                  <a:gd name="T46" fmla="*/ 105 w 143"/>
                  <a:gd name="T47" fmla="*/ 130 h 154"/>
                  <a:gd name="T48" fmla="*/ 41 w 143"/>
                  <a:gd name="T49" fmla="*/ 148 h 154"/>
                  <a:gd name="T50" fmla="*/ 28 w 143"/>
                  <a:gd name="T51" fmla="*/ 145 h 154"/>
                  <a:gd name="T52" fmla="*/ 36 w 143"/>
                  <a:gd name="T53" fmla="*/ 131 h 154"/>
                  <a:gd name="T54" fmla="*/ 61 w 143"/>
                  <a:gd name="T55" fmla="*/ 118 h 154"/>
                  <a:gd name="T56" fmla="*/ 56 w 143"/>
                  <a:gd name="T57" fmla="*/ 113 h 154"/>
                  <a:gd name="T58" fmla="*/ 48 w 143"/>
                  <a:gd name="T59" fmla="*/ 98 h 154"/>
                  <a:gd name="T60" fmla="*/ 75 w 143"/>
                  <a:gd name="T61" fmla="*/ 67 h 154"/>
                  <a:gd name="T62" fmla="*/ 83 w 143"/>
                  <a:gd name="T63" fmla="*/ 50 h 154"/>
                  <a:gd name="T64" fmla="*/ 100 w 143"/>
                  <a:gd name="T65" fmla="*/ 42 h 154"/>
                  <a:gd name="T66" fmla="*/ 93 w 143"/>
                  <a:gd name="T67" fmla="*/ 38 h 154"/>
                  <a:gd name="T68" fmla="*/ 58 w 143"/>
                  <a:gd name="T69" fmla="*/ 54 h 154"/>
                  <a:gd name="T70" fmla="*/ 40 w 143"/>
                  <a:gd name="T71" fmla="*/ 62 h 154"/>
                  <a:gd name="T72" fmla="*/ 30 w 143"/>
                  <a:gd name="T73" fmla="*/ 70 h 154"/>
                  <a:gd name="T74" fmla="*/ 11 w 143"/>
                  <a:gd name="T75" fmla="*/ 77 h 154"/>
                  <a:gd name="T76" fmla="*/ 8 w 143"/>
                  <a:gd name="T77" fmla="*/ 55 h 154"/>
                  <a:gd name="T78" fmla="*/ 27 w 143"/>
                  <a:gd name="T79" fmla="*/ 36 h 154"/>
                  <a:gd name="T80" fmla="*/ 32 w 143"/>
                  <a:gd name="T81" fmla="*/ 42 h 154"/>
                  <a:gd name="T82" fmla="*/ 35 w 143"/>
                  <a:gd name="T83" fmla="*/ 49 h 154"/>
                  <a:gd name="T84" fmla="*/ 60 w 143"/>
                  <a:gd name="T85" fmla="*/ 39 h 154"/>
                  <a:gd name="T86" fmla="*/ 53 w 143"/>
                  <a:gd name="T87" fmla="*/ 31 h 154"/>
                  <a:gd name="T88" fmla="*/ 53 w 143"/>
                  <a:gd name="T89" fmla="*/ 31 h 154"/>
                  <a:gd name="T90" fmla="*/ 38 w 143"/>
                  <a:gd name="T91" fmla="*/ 18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43" h="154">
                    <a:moveTo>
                      <a:pt x="38" y="18"/>
                    </a:moveTo>
                    <a:cubicBezTo>
                      <a:pt x="38" y="18"/>
                      <a:pt x="42" y="10"/>
                      <a:pt x="51" y="9"/>
                    </a:cubicBezTo>
                    <a:cubicBezTo>
                      <a:pt x="51" y="9"/>
                      <a:pt x="68" y="0"/>
                      <a:pt x="78" y="11"/>
                    </a:cubicBezTo>
                    <a:cubicBezTo>
                      <a:pt x="78" y="11"/>
                      <a:pt x="87" y="19"/>
                      <a:pt x="83" y="26"/>
                    </a:cubicBezTo>
                    <a:cubicBezTo>
                      <a:pt x="83" y="26"/>
                      <a:pt x="77" y="29"/>
                      <a:pt x="82" y="33"/>
                    </a:cubicBezTo>
                    <a:cubicBezTo>
                      <a:pt x="115" y="23"/>
                      <a:pt x="115" y="23"/>
                      <a:pt x="115" y="23"/>
                    </a:cubicBezTo>
                    <a:cubicBezTo>
                      <a:pt x="115" y="23"/>
                      <a:pt x="119" y="21"/>
                      <a:pt x="124" y="25"/>
                    </a:cubicBezTo>
                    <a:cubicBezTo>
                      <a:pt x="124" y="25"/>
                      <a:pt x="143" y="36"/>
                      <a:pt x="132" y="44"/>
                    </a:cubicBezTo>
                    <a:cubicBezTo>
                      <a:pt x="132" y="44"/>
                      <a:pt x="126" y="47"/>
                      <a:pt x="122" y="46"/>
                    </a:cubicBezTo>
                    <a:cubicBezTo>
                      <a:pt x="98" y="51"/>
                      <a:pt x="98" y="51"/>
                      <a:pt x="98" y="51"/>
                    </a:cubicBezTo>
                    <a:cubicBezTo>
                      <a:pt x="98" y="51"/>
                      <a:pt x="94" y="53"/>
                      <a:pt x="97" y="57"/>
                    </a:cubicBezTo>
                    <a:cubicBezTo>
                      <a:pt x="97" y="57"/>
                      <a:pt x="99" y="63"/>
                      <a:pt x="94" y="66"/>
                    </a:cubicBezTo>
                    <a:cubicBezTo>
                      <a:pt x="94" y="66"/>
                      <a:pt x="76" y="75"/>
                      <a:pt x="76" y="78"/>
                    </a:cubicBezTo>
                    <a:cubicBezTo>
                      <a:pt x="71" y="84"/>
                      <a:pt x="71" y="84"/>
                      <a:pt x="71" y="84"/>
                    </a:cubicBezTo>
                    <a:cubicBezTo>
                      <a:pt x="71" y="84"/>
                      <a:pt x="65" y="87"/>
                      <a:pt x="71" y="89"/>
                    </a:cubicBezTo>
                    <a:cubicBezTo>
                      <a:pt x="86" y="83"/>
                      <a:pt x="86" y="83"/>
                      <a:pt x="86" y="83"/>
                    </a:cubicBezTo>
                    <a:cubicBezTo>
                      <a:pt x="86" y="83"/>
                      <a:pt x="94" y="81"/>
                      <a:pt x="92" y="92"/>
                    </a:cubicBezTo>
                    <a:cubicBezTo>
                      <a:pt x="92" y="92"/>
                      <a:pt x="86" y="101"/>
                      <a:pt x="79" y="103"/>
                    </a:cubicBezTo>
                    <a:cubicBezTo>
                      <a:pt x="79" y="103"/>
                      <a:pt x="79" y="107"/>
                      <a:pt x="77" y="110"/>
                    </a:cubicBezTo>
                    <a:cubicBezTo>
                      <a:pt x="77" y="110"/>
                      <a:pt x="77" y="116"/>
                      <a:pt x="80" y="117"/>
                    </a:cubicBezTo>
                    <a:cubicBezTo>
                      <a:pt x="105" y="110"/>
                      <a:pt x="105" y="110"/>
                      <a:pt x="105" y="110"/>
                    </a:cubicBezTo>
                    <a:cubicBezTo>
                      <a:pt x="105" y="110"/>
                      <a:pt x="110" y="109"/>
                      <a:pt x="113" y="112"/>
                    </a:cubicBezTo>
                    <a:cubicBezTo>
                      <a:pt x="113" y="112"/>
                      <a:pt x="121" y="117"/>
                      <a:pt x="119" y="125"/>
                    </a:cubicBezTo>
                    <a:cubicBezTo>
                      <a:pt x="119" y="125"/>
                      <a:pt x="114" y="132"/>
                      <a:pt x="105" y="130"/>
                    </a:cubicBezTo>
                    <a:cubicBezTo>
                      <a:pt x="105" y="130"/>
                      <a:pt x="64" y="132"/>
                      <a:pt x="41" y="148"/>
                    </a:cubicBezTo>
                    <a:cubicBezTo>
                      <a:pt x="41" y="148"/>
                      <a:pt x="33" y="154"/>
                      <a:pt x="28" y="145"/>
                    </a:cubicBezTo>
                    <a:cubicBezTo>
                      <a:pt x="28" y="145"/>
                      <a:pt x="26" y="133"/>
                      <a:pt x="36" y="131"/>
                    </a:cubicBezTo>
                    <a:cubicBezTo>
                      <a:pt x="36" y="131"/>
                      <a:pt x="69" y="129"/>
                      <a:pt x="61" y="118"/>
                    </a:cubicBezTo>
                    <a:cubicBezTo>
                      <a:pt x="56" y="113"/>
                      <a:pt x="56" y="113"/>
                      <a:pt x="56" y="113"/>
                    </a:cubicBezTo>
                    <a:cubicBezTo>
                      <a:pt x="56" y="113"/>
                      <a:pt x="44" y="105"/>
                      <a:pt x="48" y="98"/>
                    </a:cubicBezTo>
                    <a:cubicBezTo>
                      <a:pt x="48" y="98"/>
                      <a:pt x="73" y="86"/>
                      <a:pt x="75" y="67"/>
                    </a:cubicBezTo>
                    <a:cubicBezTo>
                      <a:pt x="75" y="67"/>
                      <a:pt x="73" y="52"/>
                      <a:pt x="83" y="50"/>
                    </a:cubicBezTo>
                    <a:cubicBezTo>
                      <a:pt x="83" y="50"/>
                      <a:pt x="95" y="52"/>
                      <a:pt x="100" y="42"/>
                    </a:cubicBezTo>
                    <a:cubicBezTo>
                      <a:pt x="100" y="42"/>
                      <a:pt x="104" y="31"/>
                      <a:pt x="93" y="38"/>
                    </a:cubicBezTo>
                    <a:cubicBezTo>
                      <a:pt x="93" y="38"/>
                      <a:pt x="66" y="46"/>
                      <a:pt x="58" y="54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35" y="62"/>
                      <a:pt x="30" y="70"/>
                    </a:cubicBezTo>
                    <a:cubicBezTo>
                      <a:pt x="30" y="70"/>
                      <a:pt x="21" y="86"/>
                      <a:pt x="11" y="77"/>
                    </a:cubicBezTo>
                    <a:cubicBezTo>
                      <a:pt x="11" y="77"/>
                      <a:pt x="0" y="69"/>
                      <a:pt x="8" y="55"/>
                    </a:cubicBezTo>
                    <a:cubicBezTo>
                      <a:pt x="8" y="55"/>
                      <a:pt x="15" y="42"/>
                      <a:pt x="27" y="36"/>
                    </a:cubicBezTo>
                    <a:cubicBezTo>
                      <a:pt x="27" y="36"/>
                      <a:pt x="33" y="38"/>
                      <a:pt x="32" y="42"/>
                    </a:cubicBezTo>
                    <a:cubicBezTo>
                      <a:pt x="32" y="42"/>
                      <a:pt x="29" y="50"/>
                      <a:pt x="35" y="49"/>
                    </a:cubicBezTo>
                    <a:cubicBezTo>
                      <a:pt x="35" y="49"/>
                      <a:pt x="52" y="51"/>
                      <a:pt x="60" y="39"/>
                    </a:cubicBezTo>
                    <a:cubicBezTo>
                      <a:pt x="60" y="39"/>
                      <a:pt x="58" y="33"/>
                      <a:pt x="53" y="31"/>
                    </a:cubicBezTo>
                    <a:cubicBezTo>
                      <a:pt x="53" y="31"/>
                      <a:pt x="53" y="31"/>
                      <a:pt x="53" y="31"/>
                    </a:cubicBezTo>
                    <a:cubicBezTo>
                      <a:pt x="48" y="28"/>
                      <a:pt x="41" y="18"/>
                      <a:pt x="38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88" name="íṩlíďê"/>
              <p:cNvSpPr/>
              <p:nvPr/>
            </p:nvSpPr>
            <p:spPr bwMode="auto">
              <a:xfrm>
                <a:off x="6448426" y="3314700"/>
                <a:ext cx="79375" cy="88900"/>
              </a:xfrm>
              <a:custGeom>
                <a:avLst/>
                <a:gdLst>
                  <a:gd name="T0" fmla="*/ 23 w 24"/>
                  <a:gd name="T1" fmla="*/ 3 h 27"/>
                  <a:gd name="T2" fmla="*/ 18 w 24"/>
                  <a:gd name="T3" fmla="*/ 13 h 27"/>
                  <a:gd name="T4" fmla="*/ 5 w 24"/>
                  <a:gd name="T5" fmla="*/ 16 h 27"/>
                  <a:gd name="T6" fmla="*/ 3 w 24"/>
                  <a:gd name="T7" fmla="*/ 3 h 27"/>
                  <a:gd name="T8" fmla="*/ 7 w 24"/>
                  <a:gd name="T9" fmla="*/ 3 h 27"/>
                  <a:gd name="T10" fmla="*/ 20 w 24"/>
                  <a:gd name="T11" fmla="*/ 1 h 27"/>
                  <a:gd name="T12" fmla="*/ 23 w 24"/>
                  <a:gd name="T13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27">
                    <a:moveTo>
                      <a:pt x="23" y="3"/>
                    </a:moveTo>
                    <a:cubicBezTo>
                      <a:pt x="23" y="3"/>
                      <a:pt x="20" y="11"/>
                      <a:pt x="18" y="13"/>
                    </a:cubicBezTo>
                    <a:cubicBezTo>
                      <a:pt x="18" y="13"/>
                      <a:pt x="11" y="27"/>
                      <a:pt x="5" y="16"/>
                    </a:cubicBezTo>
                    <a:cubicBezTo>
                      <a:pt x="5" y="16"/>
                      <a:pt x="0" y="13"/>
                      <a:pt x="3" y="3"/>
                    </a:cubicBezTo>
                    <a:cubicBezTo>
                      <a:pt x="3" y="3"/>
                      <a:pt x="6" y="0"/>
                      <a:pt x="7" y="3"/>
                    </a:cubicBezTo>
                    <a:cubicBezTo>
                      <a:pt x="7" y="3"/>
                      <a:pt x="13" y="8"/>
                      <a:pt x="20" y="1"/>
                    </a:cubicBezTo>
                    <a:cubicBezTo>
                      <a:pt x="20" y="1"/>
                      <a:pt x="24" y="0"/>
                      <a:pt x="23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89" name="işḷïďè"/>
              <p:cNvSpPr/>
              <p:nvPr/>
            </p:nvSpPr>
            <p:spPr bwMode="auto">
              <a:xfrm>
                <a:off x="6448426" y="3314700"/>
                <a:ext cx="79375" cy="88900"/>
              </a:xfrm>
              <a:custGeom>
                <a:avLst/>
                <a:gdLst>
                  <a:gd name="T0" fmla="*/ 23 w 24"/>
                  <a:gd name="T1" fmla="*/ 3 h 27"/>
                  <a:gd name="T2" fmla="*/ 18 w 24"/>
                  <a:gd name="T3" fmla="*/ 13 h 27"/>
                  <a:gd name="T4" fmla="*/ 5 w 24"/>
                  <a:gd name="T5" fmla="*/ 16 h 27"/>
                  <a:gd name="T6" fmla="*/ 3 w 24"/>
                  <a:gd name="T7" fmla="*/ 3 h 27"/>
                  <a:gd name="T8" fmla="*/ 7 w 24"/>
                  <a:gd name="T9" fmla="*/ 3 h 27"/>
                  <a:gd name="T10" fmla="*/ 20 w 24"/>
                  <a:gd name="T11" fmla="*/ 1 h 27"/>
                  <a:gd name="T12" fmla="*/ 23 w 24"/>
                  <a:gd name="T13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27">
                    <a:moveTo>
                      <a:pt x="23" y="3"/>
                    </a:moveTo>
                    <a:cubicBezTo>
                      <a:pt x="23" y="3"/>
                      <a:pt x="20" y="11"/>
                      <a:pt x="18" y="13"/>
                    </a:cubicBezTo>
                    <a:cubicBezTo>
                      <a:pt x="18" y="13"/>
                      <a:pt x="11" y="27"/>
                      <a:pt x="5" y="16"/>
                    </a:cubicBezTo>
                    <a:cubicBezTo>
                      <a:pt x="5" y="16"/>
                      <a:pt x="0" y="13"/>
                      <a:pt x="3" y="3"/>
                    </a:cubicBezTo>
                    <a:cubicBezTo>
                      <a:pt x="3" y="3"/>
                      <a:pt x="6" y="0"/>
                      <a:pt x="7" y="3"/>
                    </a:cubicBezTo>
                    <a:cubicBezTo>
                      <a:pt x="7" y="3"/>
                      <a:pt x="13" y="8"/>
                      <a:pt x="20" y="1"/>
                    </a:cubicBezTo>
                    <a:cubicBezTo>
                      <a:pt x="20" y="1"/>
                      <a:pt x="24" y="0"/>
                      <a:pt x="23" y="3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0" name="îṡlíḑê"/>
              <p:cNvSpPr/>
              <p:nvPr/>
            </p:nvSpPr>
            <p:spPr bwMode="auto">
              <a:xfrm>
                <a:off x="6904038" y="3122613"/>
                <a:ext cx="138113" cy="125413"/>
              </a:xfrm>
              <a:custGeom>
                <a:avLst/>
                <a:gdLst>
                  <a:gd name="T0" fmla="*/ 22 w 42"/>
                  <a:gd name="T1" fmla="*/ 3 h 38"/>
                  <a:gd name="T2" fmla="*/ 9 w 42"/>
                  <a:gd name="T3" fmla="*/ 16 h 38"/>
                  <a:gd name="T4" fmla="*/ 4 w 42"/>
                  <a:gd name="T5" fmla="*/ 27 h 38"/>
                  <a:gd name="T6" fmla="*/ 4 w 42"/>
                  <a:gd name="T7" fmla="*/ 38 h 38"/>
                  <a:gd name="T8" fmla="*/ 16 w 42"/>
                  <a:gd name="T9" fmla="*/ 24 h 38"/>
                  <a:gd name="T10" fmla="*/ 28 w 42"/>
                  <a:gd name="T11" fmla="*/ 23 h 38"/>
                  <a:gd name="T12" fmla="*/ 41 w 42"/>
                  <a:gd name="T13" fmla="*/ 10 h 38"/>
                  <a:gd name="T14" fmla="*/ 22 w 42"/>
                  <a:gd name="T15" fmla="*/ 3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" h="38">
                    <a:moveTo>
                      <a:pt x="22" y="3"/>
                    </a:moveTo>
                    <a:cubicBezTo>
                      <a:pt x="22" y="3"/>
                      <a:pt x="13" y="2"/>
                      <a:pt x="9" y="16"/>
                    </a:cubicBezTo>
                    <a:cubicBezTo>
                      <a:pt x="9" y="16"/>
                      <a:pt x="11" y="24"/>
                      <a:pt x="4" y="27"/>
                    </a:cubicBezTo>
                    <a:cubicBezTo>
                      <a:pt x="4" y="27"/>
                      <a:pt x="0" y="32"/>
                      <a:pt x="4" y="38"/>
                    </a:cubicBezTo>
                    <a:cubicBezTo>
                      <a:pt x="4" y="38"/>
                      <a:pt x="8" y="33"/>
                      <a:pt x="16" y="24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42" y="26"/>
                      <a:pt x="41" y="10"/>
                    </a:cubicBezTo>
                    <a:cubicBezTo>
                      <a:pt x="41" y="10"/>
                      <a:pt x="38" y="0"/>
                      <a:pt x="2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1" name="iṡľïḍê"/>
              <p:cNvSpPr/>
              <p:nvPr/>
            </p:nvSpPr>
            <p:spPr bwMode="auto">
              <a:xfrm>
                <a:off x="6815138" y="3228975"/>
                <a:ext cx="227013" cy="377825"/>
              </a:xfrm>
              <a:custGeom>
                <a:avLst/>
                <a:gdLst>
                  <a:gd name="T0" fmla="*/ 35 w 69"/>
                  <a:gd name="T1" fmla="*/ 11 h 114"/>
                  <a:gd name="T2" fmla="*/ 30 w 69"/>
                  <a:gd name="T3" fmla="*/ 23 h 114"/>
                  <a:gd name="T4" fmla="*/ 30 w 69"/>
                  <a:gd name="T5" fmla="*/ 48 h 114"/>
                  <a:gd name="T6" fmla="*/ 19 w 69"/>
                  <a:gd name="T7" fmla="*/ 56 h 114"/>
                  <a:gd name="T8" fmla="*/ 11 w 69"/>
                  <a:gd name="T9" fmla="*/ 54 h 114"/>
                  <a:gd name="T10" fmla="*/ 4 w 69"/>
                  <a:gd name="T11" fmla="*/ 64 h 114"/>
                  <a:gd name="T12" fmla="*/ 10 w 69"/>
                  <a:gd name="T13" fmla="*/ 76 h 114"/>
                  <a:gd name="T14" fmla="*/ 22 w 69"/>
                  <a:gd name="T15" fmla="*/ 76 h 114"/>
                  <a:gd name="T16" fmla="*/ 18 w 69"/>
                  <a:gd name="T17" fmla="*/ 84 h 114"/>
                  <a:gd name="T18" fmla="*/ 17 w 69"/>
                  <a:gd name="T19" fmla="*/ 100 h 114"/>
                  <a:gd name="T20" fmla="*/ 25 w 69"/>
                  <a:gd name="T21" fmla="*/ 87 h 114"/>
                  <a:gd name="T22" fmla="*/ 36 w 69"/>
                  <a:gd name="T23" fmla="*/ 69 h 114"/>
                  <a:gd name="T24" fmla="*/ 54 w 69"/>
                  <a:gd name="T25" fmla="*/ 68 h 114"/>
                  <a:gd name="T26" fmla="*/ 52 w 69"/>
                  <a:gd name="T27" fmla="*/ 84 h 114"/>
                  <a:gd name="T28" fmla="*/ 49 w 69"/>
                  <a:gd name="T29" fmla="*/ 77 h 114"/>
                  <a:gd name="T30" fmla="*/ 43 w 69"/>
                  <a:gd name="T31" fmla="*/ 82 h 114"/>
                  <a:gd name="T32" fmla="*/ 62 w 69"/>
                  <a:gd name="T33" fmla="*/ 104 h 114"/>
                  <a:gd name="T34" fmla="*/ 61 w 69"/>
                  <a:gd name="T35" fmla="*/ 58 h 114"/>
                  <a:gd name="T36" fmla="*/ 64 w 69"/>
                  <a:gd name="T37" fmla="*/ 51 h 114"/>
                  <a:gd name="T38" fmla="*/ 63 w 69"/>
                  <a:gd name="T39" fmla="*/ 43 h 114"/>
                  <a:gd name="T40" fmla="*/ 60 w 69"/>
                  <a:gd name="T41" fmla="*/ 36 h 114"/>
                  <a:gd name="T42" fmla="*/ 63 w 69"/>
                  <a:gd name="T43" fmla="*/ 23 h 114"/>
                  <a:gd name="T44" fmla="*/ 67 w 69"/>
                  <a:gd name="T45" fmla="*/ 16 h 114"/>
                  <a:gd name="T46" fmla="*/ 65 w 69"/>
                  <a:gd name="T47" fmla="*/ 9 h 114"/>
                  <a:gd name="T48" fmla="*/ 51 w 69"/>
                  <a:gd name="T49" fmla="*/ 6 h 114"/>
                  <a:gd name="T50" fmla="*/ 43 w 69"/>
                  <a:gd name="T51" fmla="*/ 16 h 114"/>
                  <a:gd name="T52" fmla="*/ 53 w 69"/>
                  <a:gd name="T53" fmla="*/ 16 h 114"/>
                  <a:gd name="T54" fmla="*/ 56 w 69"/>
                  <a:gd name="T55" fmla="*/ 20 h 114"/>
                  <a:gd name="T56" fmla="*/ 52 w 69"/>
                  <a:gd name="T57" fmla="*/ 30 h 114"/>
                  <a:gd name="T58" fmla="*/ 43 w 69"/>
                  <a:gd name="T59" fmla="*/ 29 h 114"/>
                  <a:gd name="T60" fmla="*/ 38 w 69"/>
                  <a:gd name="T61" fmla="*/ 27 h 114"/>
                  <a:gd name="T62" fmla="*/ 35 w 69"/>
                  <a:gd name="T63" fmla="*/ 11 h 114"/>
                  <a:gd name="T64" fmla="*/ 38 w 69"/>
                  <a:gd name="T65" fmla="*/ 36 h 114"/>
                  <a:gd name="T66" fmla="*/ 44 w 69"/>
                  <a:gd name="T67" fmla="*/ 45 h 114"/>
                  <a:gd name="T68" fmla="*/ 38 w 69"/>
                  <a:gd name="T69" fmla="*/ 51 h 114"/>
                  <a:gd name="T70" fmla="*/ 38 w 69"/>
                  <a:gd name="T71" fmla="*/ 36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9" h="114">
                    <a:moveTo>
                      <a:pt x="35" y="11"/>
                    </a:moveTo>
                    <a:cubicBezTo>
                      <a:pt x="35" y="11"/>
                      <a:pt x="27" y="13"/>
                      <a:pt x="30" y="23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30" y="48"/>
                      <a:pt x="28" y="59"/>
                      <a:pt x="19" y="56"/>
                    </a:cubicBezTo>
                    <a:cubicBezTo>
                      <a:pt x="11" y="54"/>
                      <a:pt x="11" y="54"/>
                      <a:pt x="11" y="54"/>
                    </a:cubicBezTo>
                    <a:cubicBezTo>
                      <a:pt x="11" y="54"/>
                      <a:pt x="7" y="51"/>
                      <a:pt x="4" y="64"/>
                    </a:cubicBezTo>
                    <a:cubicBezTo>
                      <a:pt x="4" y="64"/>
                      <a:pt x="0" y="78"/>
                      <a:pt x="10" y="76"/>
                    </a:cubicBezTo>
                    <a:cubicBezTo>
                      <a:pt x="10" y="76"/>
                      <a:pt x="17" y="72"/>
                      <a:pt x="22" y="76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18" y="84"/>
                      <a:pt x="12" y="90"/>
                      <a:pt x="17" y="100"/>
                    </a:cubicBezTo>
                    <a:cubicBezTo>
                      <a:pt x="17" y="100"/>
                      <a:pt x="22" y="100"/>
                      <a:pt x="25" y="87"/>
                    </a:cubicBezTo>
                    <a:cubicBezTo>
                      <a:pt x="25" y="87"/>
                      <a:pt x="29" y="68"/>
                      <a:pt x="36" y="69"/>
                    </a:cubicBezTo>
                    <a:cubicBezTo>
                      <a:pt x="36" y="69"/>
                      <a:pt x="52" y="55"/>
                      <a:pt x="54" y="68"/>
                    </a:cubicBezTo>
                    <a:cubicBezTo>
                      <a:pt x="54" y="68"/>
                      <a:pt x="58" y="82"/>
                      <a:pt x="52" y="84"/>
                    </a:cubicBezTo>
                    <a:cubicBezTo>
                      <a:pt x="52" y="84"/>
                      <a:pt x="50" y="83"/>
                      <a:pt x="49" y="77"/>
                    </a:cubicBezTo>
                    <a:cubicBezTo>
                      <a:pt x="49" y="77"/>
                      <a:pt x="44" y="71"/>
                      <a:pt x="43" y="82"/>
                    </a:cubicBezTo>
                    <a:cubicBezTo>
                      <a:pt x="43" y="82"/>
                      <a:pt x="54" y="114"/>
                      <a:pt x="62" y="104"/>
                    </a:cubicBezTo>
                    <a:cubicBezTo>
                      <a:pt x="62" y="104"/>
                      <a:pt x="67" y="73"/>
                      <a:pt x="61" y="58"/>
                    </a:cubicBezTo>
                    <a:cubicBezTo>
                      <a:pt x="61" y="58"/>
                      <a:pt x="60" y="54"/>
                      <a:pt x="64" y="51"/>
                    </a:cubicBezTo>
                    <a:cubicBezTo>
                      <a:pt x="64" y="51"/>
                      <a:pt x="68" y="43"/>
                      <a:pt x="63" y="43"/>
                    </a:cubicBezTo>
                    <a:cubicBezTo>
                      <a:pt x="63" y="43"/>
                      <a:pt x="55" y="44"/>
                      <a:pt x="60" y="36"/>
                    </a:cubicBezTo>
                    <a:cubicBezTo>
                      <a:pt x="60" y="36"/>
                      <a:pt x="65" y="28"/>
                      <a:pt x="63" y="23"/>
                    </a:cubicBezTo>
                    <a:cubicBezTo>
                      <a:pt x="63" y="23"/>
                      <a:pt x="63" y="18"/>
                      <a:pt x="67" y="16"/>
                    </a:cubicBezTo>
                    <a:cubicBezTo>
                      <a:pt x="67" y="16"/>
                      <a:pt x="69" y="14"/>
                      <a:pt x="65" y="9"/>
                    </a:cubicBezTo>
                    <a:cubicBezTo>
                      <a:pt x="65" y="9"/>
                      <a:pt x="59" y="0"/>
                      <a:pt x="51" y="6"/>
                    </a:cubicBezTo>
                    <a:cubicBezTo>
                      <a:pt x="51" y="6"/>
                      <a:pt x="42" y="11"/>
                      <a:pt x="43" y="16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3" y="16"/>
                      <a:pt x="56" y="16"/>
                      <a:pt x="56" y="20"/>
                    </a:cubicBezTo>
                    <a:cubicBezTo>
                      <a:pt x="56" y="20"/>
                      <a:pt x="59" y="31"/>
                      <a:pt x="52" y="30"/>
                    </a:cubicBezTo>
                    <a:cubicBezTo>
                      <a:pt x="52" y="30"/>
                      <a:pt x="48" y="26"/>
                      <a:pt x="43" y="29"/>
                    </a:cubicBezTo>
                    <a:cubicBezTo>
                      <a:pt x="43" y="29"/>
                      <a:pt x="38" y="32"/>
                      <a:pt x="38" y="27"/>
                    </a:cubicBezTo>
                    <a:cubicBezTo>
                      <a:pt x="38" y="27"/>
                      <a:pt x="42" y="15"/>
                      <a:pt x="35" y="11"/>
                    </a:cubicBezTo>
                    <a:close/>
                    <a:moveTo>
                      <a:pt x="38" y="36"/>
                    </a:moveTo>
                    <a:cubicBezTo>
                      <a:pt x="43" y="35"/>
                      <a:pt x="44" y="45"/>
                      <a:pt x="44" y="45"/>
                    </a:cubicBezTo>
                    <a:cubicBezTo>
                      <a:pt x="44" y="54"/>
                      <a:pt x="38" y="51"/>
                      <a:pt x="38" y="51"/>
                    </a:cubicBezTo>
                    <a:cubicBezTo>
                      <a:pt x="38" y="48"/>
                      <a:pt x="38" y="36"/>
                      <a:pt x="38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2" name="iṥľíḑe"/>
              <p:cNvSpPr/>
              <p:nvPr/>
            </p:nvSpPr>
            <p:spPr bwMode="auto">
              <a:xfrm>
                <a:off x="7132638" y="3165475"/>
                <a:ext cx="114300" cy="88900"/>
              </a:xfrm>
              <a:custGeom>
                <a:avLst/>
                <a:gdLst>
                  <a:gd name="T0" fmla="*/ 27 w 35"/>
                  <a:gd name="T1" fmla="*/ 0 h 27"/>
                  <a:gd name="T2" fmla="*/ 33 w 35"/>
                  <a:gd name="T3" fmla="*/ 9 h 27"/>
                  <a:gd name="T4" fmla="*/ 25 w 35"/>
                  <a:gd name="T5" fmla="*/ 21 h 27"/>
                  <a:gd name="T6" fmla="*/ 1 w 35"/>
                  <a:gd name="T7" fmla="*/ 13 h 27"/>
                  <a:gd name="T8" fmla="*/ 9 w 35"/>
                  <a:gd name="T9" fmla="*/ 2 h 27"/>
                  <a:gd name="T10" fmla="*/ 27 w 35"/>
                  <a:gd name="T11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" h="27">
                    <a:moveTo>
                      <a:pt x="27" y="0"/>
                    </a:moveTo>
                    <a:cubicBezTo>
                      <a:pt x="27" y="0"/>
                      <a:pt x="35" y="1"/>
                      <a:pt x="33" y="9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7" y="27"/>
                      <a:pt x="1" y="13"/>
                    </a:cubicBezTo>
                    <a:cubicBezTo>
                      <a:pt x="1" y="13"/>
                      <a:pt x="0" y="4"/>
                      <a:pt x="9" y="2"/>
                    </a:cubicBezTo>
                    <a:cubicBezTo>
                      <a:pt x="9" y="2"/>
                      <a:pt x="23" y="4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3" name="íṥḷîḍé"/>
              <p:cNvSpPr/>
              <p:nvPr/>
            </p:nvSpPr>
            <p:spPr bwMode="auto">
              <a:xfrm>
                <a:off x="7059613" y="3217863"/>
                <a:ext cx="244475" cy="123825"/>
              </a:xfrm>
              <a:custGeom>
                <a:avLst/>
                <a:gdLst>
                  <a:gd name="T0" fmla="*/ 2 w 74"/>
                  <a:gd name="T1" fmla="*/ 25 h 37"/>
                  <a:gd name="T2" fmla="*/ 43 w 74"/>
                  <a:gd name="T3" fmla="*/ 14 h 37"/>
                  <a:gd name="T4" fmla="*/ 63 w 74"/>
                  <a:gd name="T5" fmla="*/ 2 h 37"/>
                  <a:gd name="T6" fmla="*/ 70 w 74"/>
                  <a:gd name="T7" fmla="*/ 4 h 37"/>
                  <a:gd name="T8" fmla="*/ 70 w 74"/>
                  <a:gd name="T9" fmla="*/ 12 h 37"/>
                  <a:gd name="T10" fmla="*/ 18 w 74"/>
                  <a:gd name="T11" fmla="*/ 31 h 37"/>
                  <a:gd name="T12" fmla="*/ 13 w 74"/>
                  <a:gd name="T13" fmla="*/ 34 h 37"/>
                  <a:gd name="T14" fmla="*/ 8 w 74"/>
                  <a:gd name="T15" fmla="*/ 34 h 37"/>
                  <a:gd name="T16" fmla="*/ 1 w 74"/>
                  <a:gd name="T17" fmla="*/ 30 h 37"/>
                  <a:gd name="T18" fmla="*/ 2 w 74"/>
                  <a:gd name="T19" fmla="*/ 2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4" h="37">
                    <a:moveTo>
                      <a:pt x="2" y="25"/>
                    </a:move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61" y="5"/>
                      <a:pt x="63" y="2"/>
                    </a:cubicBezTo>
                    <a:cubicBezTo>
                      <a:pt x="63" y="2"/>
                      <a:pt x="66" y="0"/>
                      <a:pt x="70" y="4"/>
                    </a:cubicBezTo>
                    <a:cubicBezTo>
                      <a:pt x="70" y="4"/>
                      <a:pt x="74" y="9"/>
                      <a:pt x="70" y="12"/>
                    </a:cubicBezTo>
                    <a:cubicBezTo>
                      <a:pt x="70" y="12"/>
                      <a:pt x="19" y="31"/>
                      <a:pt x="18" y="31"/>
                    </a:cubicBezTo>
                    <a:cubicBezTo>
                      <a:pt x="18" y="31"/>
                      <a:pt x="15" y="30"/>
                      <a:pt x="13" y="34"/>
                    </a:cubicBezTo>
                    <a:cubicBezTo>
                      <a:pt x="13" y="34"/>
                      <a:pt x="12" y="37"/>
                      <a:pt x="8" y="34"/>
                    </a:cubicBezTo>
                    <a:cubicBezTo>
                      <a:pt x="8" y="34"/>
                      <a:pt x="2" y="36"/>
                      <a:pt x="1" y="30"/>
                    </a:cubicBezTo>
                    <a:cubicBezTo>
                      <a:pt x="1" y="30"/>
                      <a:pt x="0" y="26"/>
                      <a:pt x="2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4" name="íṩľiḓé"/>
              <p:cNvSpPr/>
              <p:nvPr/>
            </p:nvSpPr>
            <p:spPr bwMode="auto">
              <a:xfrm>
                <a:off x="7045326" y="3308350"/>
                <a:ext cx="293688" cy="261938"/>
              </a:xfrm>
              <a:custGeom>
                <a:avLst/>
                <a:gdLst>
                  <a:gd name="T0" fmla="*/ 29 w 89"/>
                  <a:gd name="T1" fmla="*/ 13 h 79"/>
                  <a:gd name="T2" fmla="*/ 43 w 89"/>
                  <a:gd name="T3" fmla="*/ 9 h 79"/>
                  <a:gd name="T4" fmla="*/ 58 w 89"/>
                  <a:gd name="T5" fmla="*/ 7 h 79"/>
                  <a:gd name="T6" fmla="*/ 56 w 89"/>
                  <a:gd name="T7" fmla="*/ 13 h 79"/>
                  <a:gd name="T8" fmla="*/ 56 w 89"/>
                  <a:gd name="T9" fmla="*/ 14 h 79"/>
                  <a:gd name="T10" fmla="*/ 51 w 89"/>
                  <a:gd name="T11" fmla="*/ 28 h 79"/>
                  <a:gd name="T12" fmla="*/ 60 w 89"/>
                  <a:gd name="T13" fmla="*/ 55 h 79"/>
                  <a:gd name="T14" fmla="*/ 77 w 89"/>
                  <a:gd name="T15" fmla="*/ 50 h 79"/>
                  <a:gd name="T16" fmla="*/ 80 w 89"/>
                  <a:gd name="T17" fmla="*/ 43 h 79"/>
                  <a:gd name="T18" fmla="*/ 85 w 89"/>
                  <a:gd name="T19" fmla="*/ 45 h 79"/>
                  <a:gd name="T20" fmla="*/ 89 w 89"/>
                  <a:gd name="T21" fmla="*/ 63 h 79"/>
                  <a:gd name="T22" fmla="*/ 68 w 89"/>
                  <a:gd name="T23" fmla="*/ 72 h 79"/>
                  <a:gd name="T24" fmla="*/ 43 w 89"/>
                  <a:gd name="T25" fmla="*/ 46 h 79"/>
                  <a:gd name="T26" fmla="*/ 42 w 89"/>
                  <a:gd name="T27" fmla="*/ 28 h 79"/>
                  <a:gd name="T28" fmla="*/ 38 w 89"/>
                  <a:gd name="T29" fmla="*/ 22 h 79"/>
                  <a:gd name="T30" fmla="*/ 32 w 89"/>
                  <a:gd name="T31" fmla="*/ 30 h 79"/>
                  <a:gd name="T32" fmla="*/ 10 w 89"/>
                  <a:gd name="T33" fmla="*/ 64 h 79"/>
                  <a:gd name="T34" fmla="*/ 1 w 89"/>
                  <a:gd name="T35" fmla="*/ 62 h 79"/>
                  <a:gd name="T36" fmla="*/ 8 w 89"/>
                  <a:gd name="T37" fmla="*/ 57 h 79"/>
                  <a:gd name="T38" fmla="*/ 21 w 89"/>
                  <a:gd name="T39" fmla="*/ 29 h 79"/>
                  <a:gd name="T40" fmla="*/ 17 w 89"/>
                  <a:gd name="T41" fmla="*/ 18 h 79"/>
                  <a:gd name="T42" fmla="*/ 29 w 89"/>
                  <a:gd name="T43" fmla="*/ 13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9" h="79">
                    <a:moveTo>
                      <a:pt x="29" y="13"/>
                    </a:moveTo>
                    <a:cubicBezTo>
                      <a:pt x="29" y="13"/>
                      <a:pt x="39" y="17"/>
                      <a:pt x="43" y="9"/>
                    </a:cubicBezTo>
                    <a:cubicBezTo>
                      <a:pt x="43" y="9"/>
                      <a:pt x="52" y="0"/>
                      <a:pt x="58" y="7"/>
                    </a:cubicBezTo>
                    <a:cubicBezTo>
                      <a:pt x="58" y="7"/>
                      <a:pt x="61" y="9"/>
                      <a:pt x="56" y="13"/>
                    </a:cubicBezTo>
                    <a:cubicBezTo>
                      <a:pt x="56" y="13"/>
                      <a:pt x="56" y="13"/>
                      <a:pt x="56" y="14"/>
                    </a:cubicBezTo>
                    <a:cubicBezTo>
                      <a:pt x="51" y="18"/>
                      <a:pt x="51" y="17"/>
                      <a:pt x="51" y="28"/>
                    </a:cubicBezTo>
                    <a:cubicBezTo>
                      <a:pt x="51" y="28"/>
                      <a:pt x="50" y="50"/>
                      <a:pt x="60" y="55"/>
                    </a:cubicBezTo>
                    <a:cubicBezTo>
                      <a:pt x="60" y="55"/>
                      <a:pt x="72" y="62"/>
                      <a:pt x="77" y="50"/>
                    </a:cubicBezTo>
                    <a:cubicBezTo>
                      <a:pt x="80" y="43"/>
                      <a:pt x="80" y="43"/>
                      <a:pt x="80" y="43"/>
                    </a:cubicBezTo>
                    <a:cubicBezTo>
                      <a:pt x="80" y="43"/>
                      <a:pt x="82" y="38"/>
                      <a:pt x="85" y="45"/>
                    </a:cubicBezTo>
                    <a:cubicBezTo>
                      <a:pt x="89" y="63"/>
                      <a:pt x="89" y="63"/>
                      <a:pt x="89" y="63"/>
                    </a:cubicBezTo>
                    <a:cubicBezTo>
                      <a:pt x="89" y="63"/>
                      <a:pt x="84" y="79"/>
                      <a:pt x="68" y="72"/>
                    </a:cubicBezTo>
                    <a:cubicBezTo>
                      <a:pt x="68" y="72"/>
                      <a:pt x="46" y="64"/>
                      <a:pt x="43" y="4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5" y="19"/>
                      <a:pt x="38" y="22"/>
                    </a:cubicBezTo>
                    <a:cubicBezTo>
                      <a:pt x="38" y="22"/>
                      <a:pt x="33" y="23"/>
                      <a:pt x="32" y="30"/>
                    </a:cubicBezTo>
                    <a:cubicBezTo>
                      <a:pt x="32" y="30"/>
                      <a:pt x="27" y="60"/>
                      <a:pt x="10" y="64"/>
                    </a:cubicBezTo>
                    <a:cubicBezTo>
                      <a:pt x="10" y="64"/>
                      <a:pt x="2" y="67"/>
                      <a:pt x="1" y="62"/>
                    </a:cubicBezTo>
                    <a:cubicBezTo>
                      <a:pt x="1" y="62"/>
                      <a:pt x="0" y="59"/>
                      <a:pt x="8" y="57"/>
                    </a:cubicBezTo>
                    <a:cubicBezTo>
                      <a:pt x="8" y="57"/>
                      <a:pt x="23" y="47"/>
                      <a:pt x="21" y="29"/>
                    </a:cubicBezTo>
                    <a:cubicBezTo>
                      <a:pt x="21" y="29"/>
                      <a:pt x="19" y="20"/>
                      <a:pt x="17" y="18"/>
                    </a:cubicBezTo>
                    <a:cubicBezTo>
                      <a:pt x="17" y="18"/>
                      <a:pt x="15" y="7"/>
                      <a:pt x="29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5" name="ïŝļîdê"/>
              <p:cNvSpPr/>
              <p:nvPr/>
            </p:nvSpPr>
            <p:spPr bwMode="auto">
              <a:xfrm>
                <a:off x="7421563" y="3122613"/>
                <a:ext cx="512763" cy="460375"/>
              </a:xfrm>
              <a:custGeom>
                <a:avLst/>
                <a:gdLst>
                  <a:gd name="T0" fmla="*/ 34 w 155"/>
                  <a:gd name="T1" fmla="*/ 20 h 139"/>
                  <a:gd name="T2" fmla="*/ 79 w 155"/>
                  <a:gd name="T3" fmla="*/ 6 h 139"/>
                  <a:gd name="T4" fmla="*/ 92 w 155"/>
                  <a:gd name="T5" fmla="*/ 11 h 139"/>
                  <a:gd name="T6" fmla="*/ 78 w 155"/>
                  <a:gd name="T7" fmla="*/ 30 h 139"/>
                  <a:gd name="T8" fmla="*/ 68 w 155"/>
                  <a:gd name="T9" fmla="*/ 37 h 139"/>
                  <a:gd name="T10" fmla="*/ 74 w 155"/>
                  <a:gd name="T11" fmla="*/ 45 h 139"/>
                  <a:gd name="T12" fmla="*/ 86 w 155"/>
                  <a:gd name="T13" fmla="*/ 44 h 139"/>
                  <a:gd name="T14" fmla="*/ 101 w 155"/>
                  <a:gd name="T15" fmla="*/ 49 h 139"/>
                  <a:gd name="T16" fmla="*/ 85 w 155"/>
                  <a:gd name="T17" fmla="*/ 59 h 139"/>
                  <a:gd name="T18" fmla="*/ 70 w 155"/>
                  <a:gd name="T19" fmla="*/ 70 h 139"/>
                  <a:gd name="T20" fmla="*/ 73 w 155"/>
                  <a:gd name="T21" fmla="*/ 75 h 139"/>
                  <a:gd name="T22" fmla="*/ 75 w 155"/>
                  <a:gd name="T23" fmla="*/ 77 h 139"/>
                  <a:gd name="T24" fmla="*/ 149 w 155"/>
                  <a:gd name="T25" fmla="*/ 116 h 139"/>
                  <a:gd name="T26" fmla="*/ 148 w 155"/>
                  <a:gd name="T27" fmla="*/ 120 h 139"/>
                  <a:gd name="T28" fmla="*/ 95 w 155"/>
                  <a:gd name="T29" fmla="*/ 119 h 139"/>
                  <a:gd name="T30" fmla="*/ 60 w 155"/>
                  <a:gd name="T31" fmla="*/ 90 h 139"/>
                  <a:gd name="T32" fmla="*/ 54 w 155"/>
                  <a:gd name="T33" fmla="*/ 92 h 139"/>
                  <a:gd name="T34" fmla="*/ 26 w 155"/>
                  <a:gd name="T35" fmla="*/ 116 h 139"/>
                  <a:gd name="T36" fmla="*/ 2 w 155"/>
                  <a:gd name="T37" fmla="*/ 114 h 139"/>
                  <a:gd name="T38" fmla="*/ 8 w 155"/>
                  <a:gd name="T39" fmla="*/ 108 h 139"/>
                  <a:gd name="T40" fmla="*/ 38 w 155"/>
                  <a:gd name="T41" fmla="*/ 85 h 139"/>
                  <a:gd name="T42" fmla="*/ 26 w 155"/>
                  <a:gd name="T43" fmla="*/ 75 h 139"/>
                  <a:gd name="T44" fmla="*/ 22 w 155"/>
                  <a:gd name="T45" fmla="*/ 66 h 139"/>
                  <a:gd name="T46" fmla="*/ 33 w 155"/>
                  <a:gd name="T47" fmla="*/ 58 h 139"/>
                  <a:gd name="T48" fmla="*/ 49 w 155"/>
                  <a:gd name="T49" fmla="*/ 50 h 139"/>
                  <a:gd name="T50" fmla="*/ 37 w 155"/>
                  <a:gd name="T51" fmla="*/ 33 h 139"/>
                  <a:gd name="T52" fmla="*/ 30 w 155"/>
                  <a:gd name="T53" fmla="*/ 27 h 139"/>
                  <a:gd name="T54" fmla="*/ 34 w 155"/>
                  <a:gd name="T55" fmla="*/ 2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55" h="139">
                    <a:moveTo>
                      <a:pt x="34" y="20"/>
                    </a:moveTo>
                    <a:cubicBezTo>
                      <a:pt x="34" y="20"/>
                      <a:pt x="67" y="13"/>
                      <a:pt x="79" y="6"/>
                    </a:cubicBezTo>
                    <a:cubicBezTo>
                      <a:pt x="79" y="6"/>
                      <a:pt x="89" y="0"/>
                      <a:pt x="92" y="11"/>
                    </a:cubicBezTo>
                    <a:cubicBezTo>
                      <a:pt x="92" y="11"/>
                      <a:pt x="89" y="26"/>
                      <a:pt x="78" y="30"/>
                    </a:cubicBezTo>
                    <a:cubicBezTo>
                      <a:pt x="78" y="30"/>
                      <a:pt x="68" y="30"/>
                      <a:pt x="68" y="37"/>
                    </a:cubicBezTo>
                    <a:cubicBezTo>
                      <a:pt x="68" y="37"/>
                      <a:pt x="65" y="43"/>
                      <a:pt x="74" y="45"/>
                    </a:cubicBezTo>
                    <a:cubicBezTo>
                      <a:pt x="74" y="45"/>
                      <a:pt x="80" y="46"/>
                      <a:pt x="86" y="44"/>
                    </a:cubicBezTo>
                    <a:cubicBezTo>
                      <a:pt x="86" y="44"/>
                      <a:pt x="97" y="40"/>
                      <a:pt x="101" y="49"/>
                    </a:cubicBezTo>
                    <a:cubicBezTo>
                      <a:pt x="101" y="49"/>
                      <a:pt x="100" y="55"/>
                      <a:pt x="85" y="59"/>
                    </a:cubicBezTo>
                    <a:cubicBezTo>
                      <a:pt x="85" y="59"/>
                      <a:pt x="71" y="61"/>
                      <a:pt x="70" y="70"/>
                    </a:cubicBezTo>
                    <a:cubicBezTo>
                      <a:pt x="70" y="70"/>
                      <a:pt x="69" y="72"/>
                      <a:pt x="73" y="75"/>
                    </a:cubicBezTo>
                    <a:cubicBezTo>
                      <a:pt x="74" y="76"/>
                      <a:pt x="75" y="76"/>
                      <a:pt x="75" y="77"/>
                    </a:cubicBezTo>
                    <a:cubicBezTo>
                      <a:pt x="75" y="77"/>
                      <a:pt x="118" y="117"/>
                      <a:pt x="149" y="116"/>
                    </a:cubicBezTo>
                    <a:cubicBezTo>
                      <a:pt x="149" y="116"/>
                      <a:pt x="155" y="118"/>
                      <a:pt x="148" y="120"/>
                    </a:cubicBezTo>
                    <a:cubicBezTo>
                      <a:pt x="148" y="120"/>
                      <a:pt x="118" y="139"/>
                      <a:pt x="95" y="119"/>
                    </a:cubicBezTo>
                    <a:cubicBezTo>
                      <a:pt x="60" y="90"/>
                      <a:pt x="60" y="90"/>
                      <a:pt x="60" y="90"/>
                    </a:cubicBezTo>
                    <a:cubicBezTo>
                      <a:pt x="60" y="90"/>
                      <a:pt x="56" y="87"/>
                      <a:pt x="54" y="92"/>
                    </a:cubicBezTo>
                    <a:cubicBezTo>
                      <a:pt x="54" y="92"/>
                      <a:pt x="43" y="113"/>
                      <a:pt x="26" y="116"/>
                    </a:cubicBezTo>
                    <a:cubicBezTo>
                      <a:pt x="26" y="116"/>
                      <a:pt x="3" y="124"/>
                      <a:pt x="2" y="114"/>
                    </a:cubicBezTo>
                    <a:cubicBezTo>
                      <a:pt x="2" y="114"/>
                      <a:pt x="0" y="108"/>
                      <a:pt x="8" y="108"/>
                    </a:cubicBezTo>
                    <a:cubicBezTo>
                      <a:pt x="8" y="108"/>
                      <a:pt x="38" y="104"/>
                      <a:pt x="38" y="85"/>
                    </a:cubicBezTo>
                    <a:cubicBezTo>
                      <a:pt x="38" y="85"/>
                      <a:pt x="35" y="76"/>
                      <a:pt x="26" y="75"/>
                    </a:cubicBezTo>
                    <a:cubicBezTo>
                      <a:pt x="26" y="75"/>
                      <a:pt x="20" y="75"/>
                      <a:pt x="22" y="66"/>
                    </a:cubicBezTo>
                    <a:cubicBezTo>
                      <a:pt x="22" y="66"/>
                      <a:pt x="22" y="58"/>
                      <a:pt x="33" y="58"/>
                    </a:cubicBezTo>
                    <a:cubicBezTo>
                      <a:pt x="33" y="58"/>
                      <a:pt x="51" y="60"/>
                      <a:pt x="49" y="50"/>
                    </a:cubicBezTo>
                    <a:cubicBezTo>
                      <a:pt x="49" y="50"/>
                      <a:pt x="42" y="34"/>
                      <a:pt x="37" y="33"/>
                    </a:cubicBezTo>
                    <a:cubicBezTo>
                      <a:pt x="37" y="33"/>
                      <a:pt x="31" y="33"/>
                      <a:pt x="30" y="27"/>
                    </a:cubicBezTo>
                    <a:cubicBezTo>
                      <a:pt x="30" y="27"/>
                      <a:pt x="30" y="21"/>
                      <a:pt x="34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6" name="iṡľîḑé"/>
              <p:cNvSpPr/>
              <p:nvPr/>
            </p:nvSpPr>
            <p:spPr bwMode="auto">
              <a:xfrm>
                <a:off x="7966076" y="3138488"/>
                <a:ext cx="465138" cy="434975"/>
              </a:xfrm>
              <a:custGeom>
                <a:avLst/>
                <a:gdLst>
                  <a:gd name="T0" fmla="*/ 54 w 141"/>
                  <a:gd name="T1" fmla="*/ 0 h 131"/>
                  <a:gd name="T2" fmla="*/ 44 w 141"/>
                  <a:gd name="T3" fmla="*/ 14 h 131"/>
                  <a:gd name="T4" fmla="*/ 49 w 141"/>
                  <a:gd name="T5" fmla="*/ 25 h 131"/>
                  <a:gd name="T6" fmla="*/ 45 w 141"/>
                  <a:gd name="T7" fmla="*/ 47 h 131"/>
                  <a:gd name="T8" fmla="*/ 17 w 141"/>
                  <a:gd name="T9" fmla="*/ 51 h 131"/>
                  <a:gd name="T10" fmla="*/ 1 w 141"/>
                  <a:gd name="T11" fmla="*/ 60 h 131"/>
                  <a:gd name="T12" fmla="*/ 16 w 141"/>
                  <a:gd name="T13" fmla="*/ 68 h 131"/>
                  <a:gd name="T14" fmla="*/ 43 w 141"/>
                  <a:gd name="T15" fmla="*/ 76 h 131"/>
                  <a:gd name="T16" fmla="*/ 17 w 141"/>
                  <a:gd name="T17" fmla="*/ 102 h 131"/>
                  <a:gd name="T18" fmla="*/ 0 w 141"/>
                  <a:gd name="T19" fmla="*/ 113 h 131"/>
                  <a:gd name="T20" fmla="*/ 38 w 141"/>
                  <a:gd name="T21" fmla="*/ 110 h 131"/>
                  <a:gd name="T22" fmla="*/ 52 w 141"/>
                  <a:gd name="T23" fmla="*/ 87 h 131"/>
                  <a:gd name="T24" fmla="*/ 63 w 141"/>
                  <a:gd name="T25" fmla="*/ 85 h 131"/>
                  <a:gd name="T26" fmla="*/ 94 w 141"/>
                  <a:gd name="T27" fmla="*/ 120 h 131"/>
                  <a:gd name="T28" fmla="*/ 109 w 141"/>
                  <a:gd name="T29" fmla="*/ 123 h 131"/>
                  <a:gd name="T30" fmla="*/ 138 w 141"/>
                  <a:gd name="T31" fmla="*/ 117 h 131"/>
                  <a:gd name="T32" fmla="*/ 114 w 141"/>
                  <a:gd name="T33" fmla="*/ 102 h 131"/>
                  <a:gd name="T34" fmla="*/ 82 w 141"/>
                  <a:gd name="T35" fmla="*/ 79 h 131"/>
                  <a:gd name="T36" fmla="*/ 73 w 141"/>
                  <a:gd name="T37" fmla="*/ 58 h 131"/>
                  <a:gd name="T38" fmla="*/ 92 w 141"/>
                  <a:gd name="T39" fmla="*/ 51 h 131"/>
                  <a:gd name="T40" fmla="*/ 102 w 141"/>
                  <a:gd name="T41" fmla="*/ 41 h 131"/>
                  <a:gd name="T42" fmla="*/ 96 w 141"/>
                  <a:gd name="T43" fmla="*/ 33 h 131"/>
                  <a:gd name="T44" fmla="*/ 85 w 141"/>
                  <a:gd name="T45" fmla="*/ 35 h 131"/>
                  <a:gd name="T46" fmla="*/ 69 w 141"/>
                  <a:gd name="T47" fmla="*/ 34 h 131"/>
                  <a:gd name="T48" fmla="*/ 72 w 141"/>
                  <a:gd name="T49" fmla="*/ 25 h 131"/>
                  <a:gd name="T50" fmla="*/ 70 w 141"/>
                  <a:gd name="T51" fmla="*/ 5 h 131"/>
                  <a:gd name="T52" fmla="*/ 61 w 141"/>
                  <a:gd name="T53" fmla="*/ 3 h 131"/>
                  <a:gd name="T54" fmla="*/ 54 w 141"/>
                  <a:gd name="T55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41" h="131">
                    <a:moveTo>
                      <a:pt x="54" y="0"/>
                    </a:moveTo>
                    <a:cubicBezTo>
                      <a:pt x="54" y="0"/>
                      <a:pt x="40" y="3"/>
                      <a:pt x="44" y="14"/>
                    </a:cubicBezTo>
                    <a:cubicBezTo>
                      <a:pt x="44" y="14"/>
                      <a:pt x="45" y="22"/>
                      <a:pt x="49" y="25"/>
                    </a:cubicBezTo>
                    <a:cubicBezTo>
                      <a:pt x="49" y="25"/>
                      <a:pt x="55" y="45"/>
                      <a:pt x="45" y="47"/>
                    </a:cubicBezTo>
                    <a:cubicBezTo>
                      <a:pt x="45" y="47"/>
                      <a:pt x="27" y="54"/>
                      <a:pt x="17" y="51"/>
                    </a:cubicBezTo>
                    <a:cubicBezTo>
                      <a:pt x="17" y="51"/>
                      <a:pt x="2" y="49"/>
                      <a:pt x="1" y="60"/>
                    </a:cubicBezTo>
                    <a:cubicBezTo>
                      <a:pt x="1" y="60"/>
                      <a:pt x="0" y="70"/>
                      <a:pt x="16" y="68"/>
                    </a:cubicBezTo>
                    <a:cubicBezTo>
                      <a:pt x="16" y="68"/>
                      <a:pt x="43" y="65"/>
                      <a:pt x="43" y="76"/>
                    </a:cubicBezTo>
                    <a:cubicBezTo>
                      <a:pt x="43" y="76"/>
                      <a:pt x="45" y="96"/>
                      <a:pt x="17" y="102"/>
                    </a:cubicBezTo>
                    <a:cubicBezTo>
                      <a:pt x="17" y="102"/>
                      <a:pt x="0" y="104"/>
                      <a:pt x="0" y="113"/>
                    </a:cubicBezTo>
                    <a:cubicBezTo>
                      <a:pt x="0" y="113"/>
                      <a:pt x="13" y="130"/>
                      <a:pt x="38" y="110"/>
                    </a:cubicBezTo>
                    <a:cubicBezTo>
                      <a:pt x="38" y="110"/>
                      <a:pt x="49" y="95"/>
                      <a:pt x="52" y="87"/>
                    </a:cubicBezTo>
                    <a:cubicBezTo>
                      <a:pt x="52" y="87"/>
                      <a:pt x="56" y="79"/>
                      <a:pt x="63" y="85"/>
                    </a:cubicBezTo>
                    <a:cubicBezTo>
                      <a:pt x="94" y="120"/>
                      <a:pt x="94" y="120"/>
                      <a:pt x="94" y="120"/>
                    </a:cubicBezTo>
                    <a:cubicBezTo>
                      <a:pt x="94" y="120"/>
                      <a:pt x="98" y="125"/>
                      <a:pt x="109" y="123"/>
                    </a:cubicBezTo>
                    <a:cubicBezTo>
                      <a:pt x="109" y="123"/>
                      <a:pt x="141" y="131"/>
                      <a:pt x="138" y="117"/>
                    </a:cubicBezTo>
                    <a:cubicBezTo>
                      <a:pt x="138" y="117"/>
                      <a:pt x="125" y="111"/>
                      <a:pt x="114" y="102"/>
                    </a:cubicBezTo>
                    <a:cubicBezTo>
                      <a:pt x="114" y="102"/>
                      <a:pt x="84" y="80"/>
                      <a:pt x="82" y="79"/>
                    </a:cubicBezTo>
                    <a:cubicBezTo>
                      <a:pt x="82" y="79"/>
                      <a:pt x="68" y="70"/>
                      <a:pt x="73" y="58"/>
                    </a:cubicBezTo>
                    <a:cubicBezTo>
                      <a:pt x="73" y="58"/>
                      <a:pt x="78" y="49"/>
                      <a:pt x="92" y="51"/>
                    </a:cubicBezTo>
                    <a:cubicBezTo>
                      <a:pt x="92" y="51"/>
                      <a:pt x="108" y="48"/>
                      <a:pt x="102" y="41"/>
                    </a:cubicBezTo>
                    <a:cubicBezTo>
                      <a:pt x="102" y="41"/>
                      <a:pt x="97" y="36"/>
                      <a:pt x="96" y="33"/>
                    </a:cubicBezTo>
                    <a:cubicBezTo>
                      <a:pt x="96" y="33"/>
                      <a:pt x="94" y="30"/>
                      <a:pt x="85" y="35"/>
                    </a:cubicBezTo>
                    <a:cubicBezTo>
                      <a:pt x="85" y="35"/>
                      <a:pt x="70" y="44"/>
                      <a:pt x="69" y="34"/>
                    </a:cubicBezTo>
                    <a:cubicBezTo>
                      <a:pt x="69" y="34"/>
                      <a:pt x="67" y="30"/>
                      <a:pt x="72" y="25"/>
                    </a:cubicBezTo>
                    <a:cubicBezTo>
                      <a:pt x="72" y="25"/>
                      <a:pt x="82" y="14"/>
                      <a:pt x="70" y="5"/>
                    </a:cubicBezTo>
                    <a:cubicBezTo>
                      <a:pt x="70" y="5"/>
                      <a:pt x="62" y="3"/>
                      <a:pt x="61" y="3"/>
                    </a:cubicBezTo>
                    <a:lnTo>
                      <a:pt x="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7" name="iṩ1íḋè"/>
              <p:cNvSpPr/>
              <p:nvPr/>
            </p:nvSpPr>
            <p:spPr bwMode="auto">
              <a:xfrm>
                <a:off x="8455026" y="3019425"/>
                <a:ext cx="458788" cy="395288"/>
              </a:xfrm>
              <a:custGeom>
                <a:avLst/>
                <a:gdLst>
                  <a:gd name="T0" fmla="*/ 16 w 139"/>
                  <a:gd name="T1" fmla="*/ 30 h 119"/>
                  <a:gd name="T2" fmla="*/ 29 w 139"/>
                  <a:gd name="T3" fmla="*/ 53 h 119"/>
                  <a:gd name="T4" fmla="*/ 31 w 139"/>
                  <a:gd name="T5" fmla="*/ 79 h 119"/>
                  <a:gd name="T6" fmla="*/ 40 w 139"/>
                  <a:gd name="T7" fmla="*/ 76 h 119"/>
                  <a:gd name="T8" fmla="*/ 36 w 139"/>
                  <a:gd name="T9" fmla="*/ 40 h 119"/>
                  <a:gd name="T10" fmla="*/ 39 w 139"/>
                  <a:gd name="T11" fmla="*/ 29 h 119"/>
                  <a:gd name="T12" fmla="*/ 49 w 139"/>
                  <a:gd name="T13" fmla="*/ 37 h 119"/>
                  <a:gd name="T14" fmla="*/ 47 w 139"/>
                  <a:gd name="T15" fmla="*/ 58 h 119"/>
                  <a:gd name="T16" fmla="*/ 47 w 139"/>
                  <a:gd name="T17" fmla="*/ 72 h 119"/>
                  <a:gd name="T18" fmla="*/ 52 w 139"/>
                  <a:gd name="T19" fmla="*/ 72 h 119"/>
                  <a:gd name="T20" fmla="*/ 58 w 139"/>
                  <a:gd name="T21" fmla="*/ 61 h 119"/>
                  <a:gd name="T22" fmla="*/ 58 w 139"/>
                  <a:gd name="T23" fmla="*/ 54 h 119"/>
                  <a:gd name="T24" fmla="*/ 65 w 139"/>
                  <a:gd name="T25" fmla="*/ 50 h 119"/>
                  <a:gd name="T26" fmla="*/ 60 w 139"/>
                  <a:gd name="T27" fmla="*/ 50 h 119"/>
                  <a:gd name="T28" fmla="*/ 54 w 139"/>
                  <a:gd name="T29" fmla="*/ 47 h 119"/>
                  <a:gd name="T30" fmla="*/ 53 w 139"/>
                  <a:gd name="T31" fmla="*/ 34 h 119"/>
                  <a:gd name="T32" fmla="*/ 61 w 139"/>
                  <a:gd name="T33" fmla="*/ 31 h 119"/>
                  <a:gd name="T34" fmla="*/ 66 w 139"/>
                  <a:gd name="T35" fmla="*/ 22 h 119"/>
                  <a:gd name="T36" fmla="*/ 73 w 139"/>
                  <a:gd name="T37" fmla="*/ 11 h 119"/>
                  <a:gd name="T38" fmla="*/ 86 w 139"/>
                  <a:gd name="T39" fmla="*/ 22 h 119"/>
                  <a:gd name="T40" fmla="*/ 77 w 139"/>
                  <a:gd name="T41" fmla="*/ 28 h 119"/>
                  <a:gd name="T42" fmla="*/ 74 w 139"/>
                  <a:gd name="T43" fmla="*/ 35 h 119"/>
                  <a:gd name="T44" fmla="*/ 77 w 139"/>
                  <a:gd name="T45" fmla="*/ 38 h 119"/>
                  <a:gd name="T46" fmla="*/ 80 w 139"/>
                  <a:gd name="T47" fmla="*/ 46 h 119"/>
                  <a:gd name="T48" fmla="*/ 79 w 139"/>
                  <a:gd name="T49" fmla="*/ 69 h 119"/>
                  <a:gd name="T50" fmla="*/ 87 w 139"/>
                  <a:gd name="T51" fmla="*/ 65 h 119"/>
                  <a:gd name="T52" fmla="*/ 82 w 139"/>
                  <a:gd name="T53" fmla="*/ 55 h 119"/>
                  <a:gd name="T54" fmla="*/ 95 w 139"/>
                  <a:gd name="T55" fmla="*/ 49 h 119"/>
                  <a:gd name="T56" fmla="*/ 84 w 139"/>
                  <a:gd name="T57" fmla="*/ 41 h 119"/>
                  <a:gd name="T58" fmla="*/ 85 w 139"/>
                  <a:gd name="T59" fmla="*/ 36 h 119"/>
                  <a:gd name="T60" fmla="*/ 101 w 139"/>
                  <a:gd name="T61" fmla="*/ 30 h 119"/>
                  <a:gd name="T62" fmla="*/ 95 w 139"/>
                  <a:gd name="T63" fmla="*/ 20 h 119"/>
                  <a:gd name="T64" fmla="*/ 97 w 139"/>
                  <a:gd name="T65" fmla="*/ 15 h 119"/>
                  <a:gd name="T66" fmla="*/ 108 w 139"/>
                  <a:gd name="T67" fmla="*/ 4 h 119"/>
                  <a:gd name="T68" fmla="*/ 112 w 139"/>
                  <a:gd name="T69" fmla="*/ 4 h 119"/>
                  <a:gd name="T70" fmla="*/ 126 w 139"/>
                  <a:gd name="T71" fmla="*/ 11 h 119"/>
                  <a:gd name="T72" fmla="*/ 118 w 139"/>
                  <a:gd name="T73" fmla="*/ 21 h 119"/>
                  <a:gd name="T74" fmla="*/ 113 w 139"/>
                  <a:gd name="T75" fmla="*/ 31 h 119"/>
                  <a:gd name="T76" fmla="*/ 103 w 139"/>
                  <a:gd name="T77" fmla="*/ 55 h 119"/>
                  <a:gd name="T78" fmla="*/ 109 w 139"/>
                  <a:gd name="T79" fmla="*/ 64 h 119"/>
                  <a:gd name="T80" fmla="*/ 126 w 139"/>
                  <a:gd name="T81" fmla="*/ 59 h 119"/>
                  <a:gd name="T82" fmla="*/ 135 w 139"/>
                  <a:gd name="T83" fmla="*/ 63 h 119"/>
                  <a:gd name="T84" fmla="*/ 138 w 139"/>
                  <a:gd name="T85" fmla="*/ 68 h 119"/>
                  <a:gd name="T86" fmla="*/ 139 w 139"/>
                  <a:gd name="T87" fmla="*/ 75 h 119"/>
                  <a:gd name="T88" fmla="*/ 97 w 139"/>
                  <a:gd name="T89" fmla="*/ 78 h 119"/>
                  <a:gd name="T90" fmla="*/ 87 w 139"/>
                  <a:gd name="T91" fmla="*/ 74 h 119"/>
                  <a:gd name="T92" fmla="*/ 79 w 139"/>
                  <a:gd name="T93" fmla="*/ 74 h 119"/>
                  <a:gd name="T94" fmla="*/ 67 w 139"/>
                  <a:gd name="T95" fmla="*/ 77 h 119"/>
                  <a:gd name="T96" fmla="*/ 48 w 139"/>
                  <a:gd name="T97" fmla="*/ 87 h 119"/>
                  <a:gd name="T98" fmla="*/ 33 w 139"/>
                  <a:gd name="T99" fmla="*/ 95 h 119"/>
                  <a:gd name="T100" fmla="*/ 20 w 139"/>
                  <a:gd name="T101" fmla="*/ 106 h 119"/>
                  <a:gd name="T102" fmla="*/ 3 w 139"/>
                  <a:gd name="T103" fmla="*/ 108 h 119"/>
                  <a:gd name="T104" fmla="*/ 11 w 139"/>
                  <a:gd name="T105" fmla="*/ 80 h 119"/>
                  <a:gd name="T106" fmla="*/ 19 w 139"/>
                  <a:gd name="T107" fmla="*/ 81 h 119"/>
                  <a:gd name="T108" fmla="*/ 23 w 139"/>
                  <a:gd name="T109" fmla="*/ 85 h 119"/>
                  <a:gd name="T110" fmla="*/ 24 w 139"/>
                  <a:gd name="T111" fmla="*/ 85 h 119"/>
                  <a:gd name="T112" fmla="*/ 24 w 139"/>
                  <a:gd name="T113" fmla="*/ 80 h 119"/>
                  <a:gd name="T114" fmla="*/ 23 w 139"/>
                  <a:gd name="T115" fmla="*/ 70 h 119"/>
                  <a:gd name="T116" fmla="*/ 21 w 139"/>
                  <a:gd name="T117" fmla="*/ 60 h 119"/>
                  <a:gd name="T118" fmla="*/ 20 w 139"/>
                  <a:gd name="T119" fmla="*/ 54 h 119"/>
                  <a:gd name="T120" fmla="*/ 18 w 139"/>
                  <a:gd name="T121" fmla="*/ 48 h 119"/>
                  <a:gd name="T122" fmla="*/ 16 w 139"/>
                  <a:gd name="T123" fmla="*/ 3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9" h="119">
                    <a:moveTo>
                      <a:pt x="16" y="30"/>
                    </a:moveTo>
                    <a:cubicBezTo>
                      <a:pt x="16" y="30"/>
                      <a:pt x="29" y="37"/>
                      <a:pt x="29" y="53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9"/>
                      <a:pt x="37" y="86"/>
                      <a:pt x="40" y="76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29" y="30"/>
                      <a:pt x="39" y="29"/>
                    </a:cubicBezTo>
                    <a:cubicBezTo>
                      <a:pt x="39" y="29"/>
                      <a:pt x="48" y="26"/>
                      <a:pt x="49" y="37"/>
                    </a:cubicBezTo>
                    <a:cubicBezTo>
                      <a:pt x="47" y="58"/>
                      <a:pt x="47" y="58"/>
                      <a:pt x="47" y="58"/>
                    </a:cubicBezTo>
                    <a:cubicBezTo>
                      <a:pt x="47" y="72"/>
                      <a:pt x="47" y="72"/>
                      <a:pt x="47" y="72"/>
                    </a:cubicBezTo>
                    <a:cubicBezTo>
                      <a:pt x="47" y="72"/>
                      <a:pt x="49" y="75"/>
                      <a:pt x="52" y="72"/>
                    </a:cubicBezTo>
                    <a:cubicBezTo>
                      <a:pt x="52" y="72"/>
                      <a:pt x="59" y="72"/>
                      <a:pt x="58" y="61"/>
                    </a:cubicBezTo>
                    <a:cubicBezTo>
                      <a:pt x="58" y="61"/>
                      <a:pt x="55" y="54"/>
                      <a:pt x="58" y="54"/>
                    </a:cubicBezTo>
                    <a:cubicBezTo>
                      <a:pt x="58" y="54"/>
                      <a:pt x="66" y="54"/>
                      <a:pt x="65" y="50"/>
                    </a:cubicBezTo>
                    <a:cubicBezTo>
                      <a:pt x="65" y="50"/>
                      <a:pt x="63" y="48"/>
                      <a:pt x="60" y="50"/>
                    </a:cubicBezTo>
                    <a:cubicBezTo>
                      <a:pt x="60" y="50"/>
                      <a:pt x="54" y="51"/>
                      <a:pt x="54" y="47"/>
                    </a:cubicBezTo>
                    <a:cubicBezTo>
                      <a:pt x="53" y="34"/>
                      <a:pt x="53" y="34"/>
                      <a:pt x="53" y="34"/>
                    </a:cubicBezTo>
                    <a:cubicBezTo>
                      <a:pt x="61" y="31"/>
                      <a:pt x="61" y="31"/>
                      <a:pt x="61" y="31"/>
                    </a:cubicBezTo>
                    <a:cubicBezTo>
                      <a:pt x="61" y="31"/>
                      <a:pt x="66" y="29"/>
                      <a:pt x="66" y="22"/>
                    </a:cubicBezTo>
                    <a:cubicBezTo>
                      <a:pt x="66" y="22"/>
                      <a:pt x="64" y="12"/>
                      <a:pt x="73" y="11"/>
                    </a:cubicBezTo>
                    <a:cubicBezTo>
                      <a:pt x="73" y="11"/>
                      <a:pt x="86" y="8"/>
                      <a:pt x="86" y="22"/>
                    </a:cubicBezTo>
                    <a:cubicBezTo>
                      <a:pt x="86" y="22"/>
                      <a:pt x="84" y="26"/>
                      <a:pt x="77" y="28"/>
                    </a:cubicBezTo>
                    <a:cubicBezTo>
                      <a:pt x="77" y="28"/>
                      <a:pt x="73" y="32"/>
                      <a:pt x="74" y="35"/>
                    </a:cubicBezTo>
                    <a:cubicBezTo>
                      <a:pt x="74" y="35"/>
                      <a:pt x="73" y="38"/>
                      <a:pt x="77" y="38"/>
                    </a:cubicBezTo>
                    <a:cubicBezTo>
                      <a:pt x="77" y="38"/>
                      <a:pt x="83" y="41"/>
                      <a:pt x="80" y="46"/>
                    </a:cubicBezTo>
                    <a:cubicBezTo>
                      <a:pt x="80" y="46"/>
                      <a:pt x="66" y="62"/>
                      <a:pt x="79" y="69"/>
                    </a:cubicBezTo>
                    <a:cubicBezTo>
                      <a:pt x="79" y="69"/>
                      <a:pt x="89" y="71"/>
                      <a:pt x="87" y="65"/>
                    </a:cubicBezTo>
                    <a:cubicBezTo>
                      <a:pt x="87" y="65"/>
                      <a:pt x="80" y="60"/>
                      <a:pt x="82" y="55"/>
                    </a:cubicBezTo>
                    <a:cubicBezTo>
                      <a:pt x="82" y="55"/>
                      <a:pt x="98" y="53"/>
                      <a:pt x="95" y="49"/>
                    </a:cubicBezTo>
                    <a:cubicBezTo>
                      <a:pt x="95" y="49"/>
                      <a:pt x="86" y="47"/>
                      <a:pt x="84" y="41"/>
                    </a:cubicBezTo>
                    <a:cubicBezTo>
                      <a:pt x="84" y="41"/>
                      <a:pt x="80" y="34"/>
                      <a:pt x="85" y="36"/>
                    </a:cubicBezTo>
                    <a:cubicBezTo>
                      <a:pt x="85" y="36"/>
                      <a:pt x="103" y="39"/>
                      <a:pt x="101" y="30"/>
                    </a:cubicBezTo>
                    <a:cubicBezTo>
                      <a:pt x="101" y="30"/>
                      <a:pt x="103" y="23"/>
                      <a:pt x="95" y="20"/>
                    </a:cubicBezTo>
                    <a:cubicBezTo>
                      <a:pt x="95" y="20"/>
                      <a:pt x="92" y="15"/>
                      <a:pt x="97" y="15"/>
                    </a:cubicBezTo>
                    <a:cubicBezTo>
                      <a:pt x="97" y="15"/>
                      <a:pt x="107" y="9"/>
                      <a:pt x="108" y="4"/>
                    </a:cubicBezTo>
                    <a:cubicBezTo>
                      <a:pt x="108" y="4"/>
                      <a:pt x="109" y="3"/>
                      <a:pt x="112" y="4"/>
                    </a:cubicBezTo>
                    <a:cubicBezTo>
                      <a:pt x="112" y="4"/>
                      <a:pt x="123" y="0"/>
                      <a:pt x="126" y="11"/>
                    </a:cubicBezTo>
                    <a:cubicBezTo>
                      <a:pt x="126" y="11"/>
                      <a:pt x="127" y="17"/>
                      <a:pt x="118" y="21"/>
                    </a:cubicBezTo>
                    <a:cubicBezTo>
                      <a:pt x="118" y="21"/>
                      <a:pt x="114" y="26"/>
                      <a:pt x="113" y="31"/>
                    </a:cubicBezTo>
                    <a:cubicBezTo>
                      <a:pt x="103" y="55"/>
                      <a:pt x="103" y="55"/>
                      <a:pt x="103" y="55"/>
                    </a:cubicBezTo>
                    <a:cubicBezTo>
                      <a:pt x="103" y="55"/>
                      <a:pt x="97" y="66"/>
                      <a:pt x="109" y="64"/>
                    </a:cubicBezTo>
                    <a:cubicBezTo>
                      <a:pt x="126" y="59"/>
                      <a:pt x="126" y="59"/>
                      <a:pt x="126" y="59"/>
                    </a:cubicBezTo>
                    <a:cubicBezTo>
                      <a:pt x="126" y="59"/>
                      <a:pt x="131" y="57"/>
                      <a:pt x="135" y="63"/>
                    </a:cubicBezTo>
                    <a:cubicBezTo>
                      <a:pt x="135" y="63"/>
                      <a:pt x="139" y="64"/>
                      <a:pt x="138" y="68"/>
                    </a:cubicBezTo>
                    <a:cubicBezTo>
                      <a:pt x="139" y="75"/>
                      <a:pt x="139" y="75"/>
                      <a:pt x="139" y="75"/>
                    </a:cubicBezTo>
                    <a:cubicBezTo>
                      <a:pt x="139" y="75"/>
                      <a:pt x="110" y="81"/>
                      <a:pt x="97" y="78"/>
                    </a:cubicBezTo>
                    <a:cubicBezTo>
                      <a:pt x="97" y="78"/>
                      <a:pt x="89" y="76"/>
                      <a:pt x="87" y="74"/>
                    </a:cubicBezTo>
                    <a:cubicBezTo>
                      <a:pt x="87" y="74"/>
                      <a:pt x="82" y="71"/>
                      <a:pt x="79" y="74"/>
                    </a:cubicBezTo>
                    <a:cubicBezTo>
                      <a:pt x="79" y="74"/>
                      <a:pt x="73" y="80"/>
                      <a:pt x="67" y="77"/>
                    </a:cubicBezTo>
                    <a:cubicBezTo>
                      <a:pt x="67" y="77"/>
                      <a:pt x="55" y="87"/>
                      <a:pt x="48" y="87"/>
                    </a:cubicBezTo>
                    <a:cubicBezTo>
                      <a:pt x="48" y="87"/>
                      <a:pt x="39" y="89"/>
                      <a:pt x="33" y="95"/>
                    </a:cubicBezTo>
                    <a:cubicBezTo>
                      <a:pt x="33" y="95"/>
                      <a:pt x="24" y="100"/>
                      <a:pt x="20" y="106"/>
                    </a:cubicBezTo>
                    <a:cubicBezTo>
                      <a:pt x="20" y="106"/>
                      <a:pt x="9" y="119"/>
                      <a:pt x="3" y="108"/>
                    </a:cubicBezTo>
                    <a:cubicBezTo>
                      <a:pt x="3" y="108"/>
                      <a:pt x="0" y="94"/>
                      <a:pt x="11" y="80"/>
                    </a:cubicBezTo>
                    <a:cubicBezTo>
                      <a:pt x="11" y="80"/>
                      <a:pt x="17" y="74"/>
                      <a:pt x="19" y="81"/>
                    </a:cubicBezTo>
                    <a:cubicBezTo>
                      <a:pt x="19" y="81"/>
                      <a:pt x="19" y="85"/>
                      <a:pt x="23" y="85"/>
                    </a:cubicBezTo>
                    <a:cubicBezTo>
                      <a:pt x="26" y="85"/>
                      <a:pt x="24" y="85"/>
                      <a:pt x="24" y="85"/>
                    </a:cubicBezTo>
                    <a:cubicBezTo>
                      <a:pt x="24" y="85"/>
                      <a:pt x="26" y="84"/>
                      <a:pt x="24" y="80"/>
                    </a:cubicBezTo>
                    <a:cubicBezTo>
                      <a:pt x="24" y="80"/>
                      <a:pt x="22" y="74"/>
                      <a:pt x="23" y="70"/>
                    </a:cubicBezTo>
                    <a:cubicBezTo>
                      <a:pt x="23" y="70"/>
                      <a:pt x="24" y="63"/>
                      <a:pt x="21" y="60"/>
                    </a:cubicBezTo>
                    <a:cubicBezTo>
                      <a:pt x="21" y="60"/>
                      <a:pt x="18" y="55"/>
                      <a:pt x="20" y="54"/>
                    </a:cubicBezTo>
                    <a:cubicBezTo>
                      <a:pt x="20" y="54"/>
                      <a:pt x="21" y="51"/>
                      <a:pt x="18" y="48"/>
                    </a:cubicBezTo>
                    <a:cubicBezTo>
                      <a:pt x="18" y="48"/>
                      <a:pt x="11" y="38"/>
                      <a:pt x="16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8" name="íṣľíḍè"/>
              <p:cNvSpPr/>
              <p:nvPr/>
            </p:nvSpPr>
            <p:spPr bwMode="auto">
              <a:xfrm>
                <a:off x="8537576" y="3284538"/>
                <a:ext cx="280988" cy="342900"/>
              </a:xfrm>
              <a:custGeom>
                <a:avLst/>
                <a:gdLst>
                  <a:gd name="T0" fmla="*/ 24 w 85"/>
                  <a:gd name="T1" fmla="*/ 14 h 103"/>
                  <a:gd name="T2" fmla="*/ 47 w 85"/>
                  <a:gd name="T3" fmla="*/ 7 h 103"/>
                  <a:gd name="T4" fmla="*/ 64 w 85"/>
                  <a:gd name="T5" fmla="*/ 3 h 103"/>
                  <a:gd name="T6" fmla="*/ 71 w 85"/>
                  <a:gd name="T7" fmla="*/ 7 h 103"/>
                  <a:gd name="T8" fmla="*/ 60 w 85"/>
                  <a:gd name="T9" fmla="*/ 13 h 103"/>
                  <a:gd name="T10" fmla="*/ 48 w 85"/>
                  <a:gd name="T11" fmla="*/ 26 h 103"/>
                  <a:gd name="T12" fmla="*/ 55 w 85"/>
                  <a:gd name="T13" fmla="*/ 32 h 103"/>
                  <a:gd name="T14" fmla="*/ 72 w 85"/>
                  <a:gd name="T15" fmla="*/ 27 h 103"/>
                  <a:gd name="T16" fmla="*/ 83 w 85"/>
                  <a:gd name="T17" fmla="*/ 33 h 103"/>
                  <a:gd name="T18" fmla="*/ 77 w 85"/>
                  <a:gd name="T19" fmla="*/ 40 h 103"/>
                  <a:gd name="T20" fmla="*/ 71 w 85"/>
                  <a:gd name="T21" fmla="*/ 38 h 103"/>
                  <a:gd name="T22" fmla="*/ 58 w 85"/>
                  <a:gd name="T23" fmla="*/ 42 h 103"/>
                  <a:gd name="T24" fmla="*/ 56 w 85"/>
                  <a:gd name="T25" fmla="*/ 53 h 103"/>
                  <a:gd name="T26" fmla="*/ 50 w 85"/>
                  <a:gd name="T27" fmla="*/ 84 h 103"/>
                  <a:gd name="T28" fmla="*/ 50 w 85"/>
                  <a:gd name="T29" fmla="*/ 84 h 103"/>
                  <a:gd name="T30" fmla="*/ 29 w 85"/>
                  <a:gd name="T31" fmla="*/ 92 h 103"/>
                  <a:gd name="T32" fmla="*/ 14 w 85"/>
                  <a:gd name="T33" fmla="*/ 72 h 103"/>
                  <a:gd name="T34" fmla="*/ 21 w 85"/>
                  <a:gd name="T35" fmla="*/ 71 h 103"/>
                  <a:gd name="T36" fmla="*/ 44 w 85"/>
                  <a:gd name="T37" fmla="*/ 66 h 103"/>
                  <a:gd name="T38" fmla="*/ 43 w 85"/>
                  <a:gd name="T39" fmla="*/ 57 h 103"/>
                  <a:gd name="T40" fmla="*/ 34 w 85"/>
                  <a:gd name="T41" fmla="*/ 49 h 103"/>
                  <a:gd name="T42" fmla="*/ 13 w 85"/>
                  <a:gd name="T43" fmla="*/ 52 h 103"/>
                  <a:gd name="T44" fmla="*/ 0 w 85"/>
                  <a:gd name="T45" fmla="*/ 44 h 103"/>
                  <a:gd name="T46" fmla="*/ 12 w 85"/>
                  <a:gd name="T47" fmla="*/ 40 h 103"/>
                  <a:gd name="T48" fmla="*/ 38 w 85"/>
                  <a:gd name="T49" fmla="*/ 35 h 103"/>
                  <a:gd name="T50" fmla="*/ 39 w 85"/>
                  <a:gd name="T51" fmla="*/ 20 h 103"/>
                  <a:gd name="T52" fmla="*/ 30 w 85"/>
                  <a:gd name="T53" fmla="*/ 21 h 103"/>
                  <a:gd name="T54" fmla="*/ 16 w 85"/>
                  <a:gd name="T55" fmla="*/ 22 h 103"/>
                  <a:gd name="T56" fmla="*/ 24 w 85"/>
                  <a:gd name="T57" fmla="*/ 1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5" h="103">
                    <a:moveTo>
                      <a:pt x="24" y="14"/>
                    </a:moveTo>
                    <a:cubicBezTo>
                      <a:pt x="26" y="14"/>
                      <a:pt x="36" y="14"/>
                      <a:pt x="47" y="7"/>
                    </a:cubicBezTo>
                    <a:cubicBezTo>
                      <a:pt x="47" y="7"/>
                      <a:pt x="58" y="0"/>
                      <a:pt x="64" y="3"/>
                    </a:cubicBezTo>
                    <a:cubicBezTo>
                      <a:pt x="64" y="3"/>
                      <a:pt x="72" y="3"/>
                      <a:pt x="71" y="7"/>
                    </a:cubicBezTo>
                    <a:cubicBezTo>
                      <a:pt x="71" y="7"/>
                      <a:pt x="69" y="12"/>
                      <a:pt x="60" y="13"/>
                    </a:cubicBezTo>
                    <a:cubicBezTo>
                      <a:pt x="60" y="13"/>
                      <a:pt x="48" y="17"/>
                      <a:pt x="48" y="26"/>
                    </a:cubicBezTo>
                    <a:cubicBezTo>
                      <a:pt x="48" y="26"/>
                      <a:pt x="47" y="32"/>
                      <a:pt x="55" y="32"/>
                    </a:cubicBezTo>
                    <a:cubicBezTo>
                      <a:pt x="72" y="27"/>
                      <a:pt x="72" y="27"/>
                      <a:pt x="72" y="27"/>
                    </a:cubicBezTo>
                    <a:cubicBezTo>
                      <a:pt x="72" y="27"/>
                      <a:pt x="79" y="24"/>
                      <a:pt x="83" y="33"/>
                    </a:cubicBezTo>
                    <a:cubicBezTo>
                      <a:pt x="83" y="33"/>
                      <a:pt x="85" y="40"/>
                      <a:pt x="77" y="40"/>
                    </a:cubicBezTo>
                    <a:cubicBezTo>
                      <a:pt x="77" y="40"/>
                      <a:pt x="75" y="37"/>
                      <a:pt x="71" y="38"/>
                    </a:cubicBezTo>
                    <a:cubicBezTo>
                      <a:pt x="58" y="42"/>
                      <a:pt x="58" y="42"/>
                      <a:pt x="58" y="42"/>
                    </a:cubicBezTo>
                    <a:cubicBezTo>
                      <a:pt x="58" y="42"/>
                      <a:pt x="53" y="44"/>
                      <a:pt x="56" y="53"/>
                    </a:cubicBezTo>
                    <a:cubicBezTo>
                      <a:pt x="56" y="53"/>
                      <a:pt x="56" y="78"/>
                      <a:pt x="50" y="84"/>
                    </a:cubicBezTo>
                    <a:cubicBezTo>
                      <a:pt x="50" y="84"/>
                      <a:pt x="50" y="84"/>
                      <a:pt x="50" y="84"/>
                    </a:cubicBezTo>
                    <a:cubicBezTo>
                      <a:pt x="43" y="90"/>
                      <a:pt x="38" y="103"/>
                      <a:pt x="29" y="92"/>
                    </a:cubicBezTo>
                    <a:cubicBezTo>
                      <a:pt x="29" y="92"/>
                      <a:pt x="15" y="84"/>
                      <a:pt x="14" y="72"/>
                    </a:cubicBezTo>
                    <a:cubicBezTo>
                      <a:pt x="14" y="72"/>
                      <a:pt x="15" y="68"/>
                      <a:pt x="21" y="71"/>
                    </a:cubicBezTo>
                    <a:cubicBezTo>
                      <a:pt x="21" y="71"/>
                      <a:pt x="38" y="77"/>
                      <a:pt x="44" y="66"/>
                    </a:cubicBezTo>
                    <a:cubicBezTo>
                      <a:pt x="44" y="66"/>
                      <a:pt x="44" y="59"/>
                      <a:pt x="43" y="57"/>
                    </a:cubicBezTo>
                    <a:cubicBezTo>
                      <a:pt x="43" y="57"/>
                      <a:pt x="42" y="48"/>
                      <a:pt x="34" y="49"/>
                    </a:cubicBezTo>
                    <a:cubicBezTo>
                      <a:pt x="34" y="49"/>
                      <a:pt x="20" y="49"/>
                      <a:pt x="13" y="52"/>
                    </a:cubicBezTo>
                    <a:cubicBezTo>
                      <a:pt x="13" y="52"/>
                      <a:pt x="5" y="58"/>
                      <a:pt x="0" y="44"/>
                    </a:cubicBezTo>
                    <a:cubicBezTo>
                      <a:pt x="0" y="44"/>
                      <a:pt x="5" y="39"/>
                      <a:pt x="12" y="40"/>
                    </a:cubicBezTo>
                    <a:cubicBezTo>
                      <a:pt x="12" y="40"/>
                      <a:pt x="34" y="44"/>
                      <a:pt x="38" y="35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39" y="20"/>
                      <a:pt x="36" y="18"/>
                      <a:pt x="30" y="21"/>
                    </a:cubicBezTo>
                    <a:cubicBezTo>
                      <a:pt x="30" y="21"/>
                      <a:pt x="20" y="30"/>
                      <a:pt x="16" y="22"/>
                    </a:cubicBezTo>
                    <a:cubicBezTo>
                      <a:pt x="16" y="22"/>
                      <a:pt x="10" y="16"/>
                      <a:pt x="2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</p:grpSp>
        <p:grpSp>
          <p:nvGrpSpPr>
            <p:cNvPr id="43" name="íṥľíḓé"/>
            <p:cNvGrpSpPr/>
            <p:nvPr/>
          </p:nvGrpSpPr>
          <p:grpSpPr>
            <a:xfrm>
              <a:off x="3645458" y="3873595"/>
              <a:ext cx="7018182" cy="227590"/>
              <a:chOff x="4624388" y="3695700"/>
              <a:chExt cx="4210051" cy="136526"/>
            </a:xfrm>
            <a:grpFill/>
          </p:grpSpPr>
          <p:sp>
            <p:nvSpPr>
              <p:cNvPr id="44" name="îš1îde"/>
              <p:cNvSpPr/>
              <p:nvPr/>
            </p:nvSpPr>
            <p:spPr bwMode="auto">
              <a:xfrm>
                <a:off x="4624388" y="3700463"/>
                <a:ext cx="98425" cy="131763"/>
              </a:xfrm>
              <a:custGeom>
                <a:avLst/>
                <a:gdLst>
                  <a:gd name="T0" fmla="*/ 0 w 30"/>
                  <a:gd name="T1" fmla="*/ 40 h 40"/>
                  <a:gd name="T2" fmla="*/ 0 w 30"/>
                  <a:gd name="T3" fmla="*/ 0 h 40"/>
                  <a:gd name="T4" fmla="*/ 15 w 30"/>
                  <a:gd name="T5" fmla="*/ 0 h 40"/>
                  <a:gd name="T6" fmla="*/ 22 w 30"/>
                  <a:gd name="T7" fmla="*/ 1 h 40"/>
                  <a:gd name="T8" fmla="*/ 27 w 30"/>
                  <a:gd name="T9" fmla="*/ 5 h 40"/>
                  <a:gd name="T10" fmla="*/ 28 w 30"/>
                  <a:gd name="T11" fmla="*/ 10 h 40"/>
                  <a:gd name="T12" fmla="*/ 27 w 30"/>
                  <a:gd name="T13" fmla="*/ 15 h 40"/>
                  <a:gd name="T14" fmla="*/ 23 w 30"/>
                  <a:gd name="T15" fmla="*/ 19 h 40"/>
                  <a:gd name="T16" fmla="*/ 28 w 30"/>
                  <a:gd name="T17" fmla="*/ 22 h 40"/>
                  <a:gd name="T18" fmla="*/ 30 w 30"/>
                  <a:gd name="T19" fmla="*/ 28 h 40"/>
                  <a:gd name="T20" fmla="*/ 29 w 30"/>
                  <a:gd name="T21" fmla="*/ 33 h 40"/>
                  <a:gd name="T22" fmla="*/ 26 w 30"/>
                  <a:gd name="T23" fmla="*/ 37 h 40"/>
                  <a:gd name="T24" fmla="*/ 22 w 30"/>
                  <a:gd name="T25" fmla="*/ 39 h 40"/>
                  <a:gd name="T26" fmla="*/ 15 w 30"/>
                  <a:gd name="T27" fmla="*/ 40 h 40"/>
                  <a:gd name="T28" fmla="*/ 0 w 30"/>
                  <a:gd name="T29" fmla="*/ 40 h 40"/>
                  <a:gd name="T30" fmla="*/ 5 w 30"/>
                  <a:gd name="T31" fmla="*/ 17 h 40"/>
                  <a:gd name="T32" fmla="*/ 14 w 30"/>
                  <a:gd name="T33" fmla="*/ 17 h 40"/>
                  <a:gd name="T34" fmla="*/ 19 w 30"/>
                  <a:gd name="T35" fmla="*/ 16 h 40"/>
                  <a:gd name="T36" fmla="*/ 22 w 30"/>
                  <a:gd name="T37" fmla="*/ 14 h 40"/>
                  <a:gd name="T38" fmla="*/ 23 w 30"/>
                  <a:gd name="T39" fmla="*/ 11 h 40"/>
                  <a:gd name="T40" fmla="*/ 22 w 30"/>
                  <a:gd name="T41" fmla="*/ 7 h 40"/>
                  <a:gd name="T42" fmla="*/ 19 w 30"/>
                  <a:gd name="T43" fmla="*/ 5 h 40"/>
                  <a:gd name="T44" fmla="*/ 13 w 30"/>
                  <a:gd name="T45" fmla="*/ 5 h 40"/>
                  <a:gd name="T46" fmla="*/ 5 w 30"/>
                  <a:gd name="T47" fmla="*/ 5 h 40"/>
                  <a:gd name="T48" fmla="*/ 5 w 30"/>
                  <a:gd name="T49" fmla="*/ 17 h 40"/>
                  <a:gd name="T50" fmla="*/ 5 w 30"/>
                  <a:gd name="T51" fmla="*/ 35 h 40"/>
                  <a:gd name="T52" fmla="*/ 15 w 30"/>
                  <a:gd name="T53" fmla="*/ 35 h 40"/>
                  <a:gd name="T54" fmla="*/ 19 w 30"/>
                  <a:gd name="T55" fmla="*/ 35 h 40"/>
                  <a:gd name="T56" fmla="*/ 22 w 30"/>
                  <a:gd name="T57" fmla="*/ 34 h 40"/>
                  <a:gd name="T58" fmla="*/ 24 w 30"/>
                  <a:gd name="T59" fmla="*/ 31 h 40"/>
                  <a:gd name="T60" fmla="*/ 25 w 30"/>
                  <a:gd name="T61" fmla="*/ 28 h 40"/>
                  <a:gd name="T62" fmla="*/ 23 w 30"/>
                  <a:gd name="T63" fmla="*/ 24 h 40"/>
                  <a:gd name="T64" fmla="*/ 20 w 30"/>
                  <a:gd name="T65" fmla="*/ 22 h 40"/>
                  <a:gd name="T66" fmla="*/ 15 w 30"/>
                  <a:gd name="T67" fmla="*/ 21 h 40"/>
                  <a:gd name="T68" fmla="*/ 5 w 30"/>
                  <a:gd name="T69" fmla="*/ 21 h 40"/>
                  <a:gd name="T70" fmla="*/ 5 w 30"/>
                  <a:gd name="T71" fmla="*/ 3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0" h="40">
                    <a:moveTo>
                      <a:pt x="0" y="4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8" y="0"/>
                      <a:pt x="20" y="0"/>
                      <a:pt x="22" y="1"/>
                    </a:cubicBezTo>
                    <a:cubicBezTo>
                      <a:pt x="24" y="2"/>
                      <a:pt x="25" y="3"/>
                      <a:pt x="27" y="5"/>
                    </a:cubicBezTo>
                    <a:cubicBezTo>
                      <a:pt x="28" y="7"/>
                      <a:pt x="28" y="8"/>
                      <a:pt x="28" y="10"/>
                    </a:cubicBezTo>
                    <a:cubicBezTo>
                      <a:pt x="28" y="12"/>
                      <a:pt x="28" y="13"/>
                      <a:pt x="27" y="15"/>
                    </a:cubicBezTo>
                    <a:cubicBezTo>
                      <a:pt x="26" y="16"/>
                      <a:pt x="24" y="18"/>
                      <a:pt x="23" y="19"/>
                    </a:cubicBezTo>
                    <a:cubicBezTo>
                      <a:pt x="25" y="19"/>
                      <a:pt x="27" y="20"/>
                      <a:pt x="28" y="22"/>
                    </a:cubicBezTo>
                    <a:cubicBezTo>
                      <a:pt x="29" y="24"/>
                      <a:pt x="30" y="26"/>
                      <a:pt x="30" y="28"/>
                    </a:cubicBezTo>
                    <a:cubicBezTo>
                      <a:pt x="30" y="30"/>
                      <a:pt x="30" y="32"/>
                      <a:pt x="29" y="33"/>
                    </a:cubicBezTo>
                    <a:cubicBezTo>
                      <a:pt x="28" y="35"/>
                      <a:pt x="27" y="36"/>
                      <a:pt x="26" y="37"/>
                    </a:cubicBezTo>
                    <a:cubicBezTo>
                      <a:pt x="25" y="38"/>
                      <a:pt x="23" y="39"/>
                      <a:pt x="22" y="39"/>
                    </a:cubicBezTo>
                    <a:cubicBezTo>
                      <a:pt x="20" y="39"/>
                      <a:pt x="18" y="40"/>
                      <a:pt x="15" y="40"/>
                    </a:cubicBezTo>
                    <a:cubicBezTo>
                      <a:pt x="0" y="40"/>
                      <a:pt x="0" y="40"/>
                      <a:pt x="0" y="40"/>
                    </a:cubicBezTo>
                    <a:close/>
                    <a:moveTo>
                      <a:pt x="5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6" y="17"/>
                      <a:pt x="18" y="17"/>
                      <a:pt x="19" y="16"/>
                    </a:cubicBezTo>
                    <a:cubicBezTo>
                      <a:pt x="20" y="16"/>
                      <a:pt x="21" y="15"/>
                      <a:pt x="22" y="14"/>
                    </a:cubicBezTo>
                    <a:cubicBezTo>
                      <a:pt x="23" y="13"/>
                      <a:pt x="23" y="12"/>
                      <a:pt x="23" y="11"/>
                    </a:cubicBezTo>
                    <a:cubicBezTo>
                      <a:pt x="23" y="10"/>
                      <a:pt x="23" y="8"/>
                      <a:pt x="22" y="7"/>
                    </a:cubicBezTo>
                    <a:cubicBezTo>
                      <a:pt x="21" y="6"/>
                      <a:pt x="20" y="6"/>
                      <a:pt x="19" y="5"/>
                    </a:cubicBezTo>
                    <a:cubicBezTo>
                      <a:pt x="18" y="5"/>
                      <a:pt x="16" y="5"/>
                      <a:pt x="13" y="5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17"/>
                      <a:pt x="5" y="17"/>
                      <a:pt x="5" y="17"/>
                    </a:cubicBezTo>
                    <a:close/>
                    <a:moveTo>
                      <a:pt x="5" y="35"/>
                    </a:moveTo>
                    <a:cubicBezTo>
                      <a:pt x="15" y="35"/>
                      <a:pt x="15" y="35"/>
                      <a:pt x="15" y="35"/>
                    </a:cubicBezTo>
                    <a:cubicBezTo>
                      <a:pt x="17" y="35"/>
                      <a:pt x="18" y="35"/>
                      <a:pt x="19" y="35"/>
                    </a:cubicBezTo>
                    <a:cubicBezTo>
                      <a:pt x="20" y="35"/>
                      <a:pt x="21" y="34"/>
                      <a:pt x="22" y="34"/>
                    </a:cubicBezTo>
                    <a:cubicBezTo>
                      <a:pt x="23" y="33"/>
                      <a:pt x="23" y="32"/>
                      <a:pt x="24" y="31"/>
                    </a:cubicBezTo>
                    <a:cubicBezTo>
                      <a:pt x="24" y="31"/>
                      <a:pt x="25" y="29"/>
                      <a:pt x="25" y="28"/>
                    </a:cubicBezTo>
                    <a:cubicBezTo>
                      <a:pt x="25" y="27"/>
                      <a:pt x="24" y="25"/>
                      <a:pt x="23" y="24"/>
                    </a:cubicBezTo>
                    <a:cubicBezTo>
                      <a:pt x="23" y="23"/>
                      <a:pt x="22" y="22"/>
                      <a:pt x="20" y="22"/>
                    </a:cubicBezTo>
                    <a:cubicBezTo>
                      <a:pt x="19" y="22"/>
                      <a:pt x="17" y="21"/>
                      <a:pt x="15" y="21"/>
                    </a:cubicBezTo>
                    <a:cubicBezTo>
                      <a:pt x="5" y="21"/>
                      <a:pt x="5" y="21"/>
                      <a:pt x="5" y="21"/>
                    </a:cubicBezTo>
                    <a:lnTo>
                      <a:pt x="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45" name="íSļïďé"/>
              <p:cNvSpPr/>
              <p:nvPr/>
            </p:nvSpPr>
            <p:spPr bwMode="auto">
              <a:xfrm>
                <a:off x="4887913" y="3700463"/>
                <a:ext cx="100013" cy="131763"/>
              </a:xfrm>
              <a:custGeom>
                <a:avLst/>
                <a:gdLst>
                  <a:gd name="T0" fmla="*/ 0 w 63"/>
                  <a:gd name="T1" fmla="*/ 83 h 83"/>
                  <a:gd name="T2" fmla="*/ 0 w 63"/>
                  <a:gd name="T3" fmla="*/ 0 h 83"/>
                  <a:gd name="T4" fmla="*/ 61 w 63"/>
                  <a:gd name="T5" fmla="*/ 0 h 83"/>
                  <a:gd name="T6" fmla="*/ 61 w 63"/>
                  <a:gd name="T7" fmla="*/ 10 h 83"/>
                  <a:gd name="T8" fmla="*/ 13 w 63"/>
                  <a:gd name="T9" fmla="*/ 10 h 83"/>
                  <a:gd name="T10" fmla="*/ 13 w 63"/>
                  <a:gd name="T11" fmla="*/ 35 h 83"/>
                  <a:gd name="T12" fmla="*/ 56 w 63"/>
                  <a:gd name="T13" fmla="*/ 35 h 83"/>
                  <a:gd name="T14" fmla="*/ 56 w 63"/>
                  <a:gd name="T15" fmla="*/ 43 h 83"/>
                  <a:gd name="T16" fmla="*/ 13 w 63"/>
                  <a:gd name="T17" fmla="*/ 43 h 83"/>
                  <a:gd name="T18" fmla="*/ 13 w 63"/>
                  <a:gd name="T19" fmla="*/ 73 h 83"/>
                  <a:gd name="T20" fmla="*/ 63 w 63"/>
                  <a:gd name="T21" fmla="*/ 73 h 83"/>
                  <a:gd name="T22" fmla="*/ 63 w 63"/>
                  <a:gd name="T23" fmla="*/ 83 h 83"/>
                  <a:gd name="T24" fmla="*/ 0 w 63"/>
                  <a:gd name="T2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3" h="83">
                    <a:moveTo>
                      <a:pt x="0" y="83"/>
                    </a:moveTo>
                    <a:lnTo>
                      <a:pt x="0" y="0"/>
                    </a:lnTo>
                    <a:lnTo>
                      <a:pt x="61" y="0"/>
                    </a:lnTo>
                    <a:lnTo>
                      <a:pt x="61" y="10"/>
                    </a:lnTo>
                    <a:lnTo>
                      <a:pt x="13" y="10"/>
                    </a:lnTo>
                    <a:lnTo>
                      <a:pt x="13" y="35"/>
                    </a:lnTo>
                    <a:lnTo>
                      <a:pt x="56" y="35"/>
                    </a:lnTo>
                    <a:lnTo>
                      <a:pt x="56" y="43"/>
                    </a:lnTo>
                    <a:lnTo>
                      <a:pt x="13" y="43"/>
                    </a:lnTo>
                    <a:lnTo>
                      <a:pt x="13" y="73"/>
                    </a:lnTo>
                    <a:lnTo>
                      <a:pt x="63" y="73"/>
                    </a:lnTo>
                    <a:lnTo>
                      <a:pt x="63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46" name="íṥľîḍe"/>
              <p:cNvSpPr/>
              <p:nvPr/>
            </p:nvSpPr>
            <p:spPr bwMode="auto">
              <a:xfrm>
                <a:off x="5156201" y="3700463"/>
                <a:ext cx="15875" cy="1317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47" name="îṧ1iḍê"/>
              <p:cNvSpPr/>
              <p:nvPr/>
            </p:nvSpPr>
            <p:spPr bwMode="auto">
              <a:xfrm>
                <a:off x="5346701" y="3700463"/>
                <a:ext cx="103188" cy="131763"/>
              </a:xfrm>
              <a:custGeom>
                <a:avLst/>
                <a:gdLst>
                  <a:gd name="T0" fmla="*/ 0 w 65"/>
                  <a:gd name="T1" fmla="*/ 83 h 83"/>
                  <a:gd name="T2" fmla="*/ 0 w 65"/>
                  <a:gd name="T3" fmla="*/ 0 h 83"/>
                  <a:gd name="T4" fmla="*/ 11 w 65"/>
                  <a:gd name="T5" fmla="*/ 0 h 83"/>
                  <a:gd name="T6" fmla="*/ 11 w 65"/>
                  <a:gd name="T7" fmla="*/ 33 h 83"/>
                  <a:gd name="T8" fmla="*/ 52 w 65"/>
                  <a:gd name="T9" fmla="*/ 33 h 83"/>
                  <a:gd name="T10" fmla="*/ 52 w 65"/>
                  <a:gd name="T11" fmla="*/ 0 h 83"/>
                  <a:gd name="T12" fmla="*/ 65 w 65"/>
                  <a:gd name="T13" fmla="*/ 0 h 83"/>
                  <a:gd name="T14" fmla="*/ 65 w 65"/>
                  <a:gd name="T15" fmla="*/ 83 h 83"/>
                  <a:gd name="T16" fmla="*/ 52 w 65"/>
                  <a:gd name="T17" fmla="*/ 83 h 83"/>
                  <a:gd name="T18" fmla="*/ 52 w 65"/>
                  <a:gd name="T19" fmla="*/ 43 h 83"/>
                  <a:gd name="T20" fmla="*/ 11 w 65"/>
                  <a:gd name="T21" fmla="*/ 43 h 83"/>
                  <a:gd name="T22" fmla="*/ 11 w 65"/>
                  <a:gd name="T23" fmla="*/ 83 h 83"/>
                  <a:gd name="T24" fmla="*/ 0 w 65"/>
                  <a:gd name="T2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5" h="83">
                    <a:moveTo>
                      <a:pt x="0" y="83"/>
                    </a:moveTo>
                    <a:lnTo>
                      <a:pt x="0" y="0"/>
                    </a:lnTo>
                    <a:lnTo>
                      <a:pt x="11" y="0"/>
                    </a:lnTo>
                    <a:lnTo>
                      <a:pt x="11" y="33"/>
                    </a:lnTo>
                    <a:lnTo>
                      <a:pt x="52" y="33"/>
                    </a:lnTo>
                    <a:lnTo>
                      <a:pt x="52" y="0"/>
                    </a:lnTo>
                    <a:lnTo>
                      <a:pt x="65" y="0"/>
                    </a:lnTo>
                    <a:lnTo>
                      <a:pt x="65" y="83"/>
                    </a:lnTo>
                    <a:lnTo>
                      <a:pt x="52" y="83"/>
                    </a:lnTo>
                    <a:lnTo>
                      <a:pt x="52" y="43"/>
                    </a:lnTo>
                    <a:lnTo>
                      <a:pt x="11" y="43"/>
                    </a:lnTo>
                    <a:lnTo>
                      <a:pt x="11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48" name="îšlïḓe"/>
              <p:cNvSpPr/>
              <p:nvPr/>
            </p:nvSpPr>
            <p:spPr bwMode="auto">
              <a:xfrm>
                <a:off x="5603876" y="3700463"/>
                <a:ext cx="122238" cy="131763"/>
              </a:xfrm>
              <a:custGeom>
                <a:avLst/>
                <a:gdLst>
                  <a:gd name="T0" fmla="*/ 0 w 37"/>
                  <a:gd name="T1" fmla="*/ 40 h 40"/>
                  <a:gd name="T2" fmla="*/ 15 w 37"/>
                  <a:gd name="T3" fmla="*/ 0 h 40"/>
                  <a:gd name="T4" fmla="*/ 21 w 37"/>
                  <a:gd name="T5" fmla="*/ 0 h 40"/>
                  <a:gd name="T6" fmla="*/ 37 w 37"/>
                  <a:gd name="T7" fmla="*/ 40 h 40"/>
                  <a:gd name="T8" fmla="*/ 31 w 37"/>
                  <a:gd name="T9" fmla="*/ 40 h 40"/>
                  <a:gd name="T10" fmla="*/ 26 w 37"/>
                  <a:gd name="T11" fmla="*/ 28 h 40"/>
                  <a:gd name="T12" fmla="*/ 10 w 37"/>
                  <a:gd name="T13" fmla="*/ 28 h 40"/>
                  <a:gd name="T14" fmla="*/ 6 w 37"/>
                  <a:gd name="T15" fmla="*/ 40 h 40"/>
                  <a:gd name="T16" fmla="*/ 0 w 37"/>
                  <a:gd name="T17" fmla="*/ 40 h 40"/>
                  <a:gd name="T18" fmla="*/ 11 w 37"/>
                  <a:gd name="T19" fmla="*/ 23 h 40"/>
                  <a:gd name="T20" fmla="*/ 25 w 37"/>
                  <a:gd name="T21" fmla="*/ 23 h 40"/>
                  <a:gd name="T22" fmla="*/ 21 w 37"/>
                  <a:gd name="T23" fmla="*/ 12 h 40"/>
                  <a:gd name="T24" fmla="*/ 18 w 37"/>
                  <a:gd name="T25" fmla="*/ 4 h 40"/>
                  <a:gd name="T26" fmla="*/ 16 w 37"/>
                  <a:gd name="T27" fmla="*/ 12 h 40"/>
                  <a:gd name="T28" fmla="*/ 11 w 37"/>
                  <a:gd name="T29" fmla="*/ 2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7" h="40">
                    <a:moveTo>
                      <a:pt x="0" y="40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26" y="28"/>
                      <a:pt x="26" y="28"/>
                      <a:pt x="26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0" y="40"/>
                      <a:pt x="0" y="40"/>
                      <a:pt x="0" y="40"/>
                    </a:cubicBezTo>
                    <a:close/>
                    <a:moveTo>
                      <a:pt x="11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19" y="9"/>
                      <a:pt x="18" y="6"/>
                      <a:pt x="18" y="4"/>
                    </a:cubicBezTo>
                    <a:cubicBezTo>
                      <a:pt x="17" y="7"/>
                      <a:pt x="17" y="9"/>
                      <a:pt x="16" y="12"/>
                    </a:cubicBezTo>
                    <a:lnTo>
                      <a:pt x="11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49" name="iṩľiďe"/>
              <p:cNvSpPr/>
              <p:nvPr/>
            </p:nvSpPr>
            <p:spPr bwMode="auto">
              <a:xfrm>
                <a:off x="5881688" y="3700463"/>
                <a:ext cx="101600" cy="131763"/>
              </a:xfrm>
              <a:custGeom>
                <a:avLst/>
                <a:gdLst>
                  <a:gd name="T0" fmla="*/ 0 w 64"/>
                  <a:gd name="T1" fmla="*/ 83 h 83"/>
                  <a:gd name="T2" fmla="*/ 0 w 64"/>
                  <a:gd name="T3" fmla="*/ 0 h 83"/>
                  <a:gd name="T4" fmla="*/ 12 w 64"/>
                  <a:gd name="T5" fmla="*/ 0 h 83"/>
                  <a:gd name="T6" fmla="*/ 54 w 64"/>
                  <a:gd name="T7" fmla="*/ 64 h 83"/>
                  <a:gd name="T8" fmla="*/ 54 w 64"/>
                  <a:gd name="T9" fmla="*/ 0 h 83"/>
                  <a:gd name="T10" fmla="*/ 64 w 64"/>
                  <a:gd name="T11" fmla="*/ 0 h 83"/>
                  <a:gd name="T12" fmla="*/ 64 w 64"/>
                  <a:gd name="T13" fmla="*/ 83 h 83"/>
                  <a:gd name="T14" fmla="*/ 54 w 64"/>
                  <a:gd name="T15" fmla="*/ 83 h 83"/>
                  <a:gd name="T16" fmla="*/ 10 w 64"/>
                  <a:gd name="T17" fmla="*/ 18 h 83"/>
                  <a:gd name="T18" fmla="*/ 10 w 64"/>
                  <a:gd name="T19" fmla="*/ 83 h 83"/>
                  <a:gd name="T20" fmla="*/ 0 w 64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4" h="83">
                    <a:moveTo>
                      <a:pt x="0" y="83"/>
                    </a:moveTo>
                    <a:lnTo>
                      <a:pt x="0" y="0"/>
                    </a:lnTo>
                    <a:lnTo>
                      <a:pt x="12" y="0"/>
                    </a:lnTo>
                    <a:lnTo>
                      <a:pt x="54" y="64"/>
                    </a:lnTo>
                    <a:lnTo>
                      <a:pt x="54" y="0"/>
                    </a:lnTo>
                    <a:lnTo>
                      <a:pt x="64" y="0"/>
                    </a:lnTo>
                    <a:lnTo>
                      <a:pt x="64" y="83"/>
                    </a:lnTo>
                    <a:lnTo>
                      <a:pt x="54" y="83"/>
                    </a:lnTo>
                    <a:lnTo>
                      <a:pt x="10" y="18"/>
                    </a:lnTo>
                    <a:lnTo>
                      <a:pt x="10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0" name="ïṩlíḋè"/>
              <p:cNvSpPr/>
              <p:nvPr/>
            </p:nvSpPr>
            <p:spPr bwMode="auto">
              <a:xfrm>
                <a:off x="6151563" y="3695700"/>
                <a:ext cx="119063" cy="136525"/>
              </a:xfrm>
              <a:custGeom>
                <a:avLst/>
                <a:gdLst>
                  <a:gd name="T0" fmla="*/ 20 w 36"/>
                  <a:gd name="T1" fmla="*/ 25 h 41"/>
                  <a:gd name="T2" fmla="*/ 20 w 36"/>
                  <a:gd name="T3" fmla="*/ 20 h 41"/>
                  <a:gd name="T4" fmla="*/ 36 w 36"/>
                  <a:gd name="T5" fmla="*/ 20 h 41"/>
                  <a:gd name="T6" fmla="*/ 36 w 36"/>
                  <a:gd name="T7" fmla="*/ 35 h 41"/>
                  <a:gd name="T8" fmla="*/ 28 w 36"/>
                  <a:gd name="T9" fmla="*/ 40 h 41"/>
                  <a:gd name="T10" fmla="*/ 20 w 36"/>
                  <a:gd name="T11" fmla="*/ 41 h 41"/>
                  <a:gd name="T12" fmla="*/ 9 w 36"/>
                  <a:gd name="T13" fmla="*/ 39 h 41"/>
                  <a:gd name="T14" fmla="*/ 2 w 36"/>
                  <a:gd name="T15" fmla="*/ 32 h 41"/>
                  <a:gd name="T16" fmla="*/ 0 w 36"/>
                  <a:gd name="T17" fmla="*/ 21 h 41"/>
                  <a:gd name="T18" fmla="*/ 2 w 36"/>
                  <a:gd name="T19" fmla="*/ 10 h 41"/>
                  <a:gd name="T20" fmla="*/ 9 w 36"/>
                  <a:gd name="T21" fmla="*/ 3 h 41"/>
                  <a:gd name="T22" fmla="*/ 20 w 36"/>
                  <a:gd name="T23" fmla="*/ 0 h 41"/>
                  <a:gd name="T24" fmla="*/ 27 w 36"/>
                  <a:gd name="T25" fmla="*/ 2 h 41"/>
                  <a:gd name="T26" fmla="*/ 33 w 36"/>
                  <a:gd name="T27" fmla="*/ 6 h 41"/>
                  <a:gd name="T28" fmla="*/ 36 w 36"/>
                  <a:gd name="T29" fmla="*/ 12 h 41"/>
                  <a:gd name="T30" fmla="*/ 31 w 36"/>
                  <a:gd name="T31" fmla="*/ 13 h 41"/>
                  <a:gd name="T32" fmla="*/ 29 w 36"/>
                  <a:gd name="T33" fmla="*/ 9 h 41"/>
                  <a:gd name="T34" fmla="*/ 25 w 36"/>
                  <a:gd name="T35" fmla="*/ 6 h 41"/>
                  <a:gd name="T36" fmla="*/ 20 w 36"/>
                  <a:gd name="T37" fmla="*/ 5 h 41"/>
                  <a:gd name="T38" fmla="*/ 13 w 36"/>
                  <a:gd name="T39" fmla="*/ 6 h 41"/>
                  <a:gd name="T40" fmla="*/ 9 w 36"/>
                  <a:gd name="T41" fmla="*/ 9 h 41"/>
                  <a:gd name="T42" fmla="*/ 7 w 36"/>
                  <a:gd name="T43" fmla="*/ 13 h 41"/>
                  <a:gd name="T44" fmla="*/ 5 w 36"/>
                  <a:gd name="T45" fmla="*/ 21 h 41"/>
                  <a:gd name="T46" fmla="*/ 7 w 36"/>
                  <a:gd name="T47" fmla="*/ 30 h 41"/>
                  <a:gd name="T48" fmla="*/ 12 w 36"/>
                  <a:gd name="T49" fmla="*/ 35 h 41"/>
                  <a:gd name="T50" fmla="*/ 20 w 36"/>
                  <a:gd name="T51" fmla="*/ 37 h 41"/>
                  <a:gd name="T52" fmla="*/ 26 w 36"/>
                  <a:gd name="T53" fmla="*/ 35 h 41"/>
                  <a:gd name="T54" fmla="*/ 31 w 36"/>
                  <a:gd name="T55" fmla="*/ 32 h 41"/>
                  <a:gd name="T56" fmla="*/ 31 w 36"/>
                  <a:gd name="T57" fmla="*/ 25 h 41"/>
                  <a:gd name="T58" fmla="*/ 20 w 36"/>
                  <a:gd name="T59" fmla="*/ 25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6" h="41">
                    <a:moveTo>
                      <a:pt x="20" y="25"/>
                    </a:moveTo>
                    <a:cubicBezTo>
                      <a:pt x="20" y="20"/>
                      <a:pt x="20" y="20"/>
                      <a:pt x="20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4" y="37"/>
                      <a:pt x="31" y="39"/>
                      <a:pt x="28" y="40"/>
                    </a:cubicBezTo>
                    <a:cubicBezTo>
                      <a:pt x="26" y="41"/>
                      <a:pt x="23" y="41"/>
                      <a:pt x="20" y="41"/>
                    </a:cubicBezTo>
                    <a:cubicBezTo>
                      <a:pt x="16" y="41"/>
                      <a:pt x="13" y="40"/>
                      <a:pt x="9" y="39"/>
                    </a:cubicBezTo>
                    <a:cubicBezTo>
                      <a:pt x="6" y="37"/>
                      <a:pt x="4" y="35"/>
                      <a:pt x="2" y="32"/>
                    </a:cubicBezTo>
                    <a:cubicBezTo>
                      <a:pt x="1" y="28"/>
                      <a:pt x="0" y="25"/>
                      <a:pt x="0" y="21"/>
                    </a:cubicBezTo>
                    <a:cubicBezTo>
                      <a:pt x="0" y="17"/>
                      <a:pt x="1" y="14"/>
                      <a:pt x="2" y="10"/>
                    </a:cubicBezTo>
                    <a:cubicBezTo>
                      <a:pt x="4" y="7"/>
                      <a:pt x="6" y="4"/>
                      <a:pt x="9" y="3"/>
                    </a:cubicBezTo>
                    <a:cubicBezTo>
                      <a:pt x="12" y="1"/>
                      <a:pt x="16" y="0"/>
                      <a:pt x="20" y="0"/>
                    </a:cubicBezTo>
                    <a:cubicBezTo>
                      <a:pt x="22" y="0"/>
                      <a:pt x="25" y="1"/>
                      <a:pt x="27" y="2"/>
                    </a:cubicBezTo>
                    <a:cubicBezTo>
                      <a:pt x="30" y="3"/>
                      <a:pt x="31" y="4"/>
                      <a:pt x="33" y="6"/>
                    </a:cubicBezTo>
                    <a:cubicBezTo>
                      <a:pt x="34" y="7"/>
                      <a:pt x="35" y="9"/>
                      <a:pt x="36" y="12"/>
                    </a:cubicBezTo>
                    <a:cubicBezTo>
                      <a:pt x="31" y="13"/>
                      <a:pt x="31" y="13"/>
                      <a:pt x="31" y="13"/>
                    </a:cubicBezTo>
                    <a:cubicBezTo>
                      <a:pt x="30" y="11"/>
                      <a:pt x="30" y="10"/>
                      <a:pt x="29" y="9"/>
                    </a:cubicBezTo>
                    <a:cubicBezTo>
                      <a:pt x="28" y="8"/>
                      <a:pt x="27" y="7"/>
                      <a:pt x="25" y="6"/>
                    </a:cubicBezTo>
                    <a:cubicBezTo>
                      <a:pt x="23" y="5"/>
                      <a:pt x="22" y="5"/>
                      <a:pt x="20" y="5"/>
                    </a:cubicBezTo>
                    <a:cubicBezTo>
                      <a:pt x="17" y="5"/>
                      <a:pt x="15" y="5"/>
                      <a:pt x="13" y="6"/>
                    </a:cubicBezTo>
                    <a:cubicBezTo>
                      <a:pt x="12" y="7"/>
                      <a:pt x="10" y="8"/>
                      <a:pt x="9" y="9"/>
                    </a:cubicBezTo>
                    <a:cubicBezTo>
                      <a:pt x="8" y="10"/>
                      <a:pt x="7" y="11"/>
                      <a:pt x="7" y="13"/>
                    </a:cubicBezTo>
                    <a:cubicBezTo>
                      <a:pt x="6" y="15"/>
                      <a:pt x="5" y="18"/>
                      <a:pt x="5" y="21"/>
                    </a:cubicBezTo>
                    <a:cubicBezTo>
                      <a:pt x="5" y="24"/>
                      <a:pt x="6" y="27"/>
                      <a:pt x="7" y="30"/>
                    </a:cubicBezTo>
                    <a:cubicBezTo>
                      <a:pt x="8" y="32"/>
                      <a:pt x="10" y="34"/>
                      <a:pt x="12" y="35"/>
                    </a:cubicBezTo>
                    <a:cubicBezTo>
                      <a:pt x="15" y="36"/>
                      <a:pt x="17" y="37"/>
                      <a:pt x="20" y="37"/>
                    </a:cubicBezTo>
                    <a:cubicBezTo>
                      <a:pt x="22" y="37"/>
                      <a:pt x="24" y="36"/>
                      <a:pt x="26" y="35"/>
                    </a:cubicBezTo>
                    <a:cubicBezTo>
                      <a:pt x="28" y="34"/>
                      <a:pt x="30" y="33"/>
                      <a:pt x="31" y="32"/>
                    </a:cubicBezTo>
                    <a:cubicBezTo>
                      <a:pt x="31" y="25"/>
                      <a:pt x="31" y="25"/>
                      <a:pt x="31" y="25"/>
                    </a:cubicBezTo>
                    <a:lnTo>
                      <a:pt x="20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1" name="iṩľíḋé"/>
              <p:cNvSpPr/>
              <p:nvPr/>
            </p:nvSpPr>
            <p:spPr bwMode="auto">
              <a:xfrm>
                <a:off x="6478588" y="3700463"/>
                <a:ext cx="106363" cy="131763"/>
              </a:xfrm>
              <a:custGeom>
                <a:avLst/>
                <a:gdLst>
                  <a:gd name="T0" fmla="*/ 26 w 32"/>
                  <a:gd name="T1" fmla="*/ 0 h 40"/>
                  <a:gd name="T2" fmla="*/ 32 w 32"/>
                  <a:gd name="T3" fmla="*/ 0 h 40"/>
                  <a:gd name="T4" fmla="*/ 32 w 32"/>
                  <a:gd name="T5" fmla="*/ 23 h 40"/>
                  <a:gd name="T6" fmla="*/ 30 w 32"/>
                  <a:gd name="T7" fmla="*/ 32 h 40"/>
                  <a:gd name="T8" fmla="*/ 25 w 32"/>
                  <a:gd name="T9" fmla="*/ 38 h 40"/>
                  <a:gd name="T10" fmla="*/ 16 w 32"/>
                  <a:gd name="T11" fmla="*/ 40 h 40"/>
                  <a:gd name="T12" fmla="*/ 7 w 32"/>
                  <a:gd name="T13" fmla="*/ 38 h 40"/>
                  <a:gd name="T14" fmla="*/ 2 w 32"/>
                  <a:gd name="T15" fmla="*/ 33 h 40"/>
                  <a:gd name="T16" fmla="*/ 0 w 32"/>
                  <a:gd name="T17" fmla="*/ 23 h 40"/>
                  <a:gd name="T18" fmla="*/ 0 w 32"/>
                  <a:gd name="T19" fmla="*/ 0 h 40"/>
                  <a:gd name="T20" fmla="*/ 6 w 32"/>
                  <a:gd name="T21" fmla="*/ 0 h 40"/>
                  <a:gd name="T22" fmla="*/ 6 w 32"/>
                  <a:gd name="T23" fmla="*/ 23 h 40"/>
                  <a:gd name="T24" fmla="*/ 7 w 32"/>
                  <a:gd name="T25" fmla="*/ 30 h 40"/>
                  <a:gd name="T26" fmla="*/ 10 w 32"/>
                  <a:gd name="T27" fmla="*/ 34 h 40"/>
                  <a:gd name="T28" fmla="*/ 16 w 32"/>
                  <a:gd name="T29" fmla="*/ 36 h 40"/>
                  <a:gd name="T30" fmla="*/ 24 w 32"/>
                  <a:gd name="T31" fmla="*/ 33 h 40"/>
                  <a:gd name="T32" fmla="*/ 26 w 32"/>
                  <a:gd name="T33" fmla="*/ 23 h 40"/>
                  <a:gd name="T34" fmla="*/ 26 w 32"/>
                  <a:gd name="T3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2" h="40">
                    <a:moveTo>
                      <a:pt x="26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2" y="27"/>
                      <a:pt x="31" y="30"/>
                      <a:pt x="30" y="32"/>
                    </a:cubicBezTo>
                    <a:cubicBezTo>
                      <a:pt x="29" y="35"/>
                      <a:pt x="28" y="37"/>
                      <a:pt x="25" y="38"/>
                    </a:cubicBezTo>
                    <a:cubicBezTo>
                      <a:pt x="23" y="40"/>
                      <a:pt x="20" y="40"/>
                      <a:pt x="16" y="40"/>
                    </a:cubicBezTo>
                    <a:cubicBezTo>
                      <a:pt x="12" y="40"/>
                      <a:pt x="9" y="40"/>
                      <a:pt x="7" y="38"/>
                    </a:cubicBezTo>
                    <a:cubicBezTo>
                      <a:pt x="5" y="37"/>
                      <a:pt x="3" y="35"/>
                      <a:pt x="2" y="33"/>
                    </a:cubicBezTo>
                    <a:cubicBezTo>
                      <a:pt x="1" y="30"/>
                      <a:pt x="0" y="27"/>
                      <a:pt x="0" y="2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6"/>
                      <a:pt x="6" y="29"/>
                      <a:pt x="7" y="30"/>
                    </a:cubicBezTo>
                    <a:cubicBezTo>
                      <a:pt x="7" y="32"/>
                      <a:pt x="8" y="33"/>
                      <a:pt x="10" y="34"/>
                    </a:cubicBezTo>
                    <a:cubicBezTo>
                      <a:pt x="11" y="35"/>
                      <a:pt x="13" y="36"/>
                      <a:pt x="16" y="36"/>
                    </a:cubicBezTo>
                    <a:cubicBezTo>
                      <a:pt x="19" y="36"/>
                      <a:pt x="22" y="35"/>
                      <a:pt x="24" y="33"/>
                    </a:cubicBezTo>
                    <a:cubicBezTo>
                      <a:pt x="25" y="31"/>
                      <a:pt x="26" y="28"/>
                      <a:pt x="26" y="23"/>
                    </a:cubicBezTo>
                    <a:lnTo>
                      <a:pt x="2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2" name="iṧlíḓé"/>
              <p:cNvSpPr/>
              <p:nvPr/>
            </p:nvSpPr>
            <p:spPr bwMode="auto">
              <a:xfrm>
                <a:off x="6753226" y="3700463"/>
                <a:ext cx="101600" cy="131763"/>
              </a:xfrm>
              <a:custGeom>
                <a:avLst/>
                <a:gdLst>
                  <a:gd name="T0" fmla="*/ 0 w 64"/>
                  <a:gd name="T1" fmla="*/ 83 h 83"/>
                  <a:gd name="T2" fmla="*/ 0 w 64"/>
                  <a:gd name="T3" fmla="*/ 0 h 83"/>
                  <a:gd name="T4" fmla="*/ 12 w 64"/>
                  <a:gd name="T5" fmla="*/ 0 h 83"/>
                  <a:gd name="T6" fmla="*/ 54 w 64"/>
                  <a:gd name="T7" fmla="*/ 64 h 83"/>
                  <a:gd name="T8" fmla="*/ 54 w 64"/>
                  <a:gd name="T9" fmla="*/ 0 h 83"/>
                  <a:gd name="T10" fmla="*/ 64 w 64"/>
                  <a:gd name="T11" fmla="*/ 0 h 83"/>
                  <a:gd name="T12" fmla="*/ 64 w 64"/>
                  <a:gd name="T13" fmla="*/ 83 h 83"/>
                  <a:gd name="T14" fmla="*/ 54 w 64"/>
                  <a:gd name="T15" fmla="*/ 83 h 83"/>
                  <a:gd name="T16" fmla="*/ 10 w 64"/>
                  <a:gd name="T17" fmla="*/ 18 h 83"/>
                  <a:gd name="T18" fmla="*/ 10 w 64"/>
                  <a:gd name="T19" fmla="*/ 83 h 83"/>
                  <a:gd name="T20" fmla="*/ 0 w 64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4" h="83">
                    <a:moveTo>
                      <a:pt x="0" y="83"/>
                    </a:moveTo>
                    <a:lnTo>
                      <a:pt x="0" y="0"/>
                    </a:lnTo>
                    <a:lnTo>
                      <a:pt x="12" y="0"/>
                    </a:lnTo>
                    <a:lnTo>
                      <a:pt x="54" y="64"/>
                    </a:lnTo>
                    <a:lnTo>
                      <a:pt x="54" y="0"/>
                    </a:lnTo>
                    <a:lnTo>
                      <a:pt x="64" y="0"/>
                    </a:lnTo>
                    <a:lnTo>
                      <a:pt x="64" y="83"/>
                    </a:lnTo>
                    <a:lnTo>
                      <a:pt x="54" y="83"/>
                    </a:lnTo>
                    <a:lnTo>
                      <a:pt x="10" y="18"/>
                    </a:lnTo>
                    <a:lnTo>
                      <a:pt x="10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3" name="íṥľide"/>
              <p:cNvSpPr/>
              <p:nvPr/>
            </p:nvSpPr>
            <p:spPr bwMode="auto">
              <a:xfrm>
                <a:off x="7029451" y="3700463"/>
                <a:ext cx="15875" cy="1317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4" name="ïṩlîḑè"/>
              <p:cNvSpPr/>
              <p:nvPr/>
            </p:nvSpPr>
            <p:spPr bwMode="auto">
              <a:xfrm>
                <a:off x="7207251" y="3700463"/>
                <a:ext cx="119063" cy="131763"/>
              </a:xfrm>
              <a:custGeom>
                <a:avLst/>
                <a:gdLst>
                  <a:gd name="T0" fmla="*/ 15 w 36"/>
                  <a:gd name="T1" fmla="*/ 40 h 40"/>
                  <a:gd name="T2" fmla="*/ 0 w 36"/>
                  <a:gd name="T3" fmla="*/ 0 h 40"/>
                  <a:gd name="T4" fmla="*/ 5 w 36"/>
                  <a:gd name="T5" fmla="*/ 0 h 40"/>
                  <a:gd name="T6" fmla="*/ 15 w 36"/>
                  <a:gd name="T7" fmla="*/ 29 h 40"/>
                  <a:gd name="T8" fmla="*/ 18 w 36"/>
                  <a:gd name="T9" fmla="*/ 35 h 40"/>
                  <a:gd name="T10" fmla="*/ 20 w 36"/>
                  <a:gd name="T11" fmla="*/ 29 h 40"/>
                  <a:gd name="T12" fmla="*/ 30 w 36"/>
                  <a:gd name="T13" fmla="*/ 0 h 40"/>
                  <a:gd name="T14" fmla="*/ 36 w 36"/>
                  <a:gd name="T15" fmla="*/ 0 h 40"/>
                  <a:gd name="T16" fmla="*/ 20 w 36"/>
                  <a:gd name="T17" fmla="*/ 40 h 40"/>
                  <a:gd name="T18" fmla="*/ 15 w 36"/>
                  <a:gd name="T19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40">
                    <a:moveTo>
                      <a:pt x="15" y="4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6" y="31"/>
                      <a:pt x="17" y="33"/>
                      <a:pt x="18" y="35"/>
                    </a:cubicBezTo>
                    <a:cubicBezTo>
                      <a:pt x="18" y="33"/>
                      <a:pt x="19" y="31"/>
                      <a:pt x="20" y="29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20" y="40"/>
                      <a:pt x="20" y="40"/>
                      <a:pt x="20" y="40"/>
                    </a:cubicBezTo>
                    <a:lnTo>
                      <a:pt x="15" y="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5" name="í$ḷiḓê"/>
              <p:cNvSpPr/>
              <p:nvPr/>
            </p:nvSpPr>
            <p:spPr bwMode="auto">
              <a:xfrm>
                <a:off x="7485063" y="3700463"/>
                <a:ext cx="95250" cy="131763"/>
              </a:xfrm>
              <a:custGeom>
                <a:avLst/>
                <a:gdLst>
                  <a:gd name="T0" fmla="*/ 0 w 60"/>
                  <a:gd name="T1" fmla="*/ 83 h 83"/>
                  <a:gd name="T2" fmla="*/ 0 w 60"/>
                  <a:gd name="T3" fmla="*/ 0 h 83"/>
                  <a:gd name="T4" fmla="*/ 58 w 60"/>
                  <a:gd name="T5" fmla="*/ 0 h 83"/>
                  <a:gd name="T6" fmla="*/ 58 w 60"/>
                  <a:gd name="T7" fmla="*/ 10 h 83"/>
                  <a:gd name="T8" fmla="*/ 10 w 60"/>
                  <a:gd name="T9" fmla="*/ 10 h 83"/>
                  <a:gd name="T10" fmla="*/ 10 w 60"/>
                  <a:gd name="T11" fmla="*/ 35 h 83"/>
                  <a:gd name="T12" fmla="*/ 56 w 60"/>
                  <a:gd name="T13" fmla="*/ 35 h 83"/>
                  <a:gd name="T14" fmla="*/ 56 w 60"/>
                  <a:gd name="T15" fmla="*/ 43 h 83"/>
                  <a:gd name="T16" fmla="*/ 10 w 60"/>
                  <a:gd name="T17" fmla="*/ 43 h 83"/>
                  <a:gd name="T18" fmla="*/ 10 w 60"/>
                  <a:gd name="T19" fmla="*/ 73 h 83"/>
                  <a:gd name="T20" fmla="*/ 60 w 60"/>
                  <a:gd name="T21" fmla="*/ 73 h 83"/>
                  <a:gd name="T22" fmla="*/ 60 w 60"/>
                  <a:gd name="T23" fmla="*/ 83 h 83"/>
                  <a:gd name="T24" fmla="*/ 0 w 60"/>
                  <a:gd name="T2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" h="83">
                    <a:moveTo>
                      <a:pt x="0" y="83"/>
                    </a:moveTo>
                    <a:lnTo>
                      <a:pt x="0" y="0"/>
                    </a:lnTo>
                    <a:lnTo>
                      <a:pt x="58" y="0"/>
                    </a:lnTo>
                    <a:lnTo>
                      <a:pt x="58" y="10"/>
                    </a:lnTo>
                    <a:lnTo>
                      <a:pt x="10" y="10"/>
                    </a:lnTo>
                    <a:lnTo>
                      <a:pt x="10" y="35"/>
                    </a:lnTo>
                    <a:lnTo>
                      <a:pt x="56" y="35"/>
                    </a:lnTo>
                    <a:lnTo>
                      <a:pt x="56" y="43"/>
                    </a:lnTo>
                    <a:lnTo>
                      <a:pt x="10" y="43"/>
                    </a:lnTo>
                    <a:lnTo>
                      <a:pt x="10" y="73"/>
                    </a:lnTo>
                    <a:lnTo>
                      <a:pt x="60" y="73"/>
                    </a:lnTo>
                    <a:lnTo>
                      <a:pt x="60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6" name="ïṡļîdê"/>
              <p:cNvSpPr/>
              <p:nvPr/>
            </p:nvSpPr>
            <p:spPr bwMode="auto">
              <a:xfrm>
                <a:off x="7745413" y="3700463"/>
                <a:ext cx="115888" cy="131763"/>
              </a:xfrm>
              <a:custGeom>
                <a:avLst/>
                <a:gdLst>
                  <a:gd name="T0" fmla="*/ 0 w 35"/>
                  <a:gd name="T1" fmla="*/ 40 h 40"/>
                  <a:gd name="T2" fmla="*/ 0 w 35"/>
                  <a:gd name="T3" fmla="*/ 0 h 40"/>
                  <a:gd name="T4" fmla="*/ 18 w 35"/>
                  <a:gd name="T5" fmla="*/ 0 h 40"/>
                  <a:gd name="T6" fmla="*/ 26 w 35"/>
                  <a:gd name="T7" fmla="*/ 1 h 40"/>
                  <a:gd name="T8" fmla="*/ 30 w 35"/>
                  <a:gd name="T9" fmla="*/ 5 h 40"/>
                  <a:gd name="T10" fmla="*/ 32 w 35"/>
                  <a:gd name="T11" fmla="*/ 11 h 40"/>
                  <a:gd name="T12" fmla="*/ 29 w 35"/>
                  <a:gd name="T13" fmla="*/ 18 h 40"/>
                  <a:gd name="T14" fmla="*/ 21 w 35"/>
                  <a:gd name="T15" fmla="*/ 22 h 40"/>
                  <a:gd name="T16" fmla="*/ 24 w 35"/>
                  <a:gd name="T17" fmla="*/ 24 h 40"/>
                  <a:gd name="T18" fmla="*/ 28 w 35"/>
                  <a:gd name="T19" fmla="*/ 29 h 40"/>
                  <a:gd name="T20" fmla="*/ 35 w 35"/>
                  <a:gd name="T21" fmla="*/ 40 h 40"/>
                  <a:gd name="T22" fmla="*/ 29 w 35"/>
                  <a:gd name="T23" fmla="*/ 40 h 40"/>
                  <a:gd name="T24" fmla="*/ 23 w 35"/>
                  <a:gd name="T25" fmla="*/ 31 h 40"/>
                  <a:gd name="T26" fmla="*/ 20 w 35"/>
                  <a:gd name="T27" fmla="*/ 26 h 40"/>
                  <a:gd name="T28" fmla="*/ 17 w 35"/>
                  <a:gd name="T29" fmla="*/ 23 h 40"/>
                  <a:gd name="T30" fmla="*/ 15 w 35"/>
                  <a:gd name="T31" fmla="*/ 22 h 40"/>
                  <a:gd name="T32" fmla="*/ 12 w 35"/>
                  <a:gd name="T33" fmla="*/ 22 h 40"/>
                  <a:gd name="T34" fmla="*/ 6 w 35"/>
                  <a:gd name="T35" fmla="*/ 22 h 40"/>
                  <a:gd name="T36" fmla="*/ 6 w 35"/>
                  <a:gd name="T37" fmla="*/ 40 h 40"/>
                  <a:gd name="T38" fmla="*/ 0 w 35"/>
                  <a:gd name="T39" fmla="*/ 40 h 40"/>
                  <a:gd name="T40" fmla="*/ 6 w 35"/>
                  <a:gd name="T41" fmla="*/ 18 h 40"/>
                  <a:gd name="T42" fmla="*/ 17 w 35"/>
                  <a:gd name="T43" fmla="*/ 18 h 40"/>
                  <a:gd name="T44" fmla="*/ 22 w 35"/>
                  <a:gd name="T45" fmla="*/ 17 h 40"/>
                  <a:gd name="T46" fmla="*/ 26 w 35"/>
                  <a:gd name="T47" fmla="*/ 14 h 40"/>
                  <a:gd name="T48" fmla="*/ 27 w 35"/>
                  <a:gd name="T49" fmla="*/ 11 h 40"/>
                  <a:gd name="T50" fmla="*/ 25 w 35"/>
                  <a:gd name="T51" fmla="*/ 6 h 40"/>
                  <a:gd name="T52" fmla="*/ 18 w 35"/>
                  <a:gd name="T53" fmla="*/ 4 h 40"/>
                  <a:gd name="T54" fmla="*/ 6 w 35"/>
                  <a:gd name="T55" fmla="*/ 4 h 40"/>
                  <a:gd name="T56" fmla="*/ 6 w 35"/>
                  <a:gd name="T57" fmla="*/ 1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5" h="40">
                    <a:moveTo>
                      <a:pt x="0" y="4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1" y="0"/>
                      <a:pt x="24" y="0"/>
                      <a:pt x="26" y="1"/>
                    </a:cubicBezTo>
                    <a:cubicBezTo>
                      <a:pt x="28" y="2"/>
                      <a:pt x="29" y="3"/>
                      <a:pt x="30" y="5"/>
                    </a:cubicBezTo>
                    <a:cubicBezTo>
                      <a:pt x="31" y="7"/>
                      <a:pt x="32" y="9"/>
                      <a:pt x="32" y="11"/>
                    </a:cubicBezTo>
                    <a:cubicBezTo>
                      <a:pt x="32" y="14"/>
                      <a:pt x="31" y="16"/>
                      <a:pt x="29" y="18"/>
                    </a:cubicBezTo>
                    <a:cubicBezTo>
                      <a:pt x="27" y="20"/>
                      <a:pt x="25" y="21"/>
                      <a:pt x="21" y="22"/>
                    </a:cubicBezTo>
                    <a:cubicBezTo>
                      <a:pt x="22" y="22"/>
                      <a:pt x="23" y="23"/>
                      <a:pt x="24" y="24"/>
                    </a:cubicBezTo>
                    <a:cubicBezTo>
                      <a:pt x="25" y="25"/>
                      <a:pt x="27" y="27"/>
                      <a:pt x="28" y="2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3" y="31"/>
                      <a:pt x="23" y="31"/>
                      <a:pt x="23" y="31"/>
                    </a:cubicBezTo>
                    <a:cubicBezTo>
                      <a:pt x="22" y="29"/>
                      <a:pt x="21" y="27"/>
                      <a:pt x="20" y="26"/>
                    </a:cubicBezTo>
                    <a:cubicBezTo>
                      <a:pt x="19" y="25"/>
                      <a:pt x="18" y="24"/>
                      <a:pt x="17" y="23"/>
                    </a:cubicBezTo>
                    <a:cubicBezTo>
                      <a:pt x="16" y="23"/>
                      <a:pt x="15" y="22"/>
                      <a:pt x="15" y="22"/>
                    </a:cubicBezTo>
                    <a:cubicBezTo>
                      <a:pt x="14" y="22"/>
                      <a:pt x="13" y="22"/>
                      <a:pt x="12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0" y="40"/>
                      <a:pt x="0" y="40"/>
                      <a:pt x="0" y="40"/>
                    </a:cubicBezTo>
                    <a:close/>
                    <a:moveTo>
                      <a:pt x="6" y="18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9" y="18"/>
                      <a:pt x="21" y="17"/>
                      <a:pt x="22" y="17"/>
                    </a:cubicBezTo>
                    <a:cubicBezTo>
                      <a:pt x="24" y="16"/>
                      <a:pt x="25" y="15"/>
                      <a:pt x="26" y="14"/>
                    </a:cubicBezTo>
                    <a:cubicBezTo>
                      <a:pt x="26" y="13"/>
                      <a:pt x="27" y="12"/>
                      <a:pt x="27" y="11"/>
                    </a:cubicBezTo>
                    <a:cubicBezTo>
                      <a:pt x="27" y="9"/>
                      <a:pt x="26" y="7"/>
                      <a:pt x="25" y="6"/>
                    </a:cubicBezTo>
                    <a:cubicBezTo>
                      <a:pt x="23" y="5"/>
                      <a:pt x="21" y="4"/>
                      <a:pt x="18" y="4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7" name="ísḷíďê"/>
              <p:cNvSpPr/>
              <p:nvPr/>
            </p:nvSpPr>
            <p:spPr bwMode="auto">
              <a:xfrm>
                <a:off x="8012113" y="3695700"/>
                <a:ext cx="106363" cy="136525"/>
              </a:xfrm>
              <a:custGeom>
                <a:avLst/>
                <a:gdLst>
                  <a:gd name="T0" fmla="*/ 0 w 32"/>
                  <a:gd name="T1" fmla="*/ 28 h 41"/>
                  <a:gd name="T2" fmla="*/ 5 w 32"/>
                  <a:gd name="T3" fmla="*/ 27 h 41"/>
                  <a:gd name="T4" fmla="*/ 7 w 32"/>
                  <a:gd name="T5" fmla="*/ 32 h 41"/>
                  <a:gd name="T6" fmla="*/ 11 w 32"/>
                  <a:gd name="T7" fmla="*/ 35 h 41"/>
                  <a:gd name="T8" fmla="*/ 17 w 32"/>
                  <a:gd name="T9" fmla="*/ 37 h 41"/>
                  <a:gd name="T10" fmla="*/ 22 w 32"/>
                  <a:gd name="T11" fmla="*/ 36 h 41"/>
                  <a:gd name="T12" fmla="*/ 26 w 32"/>
                  <a:gd name="T13" fmla="*/ 33 h 41"/>
                  <a:gd name="T14" fmla="*/ 27 w 32"/>
                  <a:gd name="T15" fmla="*/ 30 h 41"/>
                  <a:gd name="T16" fmla="*/ 26 w 32"/>
                  <a:gd name="T17" fmla="*/ 27 h 41"/>
                  <a:gd name="T18" fmla="*/ 22 w 32"/>
                  <a:gd name="T19" fmla="*/ 24 h 41"/>
                  <a:gd name="T20" fmla="*/ 15 w 32"/>
                  <a:gd name="T21" fmla="*/ 22 h 41"/>
                  <a:gd name="T22" fmla="*/ 8 w 32"/>
                  <a:gd name="T23" fmla="*/ 20 h 41"/>
                  <a:gd name="T24" fmla="*/ 3 w 32"/>
                  <a:gd name="T25" fmla="*/ 16 h 41"/>
                  <a:gd name="T26" fmla="*/ 2 w 32"/>
                  <a:gd name="T27" fmla="*/ 11 h 41"/>
                  <a:gd name="T28" fmla="*/ 4 w 32"/>
                  <a:gd name="T29" fmla="*/ 6 h 41"/>
                  <a:gd name="T30" fmla="*/ 9 w 32"/>
                  <a:gd name="T31" fmla="*/ 2 h 41"/>
                  <a:gd name="T32" fmla="*/ 16 w 32"/>
                  <a:gd name="T33" fmla="*/ 0 h 41"/>
                  <a:gd name="T34" fmla="*/ 24 w 32"/>
                  <a:gd name="T35" fmla="*/ 2 h 41"/>
                  <a:gd name="T36" fmla="*/ 29 w 32"/>
                  <a:gd name="T37" fmla="*/ 6 h 41"/>
                  <a:gd name="T38" fmla="*/ 31 w 32"/>
                  <a:gd name="T39" fmla="*/ 12 h 41"/>
                  <a:gd name="T40" fmla="*/ 26 w 32"/>
                  <a:gd name="T41" fmla="*/ 13 h 41"/>
                  <a:gd name="T42" fmla="*/ 23 w 32"/>
                  <a:gd name="T43" fmla="*/ 7 h 41"/>
                  <a:gd name="T44" fmla="*/ 16 w 32"/>
                  <a:gd name="T45" fmla="*/ 5 h 41"/>
                  <a:gd name="T46" fmla="*/ 9 w 32"/>
                  <a:gd name="T47" fmla="*/ 7 h 41"/>
                  <a:gd name="T48" fmla="*/ 7 w 32"/>
                  <a:gd name="T49" fmla="*/ 11 h 41"/>
                  <a:gd name="T50" fmla="*/ 8 w 32"/>
                  <a:gd name="T51" fmla="*/ 14 h 41"/>
                  <a:gd name="T52" fmla="*/ 16 w 32"/>
                  <a:gd name="T53" fmla="*/ 17 h 41"/>
                  <a:gd name="T54" fmla="*/ 25 w 32"/>
                  <a:gd name="T55" fmla="*/ 20 h 41"/>
                  <a:gd name="T56" fmla="*/ 30 w 32"/>
                  <a:gd name="T57" fmla="*/ 24 h 41"/>
                  <a:gd name="T58" fmla="*/ 32 w 32"/>
                  <a:gd name="T59" fmla="*/ 29 h 41"/>
                  <a:gd name="T60" fmla="*/ 30 w 32"/>
                  <a:gd name="T61" fmla="*/ 35 h 41"/>
                  <a:gd name="T62" fmla="*/ 25 w 32"/>
                  <a:gd name="T63" fmla="*/ 40 h 41"/>
                  <a:gd name="T64" fmla="*/ 17 w 32"/>
                  <a:gd name="T65" fmla="*/ 41 h 41"/>
                  <a:gd name="T66" fmla="*/ 8 w 32"/>
                  <a:gd name="T67" fmla="*/ 40 h 41"/>
                  <a:gd name="T68" fmla="*/ 3 w 32"/>
                  <a:gd name="T69" fmla="*/ 35 h 41"/>
                  <a:gd name="T70" fmla="*/ 0 w 32"/>
                  <a:gd name="T71" fmla="*/ 28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2" h="41">
                    <a:moveTo>
                      <a:pt x="0" y="28"/>
                    </a:moveTo>
                    <a:cubicBezTo>
                      <a:pt x="5" y="27"/>
                      <a:pt x="5" y="27"/>
                      <a:pt x="5" y="27"/>
                    </a:cubicBezTo>
                    <a:cubicBezTo>
                      <a:pt x="6" y="29"/>
                      <a:pt x="6" y="31"/>
                      <a:pt x="7" y="32"/>
                    </a:cubicBezTo>
                    <a:cubicBezTo>
                      <a:pt x="8" y="34"/>
                      <a:pt x="9" y="35"/>
                      <a:pt x="11" y="35"/>
                    </a:cubicBezTo>
                    <a:cubicBezTo>
                      <a:pt x="13" y="36"/>
                      <a:pt x="15" y="37"/>
                      <a:pt x="17" y="37"/>
                    </a:cubicBezTo>
                    <a:cubicBezTo>
                      <a:pt x="19" y="37"/>
                      <a:pt x="21" y="36"/>
                      <a:pt x="22" y="36"/>
                    </a:cubicBezTo>
                    <a:cubicBezTo>
                      <a:pt x="24" y="35"/>
                      <a:pt x="25" y="34"/>
                      <a:pt x="26" y="33"/>
                    </a:cubicBezTo>
                    <a:cubicBezTo>
                      <a:pt x="26" y="32"/>
                      <a:pt x="27" y="31"/>
                      <a:pt x="27" y="30"/>
                    </a:cubicBezTo>
                    <a:cubicBezTo>
                      <a:pt x="27" y="29"/>
                      <a:pt x="26" y="28"/>
                      <a:pt x="26" y="27"/>
                    </a:cubicBezTo>
                    <a:cubicBezTo>
                      <a:pt x="25" y="26"/>
                      <a:pt x="24" y="25"/>
                      <a:pt x="22" y="24"/>
                    </a:cubicBezTo>
                    <a:cubicBezTo>
                      <a:pt x="21" y="24"/>
                      <a:pt x="19" y="23"/>
                      <a:pt x="15" y="22"/>
                    </a:cubicBezTo>
                    <a:cubicBezTo>
                      <a:pt x="12" y="21"/>
                      <a:pt x="9" y="21"/>
                      <a:pt x="8" y="20"/>
                    </a:cubicBezTo>
                    <a:cubicBezTo>
                      <a:pt x="6" y="19"/>
                      <a:pt x="4" y="18"/>
                      <a:pt x="3" y="16"/>
                    </a:cubicBezTo>
                    <a:cubicBezTo>
                      <a:pt x="2" y="15"/>
                      <a:pt x="2" y="13"/>
                      <a:pt x="2" y="11"/>
                    </a:cubicBezTo>
                    <a:cubicBezTo>
                      <a:pt x="2" y="9"/>
                      <a:pt x="2" y="7"/>
                      <a:pt x="4" y="6"/>
                    </a:cubicBezTo>
                    <a:cubicBezTo>
                      <a:pt x="5" y="4"/>
                      <a:pt x="6" y="3"/>
                      <a:pt x="9" y="2"/>
                    </a:cubicBezTo>
                    <a:cubicBezTo>
                      <a:pt x="11" y="1"/>
                      <a:pt x="13" y="0"/>
                      <a:pt x="16" y="0"/>
                    </a:cubicBezTo>
                    <a:cubicBezTo>
                      <a:pt x="19" y="0"/>
                      <a:pt x="21" y="1"/>
                      <a:pt x="24" y="2"/>
                    </a:cubicBezTo>
                    <a:cubicBezTo>
                      <a:pt x="26" y="3"/>
                      <a:pt x="28" y="4"/>
                      <a:pt x="29" y="6"/>
                    </a:cubicBezTo>
                    <a:cubicBezTo>
                      <a:pt x="30" y="8"/>
                      <a:pt x="31" y="10"/>
                      <a:pt x="31" y="12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5" y="10"/>
                      <a:pt x="24" y="8"/>
                      <a:pt x="23" y="7"/>
                    </a:cubicBezTo>
                    <a:cubicBezTo>
                      <a:pt x="21" y="6"/>
                      <a:pt x="19" y="5"/>
                      <a:pt x="16" y="5"/>
                    </a:cubicBezTo>
                    <a:cubicBezTo>
                      <a:pt x="13" y="5"/>
                      <a:pt x="11" y="6"/>
                      <a:pt x="9" y="7"/>
                    </a:cubicBezTo>
                    <a:cubicBezTo>
                      <a:pt x="8" y="8"/>
                      <a:pt x="7" y="9"/>
                      <a:pt x="7" y="11"/>
                    </a:cubicBezTo>
                    <a:cubicBezTo>
                      <a:pt x="7" y="12"/>
                      <a:pt x="7" y="14"/>
                      <a:pt x="8" y="14"/>
                    </a:cubicBezTo>
                    <a:cubicBezTo>
                      <a:pt x="9" y="15"/>
                      <a:pt x="12" y="16"/>
                      <a:pt x="16" y="17"/>
                    </a:cubicBezTo>
                    <a:cubicBezTo>
                      <a:pt x="21" y="18"/>
                      <a:pt x="24" y="19"/>
                      <a:pt x="25" y="20"/>
                    </a:cubicBezTo>
                    <a:cubicBezTo>
                      <a:pt x="27" y="21"/>
                      <a:pt x="29" y="22"/>
                      <a:pt x="30" y="24"/>
                    </a:cubicBezTo>
                    <a:cubicBezTo>
                      <a:pt x="31" y="25"/>
                      <a:pt x="32" y="27"/>
                      <a:pt x="32" y="29"/>
                    </a:cubicBezTo>
                    <a:cubicBezTo>
                      <a:pt x="32" y="32"/>
                      <a:pt x="31" y="34"/>
                      <a:pt x="30" y="35"/>
                    </a:cubicBezTo>
                    <a:cubicBezTo>
                      <a:pt x="29" y="37"/>
                      <a:pt x="27" y="39"/>
                      <a:pt x="25" y="40"/>
                    </a:cubicBezTo>
                    <a:cubicBezTo>
                      <a:pt x="23" y="41"/>
                      <a:pt x="20" y="41"/>
                      <a:pt x="17" y="41"/>
                    </a:cubicBezTo>
                    <a:cubicBezTo>
                      <a:pt x="14" y="41"/>
                      <a:pt x="11" y="41"/>
                      <a:pt x="8" y="40"/>
                    </a:cubicBezTo>
                    <a:cubicBezTo>
                      <a:pt x="6" y="39"/>
                      <a:pt x="4" y="37"/>
                      <a:pt x="3" y="35"/>
                    </a:cubicBezTo>
                    <a:cubicBezTo>
                      <a:pt x="1" y="33"/>
                      <a:pt x="0" y="31"/>
                      <a:pt x="0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8" name="ïşḷïḑè"/>
              <p:cNvSpPr/>
              <p:nvPr/>
            </p:nvSpPr>
            <p:spPr bwMode="auto">
              <a:xfrm>
                <a:off x="8286751" y="3700463"/>
                <a:ext cx="15875" cy="1317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9" name="ïŝľiḍê"/>
              <p:cNvSpPr/>
              <p:nvPr/>
            </p:nvSpPr>
            <p:spPr bwMode="auto">
              <a:xfrm>
                <a:off x="8464551" y="3700463"/>
                <a:ext cx="106363" cy="131763"/>
              </a:xfrm>
              <a:custGeom>
                <a:avLst/>
                <a:gdLst>
                  <a:gd name="T0" fmla="*/ 27 w 67"/>
                  <a:gd name="T1" fmla="*/ 83 h 83"/>
                  <a:gd name="T2" fmla="*/ 27 w 67"/>
                  <a:gd name="T3" fmla="*/ 10 h 83"/>
                  <a:gd name="T4" fmla="*/ 0 w 67"/>
                  <a:gd name="T5" fmla="*/ 10 h 83"/>
                  <a:gd name="T6" fmla="*/ 0 w 67"/>
                  <a:gd name="T7" fmla="*/ 0 h 83"/>
                  <a:gd name="T8" fmla="*/ 67 w 67"/>
                  <a:gd name="T9" fmla="*/ 0 h 83"/>
                  <a:gd name="T10" fmla="*/ 67 w 67"/>
                  <a:gd name="T11" fmla="*/ 10 h 83"/>
                  <a:gd name="T12" fmla="*/ 40 w 67"/>
                  <a:gd name="T13" fmla="*/ 10 h 83"/>
                  <a:gd name="T14" fmla="*/ 40 w 67"/>
                  <a:gd name="T15" fmla="*/ 83 h 83"/>
                  <a:gd name="T16" fmla="*/ 27 w 67"/>
                  <a:gd name="T17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7" h="83">
                    <a:moveTo>
                      <a:pt x="27" y="83"/>
                    </a:moveTo>
                    <a:lnTo>
                      <a:pt x="27" y="1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10"/>
                    </a:lnTo>
                    <a:lnTo>
                      <a:pt x="40" y="10"/>
                    </a:lnTo>
                    <a:lnTo>
                      <a:pt x="40" y="83"/>
                    </a:lnTo>
                    <a:lnTo>
                      <a:pt x="27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0" name="iṥḻïdê"/>
              <p:cNvSpPr/>
              <p:nvPr/>
            </p:nvSpPr>
            <p:spPr bwMode="auto">
              <a:xfrm>
                <a:off x="8715376" y="3700463"/>
                <a:ext cx="119063" cy="131763"/>
              </a:xfrm>
              <a:custGeom>
                <a:avLst/>
                <a:gdLst>
                  <a:gd name="T0" fmla="*/ 15 w 36"/>
                  <a:gd name="T1" fmla="*/ 40 h 40"/>
                  <a:gd name="T2" fmla="*/ 15 w 36"/>
                  <a:gd name="T3" fmla="*/ 23 h 40"/>
                  <a:gd name="T4" fmla="*/ 0 w 36"/>
                  <a:gd name="T5" fmla="*/ 0 h 40"/>
                  <a:gd name="T6" fmla="*/ 6 w 36"/>
                  <a:gd name="T7" fmla="*/ 0 h 40"/>
                  <a:gd name="T8" fmla="*/ 14 w 36"/>
                  <a:gd name="T9" fmla="*/ 12 h 40"/>
                  <a:gd name="T10" fmla="*/ 18 w 36"/>
                  <a:gd name="T11" fmla="*/ 19 h 40"/>
                  <a:gd name="T12" fmla="*/ 23 w 36"/>
                  <a:gd name="T13" fmla="*/ 12 h 40"/>
                  <a:gd name="T14" fmla="*/ 30 w 36"/>
                  <a:gd name="T15" fmla="*/ 0 h 40"/>
                  <a:gd name="T16" fmla="*/ 36 w 36"/>
                  <a:gd name="T17" fmla="*/ 0 h 40"/>
                  <a:gd name="T18" fmla="*/ 21 w 36"/>
                  <a:gd name="T19" fmla="*/ 23 h 40"/>
                  <a:gd name="T20" fmla="*/ 21 w 36"/>
                  <a:gd name="T21" fmla="*/ 40 h 40"/>
                  <a:gd name="T22" fmla="*/ 15 w 36"/>
                  <a:gd name="T2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6" h="40">
                    <a:moveTo>
                      <a:pt x="15" y="40"/>
                    </a:moveTo>
                    <a:cubicBezTo>
                      <a:pt x="15" y="23"/>
                      <a:pt x="15" y="23"/>
                      <a:pt x="15" y="2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6" y="14"/>
                      <a:pt x="17" y="16"/>
                      <a:pt x="18" y="19"/>
                    </a:cubicBezTo>
                    <a:cubicBezTo>
                      <a:pt x="19" y="17"/>
                      <a:pt x="21" y="14"/>
                      <a:pt x="23" y="12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40"/>
                      <a:pt x="21" y="40"/>
                      <a:pt x="21" y="40"/>
                    </a:cubicBezTo>
                    <a:lnTo>
                      <a:pt x="15" y="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横向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2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53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1" name="图片占位符 90"/>
          <p:cNvSpPr>
            <a:spLocks noGrp="1" noChangeAspect="1"/>
          </p:cNvSpPr>
          <p:nvPr>
            <p:ph type="pic" sz="quarter" idx="13"/>
          </p:nvPr>
        </p:nvSpPr>
        <p:spPr>
          <a:xfrm>
            <a:off x="862174" y="1825888"/>
            <a:ext cx="4826535" cy="2736000"/>
          </a:xfrm>
          <a:custGeom>
            <a:avLst/>
            <a:gdLst>
              <a:gd name="connsiteX0" fmla="*/ 0 w 4241800"/>
              <a:gd name="connsiteY0" fmla="*/ 0 h 2404533"/>
              <a:gd name="connsiteX1" fmla="*/ 4241800 w 4241800"/>
              <a:gd name="connsiteY1" fmla="*/ 0 h 2404533"/>
              <a:gd name="connsiteX2" fmla="*/ 4241800 w 4241800"/>
              <a:gd name="connsiteY2" fmla="*/ 2404533 h 2404533"/>
              <a:gd name="connsiteX3" fmla="*/ 0 w 4241800"/>
              <a:gd name="connsiteY3" fmla="*/ 2404533 h 240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800" h="2404533">
                <a:moveTo>
                  <a:pt x="0" y="0"/>
                </a:moveTo>
                <a:lnTo>
                  <a:pt x="4241800" y="0"/>
                </a:lnTo>
                <a:lnTo>
                  <a:pt x="4241800" y="2404533"/>
                </a:lnTo>
                <a:lnTo>
                  <a:pt x="0" y="24045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/>
          <p:cNvSpPr/>
          <p:nvPr userDrawn="1"/>
        </p:nvSpPr>
        <p:spPr bwMode="auto">
          <a:xfrm rot="5400000">
            <a:off x="93484" y="218082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/>
          </p:nvPr>
        </p:nvSpPr>
        <p:spPr>
          <a:xfrm>
            <a:off x="1091255" y="237838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3" name="文本框 92"/>
          <p:cNvSpPr txBox="1"/>
          <p:nvPr userDrawn="1"/>
        </p:nvSpPr>
        <p:spPr>
          <a:xfrm>
            <a:off x="660159" y="6392453"/>
            <a:ext cx="15692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德才兼备   知行合一</a:t>
            </a:r>
          </a:p>
        </p:txBody>
      </p:sp>
      <p:grpSp>
        <p:nvGrpSpPr>
          <p:cNvPr id="42" name="81ebc1f8-0063-4175-a0e9-d76839507c2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9669037" y="465140"/>
            <a:ext cx="1820991" cy="338052"/>
            <a:chOff x="3497261" y="2746242"/>
            <a:chExt cx="7298696" cy="1354943"/>
          </a:xfrm>
          <a:solidFill>
            <a:schemeClr val="accent1"/>
          </a:solidFill>
        </p:grpSpPr>
        <p:grpSp>
          <p:nvGrpSpPr>
            <p:cNvPr id="43" name="ïşļíḓê"/>
            <p:cNvGrpSpPr/>
            <p:nvPr/>
          </p:nvGrpSpPr>
          <p:grpSpPr>
            <a:xfrm>
              <a:off x="3497261" y="2746242"/>
              <a:ext cx="7298696" cy="1095599"/>
              <a:chOff x="4535488" y="3019425"/>
              <a:chExt cx="4378326" cy="657226"/>
            </a:xfrm>
            <a:grpFill/>
          </p:grpSpPr>
          <p:sp>
            <p:nvSpPr>
              <p:cNvPr id="62" name="îṥļiďe"/>
              <p:cNvSpPr/>
              <p:nvPr/>
            </p:nvSpPr>
            <p:spPr bwMode="auto">
              <a:xfrm>
                <a:off x="4535488" y="3192463"/>
                <a:ext cx="290513" cy="484188"/>
              </a:xfrm>
              <a:custGeom>
                <a:avLst/>
                <a:gdLst>
                  <a:gd name="T0" fmla="*/ 88 w 88"/>
                  <a:gd name="T1" fmla="*/ 31 h 146"/>
                  <a:gd name="T2" fmla="*/ 71 w 88"/>
                  <a:gd name="T3" fmla="*/ 93 h 146"/>
                  <a:gd name="T4" fmla="*/ 61 w 88"/>
                  <a:gd name="T5" fmla="*/ 100 h 146"/>
                  <a:gd name="T6" fmla="*/ 46 w 88"/>
                  <a:gd name="T7" fmla="*/ 114 h 146"/>
                  <a:gd name="T8" fmla="*/ 10 w 88"/>
                  <a:gd name="T9" fmla="*/ 128 h 146"/>
                  <a:gd name="T10" fmla="*/ 3 w 88"/>
                  <a:gd name="T11" fmla="*/ 118 h 146"/>
                  <a:gd name="T12" fmla="*/ 12 w 88"/>
                  <a:gd name="T13" fmla="*/ 113 h 146"/>
                  <a:gd name="T14" fmla="*/ 46 w 88"/>
                  <a:gd name="T15" fmla="*/ 92 h 146"/>
                  <a:gd name="T16" fmla="*/ 39 w 88"/>
                  <a:gd name="T17" fmla="*/ 67 h 146"/>
                  <a:gd name="T18" fmla="*/ 24 w 88"/>
                  <a:gd name="T19" fmla="*/ 55 h 146"/>
                  <a:gd name="T20" fmla="*/ 32 w 88"/>
                  <a:gd name="T21" fmla="*/ 51 h 146"/>
                  <a:gd name="T22" fmla="*/ 49 w 88"/>
                  <a:gd name="T23" fmla="*/ 30 h 146"/>
                  <a:gd name="T24" fmla="*/ 56 w 88"/>
                  <a:gd name="T25" fmla="*/ 7 h 146"/>
                  <a:gd name="T26" fmla="*/ 88 w 88"/>
                  <a:gd name="T27" fmla="*/ 31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146">
                    <a:moveTo>
                      <a:pt x="88" y="31"/>
                    </a:moveTo>
                    <a:cubicBezTo>
                      <a:pt x="71" y="93"/>
                      <a:pt x="71" y="93"/>
                      <a:pt x="71" y="93"/>
                    </a:cubicBezTo>
                    <a:cubicBezTo>
                      <a:pt x="71" y="93"/>
                      <a:pt x="68" y="99"/>
                      <a:pt x="61" y="100"/>
                    </a:cubicBezTo>
                    <a:cubicBezTo>
                      <a:pt x="61" y="100"/>
                      <a:pt x="48" y="106"/>
                      <a:pt x="46" y="114"/>
                    </a:cubicBezTo>
                    <a:cubicBezTo>
                      <a:pt x="46" y="114"/>
                      <a:pt x="19" y="146"/>
                      <a:pt x="10" y="128"/>
                    </a:cubicBezTo>
                    <a:cubicBezTo>
                      <a:pt x="10" y="128"/>
                      <a:pt x="9" y="118"/>
                      <a:pt x="3" y="118"/>
                    </a:cubicBezTo>
                    <a:cubicBezTo>
                      <a:pt x="3" y="118"/>
                      <a:pt x="0" y="115"/>
                      <a:pt x="12" y="113"/>
                    </a:cubicBezTo>
                    <a:cubicBezTo>
                      <a:pt x="12" y="113"/>
                      <a:pt x="32" y="116"/>
                      <a:pt x="46" y="92"/>
                    </a:cubicBezTo>
                    <a:cubicBezTo>
                      <a:pt x="46" y="92"/>
                      <a:pt x="57" y="72"/>
                      <a:pt x="39" y="67"/>
                    </a:cubicBezTo>
                    <a:cubicBezTo>
                      <a:pt x="39" y="67"/>
                      <a:pt x="22" y="66"/>
                      <a:pt x="24" y="55"/>
                    </a:cubicBezTo>
                    <a:cubicBezTo>
                      <a:pt x="24" y="55"/>
                      <a:pt x="24" y="52"/>
                      <a:pt x="32" y="51"/>
                    </a:cubicBezTo>
                    <a:cubicBezTo>
                      <a:pt x="32" y="51"/>
                      <a:pt x="59" y="46"/>
                      <a:pt x="49" y="30"/>
                    </a:cubicBezTo>
                    <a:cubicBezTo>
                      <a:pt x="49" y="30"/>
                      <a:pt x="33" y="10"/>
                      <a:pt x="56" y="7"/>
                    </a:cubicBezTo>
                    <a:cubicBezTo>
                      <a:pt x="56" y="7"/>
                      <a:pt x="85" y="0"/>
                      <a:pt x="88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3" name="íŝļíḍê"/>
              <p:cNvSpPr/>
              <p:nvPr/>
            </p:nvSpPr>
            <p:spPr bwMode="auto">
              <a:xfrm>
                <a:off x="4899026" y="3148013"/>
                <a:ext cx="214313" cy="409575"/>
              </a:xfrm>
              <a:custGeom>
                <a:avLst/>
                <a:gdLst>
                  <a:gd name="T0" fmla="*/ 24 w 65"/>
                  <a:gd name="T1" fmla="*/ 0 h 123"/>
                  <a:gd name="T2" fmla="*/ 5 w 65"/>
                  <a:gd name="T3" fmla="*/ 21 h 123"/>
                  <a:gd name="T4" fmla="*/ 8 w 65"/>
                  <a:gd name="T5" fmla="*/ 43 h 123"/>
                  <a:gd name="T6" fmla="*/ 3 w 65"/>
                  <a:gd name="T7" fmla="*/ 65 h 123"/>
                  <a:gd name="T8" fmla="*/ 2 w 65"/>
                  <a:gd name="T9" fmla="*/ 73 h 123"/>
                  <a:gd name="T10" fmla="*/ 8 w 65"/>
                  <a:gd name="T11" fmla="*/ 106 h 123"/>
                  <a:gd name="T12" fmla="*/ 42 w 65"/>
                  <a:gd name="T13" fmla="*/ 119 h 123"/>
                  <a:gd name="T14" fmla="*/ 63 w 65"/>
                  <a:gd name="T15" fmla="*/ 103 h 123"/>
                  <a:gd name="T16" fmla="*/ 48 w 65"/>
                  <a:gd name="T17" fmla="*/ 97 h 123"/>
                  <a:gd name="T18" fmla="*/ 21 w 65"/>
                  <a:gd name="T19" fmla="*/ 91 h 123"/>
                  <a:gd name="T20" fmla="*/ 25 w 65"/>
                  <a:gd name="T21" fmla="*/ 57 h 123"/>
                  <a:gd name="T22" fmla="*/ 42 w 65"/>
                  <a:gd name="T23" fmla="*/ 50 h 123"/>
                  <a:gd name="T24" fmla="*/ 58 w 65"/>
                  <a:gd name="T25" fmla="*/ 34 h 123"/>
                  <a:gd name="T26" fmla="*/ 44 w 65"/>
                  <a:gd name="T27" fmla="*/ 32 h 123"/>
                  <a:gd name="T28" fmla="*/ 28 w 65"/>
                  <a:gd name="T29" fmla="*/ 31 h 123"/>
                  <a:gd name="T30" fmla="*/ 33 w 65"/>
                  <a:gd name="T31" fmla="*/ 19 h 123"/>
                  <a:gd name="T32" fmla="*/ 24 w 65"/>
                  <a:gd name="T33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5" h="123">
                    <a:moveTo>
                      <a:pt x="24" y="0"/>
                    </a:moveTo>
                    <a:cubicBezTo>
                      <a:pt x="24" y="0"/>
                      <a:pt x="2" y="1"/>
                      <a:pt x="5" y="21"/>
                    </a:cubicBezTo>
                    <a:cubicBezTo>
                      <a:pt x="5" y="21"/>
                      <a:pt x="12" y="38"/>
                      <a:pt x="8" y="43"/>
                    </a:cubicBezTo>
                    <a:cubicBezTo>
                      <a:pt x="8" y="43"/>
                      <a:pt x="2" y="56"/>
                      <a:pt x="3" y="65"/>
                    </a:cubicBezTo>
                    <a:cubicBezTo>
                      <a:pt x="3" y="65"/>
                      <a:pt x="5" y="66"/>
                      <a:pt x="2" y="73"/>
                    </a:cubicBezTo>
                    <a:cubicBezTo>
                      <a:pt x="2" y="73"/>
                      <a:pt x="0" y="100"/>
                      <a:pt x="8" y="106"/>
                    </a:cubicBezTo>
                    <a:cubicBezTo>
                      <a:pt x="8" y="106"/>
                      <a:pt x="17" y="117"/>
                      <a:pt x="42" y="119"/>
                    </a:cubicBezTo>
                    <a:cubicBezTo>
                      <a:pt x="42" y="119"/>
                      <a:pt x="65" y="123"/>
                      <a:pt x="63" y="103"/>
                    </a:cubicBezTo>
                    <a:cubicBezTo>
                      <a:pt x="63" y="103"/>
                      <a:pt x="58" y="95"/>
                      <a:pt x="48" y="97"/>
                    </a:cubicBezTo>
                    <a:cubicBezTo>
                      <a:pt x="48" y="97"/>
                      <a:pt x="21" y="107"/>
                      <a:pt x="21" y="91"/>
                    </a:cubicBezTo>
                    <a:cubicBezTo>
                      <a:pt x="21" y="91"/>
                      <a:pt x="18" y="70"/>
                      <a:pt x="25" y="57"/>
                    </a:cubicBezTo>
                    <a:cubicBezTo>
                      <a:pt x="25" y="57"/>
                      <a:pt x="28" y="50"/>
                      <a:pt x="42" y="50"/>
                    </a:cubicBezTo>
                    <a:cubicBezTo>
                      <a:pt x="42" y="50"/>
                      <a:pt x="62" y="50"/>
                      <a:pt x="58" y="34"/>
                    </a:cubicBezTo>
                    <a:cubicBezTo>
                      <a:pt x="58" y="34"/>
                      <a:pt x="55" y="27"/>
                      <a:pt x="44" y="32"/>
                    </a:cubicBezTo>
                    <a:cubicBezTo>
                      <a:pt x="44" y="32"/>
                      <a:pt x="31" y="42"/>
                      <a:pt x="28" y="31"/>
                    </a:cubicBezTo>
                    <a:cubicBezTo>
                      <a:pt x="28" y="31"/>
                      <a:pt x="27" y="24"/>
                      <a:pt x="33" y="19"/>
                    </a:cubicBezTo>
                    <a:cubicBezTo>
                      <a:pt x="33" y="19"/>
                      <a:pt x="46" y="4"/>
                      <a:pt x="2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4" name="íşḷiḋe"/>
              <p:cNvSpPr/>
              <p:nvPr/>
            </p:nvSpPr>
            <p:spPr bwMode="auto">
              <a:xfrm>
                <a:off x="5218113" y="3122613"/>
                <a:ext cx="406400" cy="222250"/>
              </a:xfrm>
              <a:custGeom>
                <a:avLst/>
                <a:gdLst>
                  <a:gd name="T0" fmla="*/ 43 w 123"/>
                  <a:gd name="T1" fmla="*/ 10 h 67"/>
                  <a:gd name="T2" fmla="*/ 43 w 123"/>
                  <a:gd name="T3" fmla="*/ 19 h 67"/>
                  <a:gd name="T4" fmla="*/ 53 w 123"/>
                  <a:gd name="T5" fmla="*/ 30 h 67"/>
                  <a:gd name="T6" fmla="*/ 39 w 123"/>
                  <a:gd name="T7" fmla="*/ 37 h 67"/>
                  <a:gd name="T8" fmla="*/ 39 w 123"/>
                  <a:gd name="T9" fmla="*/ 37 h 67"/>
                  <a:gd name="T10" fmla="*/ 15 w 123"/>
                  <a:gd name="T11" fmla="*/ 43 h 67"/>
                  <a:gd name="T12" fmla="*/ 0 w 123"/>
                  <a:gd name="T13" fmla="*/ 52 h 67"/>
                  <a:gd name="T14" fmla="*/ 15 w 123"/>
                  <a:gd name="T15" fmla="*/ 62 h 67"/>
                  <a:gd name="T16" fmla="*/ 29 w 123"/>
                  <a:gd name="T17" fmla="*/ 52 h 67"/>
                  <a:gd name="T18" fmla="*/ 44 w 123"/>
                  <a:gd name="T19" fmla="*/ 46 h 67"/>
                  <a:gd name="T20" fmla="*/ 112 w 123"/>
                  <a:gd name="T21" fmla="*/ 36 h 67"/>
                  <a:gd name="T22" fmla="*/ 123 w 123"/>
                  <a:gd name="T23" fmla="*/ 31 h 67"/>
                  <a:gd name="T24" fmla="*/ 116 w 123"/>
                  <a:gd name="T25" fmla="*/ 25 h 67"/>
                  <a:gd name="T26" fmla="*/ 84 w 123"/>
                  <a:gd name="T27" fmla="*/ 25 h 67"/>
                  <a:gd name="T28" fmla="*/ 80 w 123"/>
                  <a:gd name="T29" fmla="*/ 19 h 67"/>
                  <a:gd name="T30" fmla="*/ 72 w 123"/>
                  <a:gd name="T31" fmla="*/ 5 h 67"/>
                  <a:gd name="T32" fmla="*/ 67 w 123"/>
                  <a:gd name="T33" fmla="*/ 5 h 67"/>
                  <a:gd name="T34" fmla="*/ 59 w 123"/>
                  <a:gd name="T35" fmla="*/ 3 h 67"/>
                  <a:gd name="T36" fmla="*/ 43 w 123"/>
                  <a:gd name="T37" fmla="*/ 1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3" h="67">
                    <a:moveTo>
                      <a:pt x="43" y="10"/>
                    </a:moveTo>
                    <a:cubicBezTo>
                      <a:pt x="43" y="10"/>
                      <a:pt x="35" y="13"/>
                      <a:pt x="43" y="19"/>
                    </a:cubicBezTo>
                    <a:cubicBezTo>
                      <a:pt x="43" y="19"/>
                      <a:pt x="57" y="23"/>
                      <a:pt x="53" y="30"/>
                    </a:cubicBezTo>
                    <a:cubicBezTo>
                      <a:pt x="53" y="30"/>
                      <a:pt x="50" y="34"/>
                      <a:pt x="39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27" y="40"/>
                      <a:pt x="15" y="43"/>
                      <a:pt x="15" y="43"/>
                    </a:cubicBezTo>
                    <a:cubicBezTo>
                      <a:pt x="15" y="43"/>
                      <a:pt x="4" y="38"/>
                      <a:pt x="0" y="52"/>
                    </a:cubicBezTo>
                    <a:cubicBezTo>
                      <a:pt x="0" y="52"/>
                      <a:pt x="1" y="67"/>
                      <a:pt x="15" y="62"/>
                    </a:cubicBezTo>
                    <a:cubicBezTo>
                      <a:pt x="15" y="62"/>
                      <a:pt x="17" y="52"/>
                      <a:pt x="29" y="52"/>
                    </a:cubicBezTo>
                    <a:cubicBezTo>
                      <a:pt x="29" y="52"/>
                      <a:pt x="36" y="53"/>
                      <a:pt x="44" y="46"/>
                    </a:cubicBezTo>
                    <a:cubicBezTo>
                      <a:pt x="44" y="46"/>
                      <a:pt x="72" y="32"/>
                      <a:pt x="112" y="36"/>
                    </a:cubicBezTo>
                    <a:cubicBezTo>
                      <a:pt x="112" y="36"/>
                      <a:pt x="122" y="39"/>
                      <a:pt x="123" y="31"/>
                    </a:cubicBezTo>
                    <a:cubicBezTo>
                      <a:pt x="123" y="31"/>
                      <a:pt x="123" y="26"/>
                      <a:pt x="116" y="25"/>
                    </a:cubicBezTo>
                    <a:cubicBezTo>
                      <a:pt x="84" y="25"/>
                      <a:pt x="84" y="25"/>
                      <a:pt x="84" y="25"/>
                    </a:cubicBezTo>
                    <a:cubicBezTo>
                      <a:pt x="84" y="25"/>
                      <a:pt x="77" y="25"/>
                      <a:pt x="80" y="19"/>
                    </a:cubicBezTo>
                    <a:cubicBezTo>
                      <a:pt x="80" y="19"/>
                      <a:pt x="85" y="9"/>
                      <a:pt x="72" y="5"/>
                    </a:cubicBezTo>
                    <a:cubicBezTo>
                      <a:pt x="72" y="5"/>
                      <a:pt x="70" y="4"/>
                      <a:pt x="67" y="5"/>
                    </a:cubicBezTo>
                    <a:cubicBezTo>
                      <a:pt x="67" y="5"/>
                      <a:pt x="61" y="6"/>
                      <a:pt x="59" y="3"/>
                    </a:cubicBezTo>
                    <a:cubicBezTo>
                      <a:pt x="59" y="3"/>
                      <a:pt x="56" y="0"/>
                      <a:pt x="4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5" name="iṩ1îdê"/>
              <p:cNvSpPr/>
              <p:nvPr/>
            </p:nvSpPr>
            <p:spPr bwMode="auto">
              <a:xfrm>
                <a:off x="5316538" y="3297238"/>
                <a:ext cx="271463" cy="333375"/>
              </a:xfrm>
              <a:custGeom>
                <a:avLst/>
                <a:gdLst>
                  <a:gd name="T0" fmla="*/ 5 w 82"/>
                  <a:gd name="T1" fmla="*/ 17 h 100"/>
                  <a:gd name="T2" fmla="*/ 8 w 82"/>
                  <a:gd name="T3" fmla="*/ 49 h 100"/>
                  <a:gd name="T4" fmla="*/ 20 w 82"/>
                  <a:gd name="T5" fmla="*/ 54 h 100"/>
                  <a:gd name="T6" fmla="*/ 27 w 82"/>
                  <a:gd name="T7" fmla="*/ 69 h 100"/>
                  <a:gd name="T8" fmla="*/ 27 w 82"/>
                  <a:gd name="T9" fmla="*/ 75 h 100"/>
                  <a:gd name="T10" fmla="*/ 14 w 82"/>
                  <a:gd name="T11" fmla="*/ 77 h 100"/>
                  <a:gd name="T12" fmla="*/ 14 w 82"/>
                  <a:gd name="T13" fmla="*/ 81 h 100"/>
                  <a:gd name="T14" fmla="*/ 27 w 82"/>
                  <a:gd name="T15" fmla="*/ 94 h 100"/>
                  <a:gd name="T16" fmla="*/ 27 w 82"/>
                  <a:gd name="T17" fmla="*/ 99 h 100"/>
                  <a:gd name="T18" fmla="*/ 43 w 82"/>
                  <a:gd name="T19" fmla="*/ 88 h 100"/>
                  <a:gd name="T20" fmla="*/ 42 w 82"/>
                  <a:gd name="T21" fmla="*/ 46 h 100"/>
                  <a:gd name="T22" fmla="*/ 52 w 82"/>
                  <a:gd name="T23" fmla="*/ 27 h 100"/>
                  <a:gd name="T24" fmla="*/ 73 w 82"/>
                  <a:gd name="T25" fmla="*/ 12 h 100"/>
                  <a:gd name="T26" fmla="*/ 67 w 82"/>
                  <a:gd name="T27" fmla="*/ 0 h 100"/>
                  <a:gd name="T28" fmla="*/ 23 w 82"/>
                  <a:gd name="T29" fmla="*/ 9 h 100"/>
                  <a:gd name="T30" fmla="*/ 13 w 82"/>
                  <a:gd name="T31" fmla="*/ 14 h 100"/>
                  <a:gd name="T32" fmla="*/ 5 w 82"/>
                  <a:gd name="T33" fmla="*/ 17 h 100"/>
                  <a:gd name="T34" fmla="*/ 35 w 82"/>
                  <a:gd name="T35" fmla="*/ 19 h 100"/>
                  <a:gd name="T36" fmla="*/ 36 w 82"/>
                  <a:gd name="T37" fmla="*/ 20 h 100"/>
                  <a:gd name="T38" fmla="*/ 24 w 82"/>
                  <a:gd name="T39" fmla="*/ 37 h 100"/>
                  <a:gd name="T40" fmla="*/ 19 w 82"/>
                  <a:gd name="T41" fmla="*/ 25 h 100"/>
                  <a:gd name="T42" fmla="*/ 35 w 82"/>
                  <a:gd name="T43" fmla="*/ 1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2" h="100">
                    <a:moveTo>
                      <a:pt x="5" y="17"/>
                    </a:moveTo>
                    <a:cubicBezTo>
                      <a:pt x="5" y="17"/>
                      <a:pt x="0" y="35"/>
                      <a:pt x="8" y="49"/>
                    </a:cubicBezTo>
                    <a:cubicBezTo>
                      <a:pt x="8" y="49"/>
                      <a:pt x="12" y="53"/>
                      <a:pt x="20" y="54"/>
                    </a:cubicBezTo>
                    <a:cubicBezTo>
                      <a:pt x="20" y="54"/>
                      <a:pt x="26" y="52"/>
                      <a:pt x="27" y="69"/>
                    </a:cubicBezTo>
                    <a:cubicBezTo>
                      <a:pt x="27" y="75"/>
                      <a:pt x="27" y="75"/>
                      <a:pt x="27" y="75"/>
                    </a:cubicBezTo>
                    <a:cubicBezTo>
                      <a:pt x="27" y="75"/>
                      <a:pt x="29" y="89"/>
                      <a:pt x="14" y="77"/>
                    </a:cubicBezTo>
                    <a:cubicBezTo>
                      <a:pt x="14" y="77"/>
                      <a:pt x="11" y="76"/>
                      <a:pt x="14" y="81"/>
                    </a:cubicBezTo>
                    <a:cubicBezTo>
                      <a:pt x="27" y="94"/>
                      <a:pt x="27" y="94"/>
                      <a:pt x="27" y="94"/>
                    </a:cubicBezTo>
                    <a:cubicBezTo>
                      <a:pt x="27" y="94"/>
                      <a:pt x="29" y="97"/>
                      <a:pt x="27" y="99"/>
                    </a:cubicBezTo>
                    <a:cubicBezTo>
                      <a:pt x="27" y="99"/>
                      <a:pt x="39" y="100"/>
                      <a:pt x="43" y="88"/>
                    </a:cubicBezTo>
                    <a:cubicBezTo>
                      <a:pt x="43" y="88"/>
                      <a:pt x="47" y="65"/>
                      <a:pt x="42" y="46"/>
                    </a:cubicBezTo>
                    <a:cubicBezTo>
                      <a:pt x="42" y="46"/>
                      <a:pt x="56" y="41"/>
                      <a:pt x="52" y="27"/>
                    </a:cubicBezTo>
                    <a:cubicBezTo>
                      <a:pt x="52" y="27"/>
                      <a:pt x="71" y="13"/>
                      <a:pt x="73" y="12"/>
                    </a:cubicBezTo>
                    <a:cubicBezTo>
                      <a:pt x="73" y="12"/>
                      <a:pt x="82" y="1"/>
                      <a:pt x="67" y="0"/>
                    </a:cubicBezTo>
                    <a:cubicBezTo>
                      <a:pt x="67" y="0"/>
                      <a:pt x="42" y="0"/>
                      <a:pt x="23" y="9"/>
                    </a:cubicBezTo>
                    <a:cubicBezTo>
                      <a:pt x="23" y="9"/>
                      <a:pt x="16" y="14"/>
                      <a:pt x="13" y="14"/>
                    </a:cubicBezTo>
                    <a:cubicBezTo>
                      <a:pt x="13" y="14"/>
                      <a:pt x="6" y="15"/>
                      <a:pt x="5" y="17"/>
                    </a:cubicBezTo>
                    <a:close/>
                    <a:moveTo>
                      <a:pt x="35" y="19"/>
                    </a:moveTo>
                    <a:cubicBezTo>
                      <a:pt x="36" y="20"/>
                      <a:pt x="36" y="20"/>
                      <a:pt x="36" y="20"/>
                    </a:cubicBezTo>
                    <a:cubicBezTo>
                      <a:pt x="43" y="26"/>
                      <a:pt x="24" y="37"/>
                      <a:pt x="24" y="37"/>
                    </a:cubicBezTo>
                    <a:cubicBezTo>
                      <a:pt x="18" y="35"/>
                      <a:pt x="19" y="25"/>
                      <a:pt x="19" y="25"/>
                    </a:cubicBezTo>
                    <a:cubicBezTo>
                      <a:pt x="20" y="18"/>
                      <a:pt x="35" y="19"/>
                      <a:pt x="35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6" name="isļïḍe"/>
              <p:cNvSpPr/>
              <p:nvPr/>
            </p:nvSpPr>
            <p:spPr bwMode="auto">
              <a:xfrm>
                <a:off x="5227638" y="3540125"/>
                <a:ext cx="85725" cy="103188"/>
              </a:xfrm>
              <a:custGeom>
                <a:avLst/>
                <a:gdLst>
                  <a:gd name="T0" fmla="*/ 4 w 26"/>
                  <a:gd name="T1" fmla="*/ 5 h 31"/>
                  <a:gd name="T2" fmla="*/ 2 w 26"/>
                  <a:gd name="T3" fmla="*/ 23 h 31"/>
                  <a:gd name="T4" fmla="*/ 11 w 26"/>
                  <a:gd name="T5" fmla="*/ 28 h 31"/>
                  <a:gd name="T6" fmla="*/ 17 w 26"/>
                  <a:gd name="T7" fmla="*/ 19 h 31"/>
                  <a:gd name="T8" fmla="*/ 25 w 26"/>
                  <a:gd name="T9" fmla="*/ 9 h 31"/>
                  <a:gd name="T10" fmla="*/ 23 w 26"/>
                  <a:gd name="T11" fmla="*/ 7 h 31"/>
                  <a:gd name="T12" fmla="*/ 12 w 26"/>
                  <a:gd name="T13" fmla="*/ 3 h 31"/>
                  <a:gd name="T14" fmla="*/ 4 w 26"/>
                  <a:gd name="T15" fmla="*/ 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31">
                    <a:moveTo>
                      <a:pt x="4" y="5"/>
                    </a:moveTo>
                    <a:cubicBezTo>
                      <a:pt x="4" y="5"/>
                      <a:pt x="0" y="15"/>
                      <a:pt x="2" y="23"/>
                    </a:cubicBezTo>
                    <a:cubicBezTo>
                      <a:pt x="2" y="23"/>
                      <a:pt x="4" y="31"/>
                      <a:pt x="11" y="28"/>
                    </a:cubicBezTo>
                    <a:cubicBezTo>
                      <a:pt x="11" y="28"/>
                      <a:pt x="14" y="26"/>
                      <a:pt x="17" y="19"/>
                    </a:cubicBezTo>
                    <a:cubicBezTo>
                      <a:pt x="17" y="19"/>
                      <a:pt x="20" y="10"/>
                      <a:pt x="25" y="9"/>
                    </a:cubicBezTo>
                    <a:cubicBezTo>
                      <a:pt x="25" y="9"/>
                      <a:pt x="26" y="6"/>
                      <a:pt x="23" y="7"/>
                    </a:cubicBezTo>
                    <a:cubicBezTo>
                      <a:pt x="23" y="7"/>
                      <a:pt x="16" y="8"/>
                      <a:pt x="12" y="3"/>
                    </a:cubicBezTo>
                    <a:cubicBezTo>
                      <a:pt x="12" y="3"/>
                      <a:pt x="6" y="0"/>
                      <a:pt x="4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7" name="íṣḷíḋê"/>
              <p:cNvSpPr/>
              <p:nvPr/>
            </p:nvSpPr>
            <p:spPr bwMode="auto">
              <a:xfrm>
                <a:off x="5502276" y="3421063"/>
                <a:ext cx="134938" cy="158750"/>
              </a:xfrm>
              <a:custGeom>
                <a:avLst/>
                <a:gdLst>
                  <a:gd name="T0" fmla="*/ 0 w 41"/>
                  <a:gd name="T1" fmla="*/ 18 h 48"/>
                  <a:gd name="T2" fmla="*/ 35 w 41"/>
                  <a:gd name="T3" fmla="*/ 19 h 48"/>
                  <a:gd name="T4" fmla="*/ 29 w 41"/>
                  <a:gd name="T5" fmla="*/ 41 h 48"/>
                  <a:gd name="T6" fmla="*/ 14 w 41"/>
                  <a:gd name="T7" fmla="*/ 37 h 48"/>
                  <a:gd name="T8" fmla="*/ 0 w 41"/>
                  <a:gd name="T9" fmla="*/ 1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48">
                    <a:moveTo>
                      <a:pt x="0" y="18"/>
                    </a:moveTo>
                    <a:cubicBezTo>
                      <a:pt x="0" y="18"/>
                      <a:pt x="14" y="0"/>
                      <a:pt x="35" y="19"/>
                    </a:cubicBezTo>
                    <a:cubicBezTo>
                      <a:pt x="35" y="19"/>
                      <a:pt x="41" y="28"/>
                      <a:pt x="29" y="41"/>
                    </a:cubicBezTo>
                    <a:cubicBezTo>
                      <a:pt x="29" y="41"/>
                      <a:pt x="21" y="48"/>
                      <a:pt x="14" y="37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8" name="iṧľïdé"/>
              <p:cNvSpPr/>
              <p:nvPr/>
            </p:nvSpPr>
            <p:spPr bwMode="auto">
              <a:xfrm>
                <a:off x="5707063" y="3151188"/>
                <a:ext cx="257175" cy="455613"/>
              </a:xfrm>
              <a:custGeom>
                <a:avLst/>
                <a:gdLst>
                  <a:gd name="T0" fmla="*/ 48 w 78"/>
                  <a:gd name="T1" fmla="*/ 1 h 137"/>
                  <a:gd name="T2" fmla="*/ 40 w 78"/>
                  <a:gd name="T3" fmla="*/ 15 h 137"/>
                  <a:gd name="T4" fmla="*/ 34 w 78"/>
                  <a:gd name="T5" fmla="*/ 27 h 137"/>
                  <a:gd name="T6" fmla="*/ 26 w 78"/>
                  <a:gd name="T7" fmla="*/ 38 h 137"/>
                  <a:gd name="T8" fmla="*/ 33 w 78"/>
                  <a:gd name="T9" fmla="*/ 64 h 137"/>
                  <a:gd name="T10" fmla="*/ 31 w 78"/>
                  <a:gd name="T11" fmla="*/ 81 h 137"/>
                  <a:gd name="T12" fmla="*/ 20 w 78"/>
                  <a:gd name="T13" fmla="*/ 87 h 137"/>
                  <a:gd name="T14" fmla="*/ 2 w 78"/>
                  <a:gd name="T15" fmla="*/ 102 h 137"/>
                  <a:gd name="T16" fmla="*/ 9 w 78"/>
                  <a:gd name="T17" fmla="*/ 109 h 137"/>
                  <a:gd name="T18" fmla="*/ 19 w 78"/>
                  <a:gd name="T19" fmla="*/ 102 h 137"/>
                  <a:gd name="T20" fmla="*/ 27 w 78"/>
                  <a:gd name="T21" fmla="*/ 107 h 137"/>
                  <a:gd name="T22" fmla="*/ 32 w 78"/>
                  <a:gd name="T23" fmla="*/ 129 h 137"/>
                  <a:gd name="T24" fmla="*/ 35 w 78"/>
                  <a:gd name="T25" fmla="*/ 123 h 137"/>
                  <a:gd name="T26" fmla="*/ 41 w 78"/>
                  <a:gd name="T27" fmla="*/ 100 h 137"/>
                  <a:gd name="T28" fmla="*/ 55 w 78"/>
                  <a:gd name="T29" fmla="*/ 88 h 137"/>
                  <a:gd name="T30" fmla="*/ 60 w 78"/>
                  <a:gd name="T31" fmla="*/ 88 h 137"/>
                  <a:gd name="T32" fmla="*/ 60 w 78"/>
                  <a:gd name="T33" fmla="*/ 105 h 137"/>
                  <a:gd name="T34" fmla="*/ 57 w 78"/>
                  <a:gd name="T35" fmla="*/ 109 h 137"/>
                  <a:gd name="T36" fmla="*/ 53 w 78"/>
                  <a:gd name="T37" fmla="*/ 102 h 137"/>
                  <a:gd name="T38" fmla="*/ 49 w 78"/>
                  <a:gd name="T39" fmla="*/ 107 h 137"/>
                  <a:gd name="T40" fmla="*/ 53 w 78"/>
                  <a:gd name="T41" fmla="*/ 114 h 137"/>
                  <a:gd name="T42" fmla="*/ 55 w 78"/>
                  <a:gd name="T43" fmla="*/ 126 h 137"/>
                  <a:gd name="T44" fmla="*/ 64 w 78"/>
                  <a:gd name="T45" fmla="*/ 135 h 137"/>
                  <a:gd name="T46" fmla="*/ 71 w 78"/>
                  <a:gd name="T47" fmla="*/ 122 h 137"/>
                  <a:gd name="T48" fmla="*/ 70 w 78"/>
                  <a:gd name="T49" fmla="*/ 98 h 137"/>
                  <a:gd name="T50" fmla="*/ 71 w 78"/>
                  <a:gd name="T51" fmla="*/ 84 h 137"/>
                  <a:gd name="T52" fmla="*/ 70 w 78"/>
                  <a:gd name="T53" fmla="*/ 70 h 137"/>
                  <a:gd name="T54" fmla="*/ 72 w 78"/>
                  <a:gd name="T55" fmla="*/ 55 h 137"/>
                  <a:gd name="T56" fmla="*/ 59 w 78"/>
                  <a:gd name="T57" fmla="*/ 30 h 137"/>
                  <a:gd name="T58" fmla="*/ 42 w 78"/>
                  <a:gd name="T59" fmla="*/ 48 h 137"/>
                  <a:gd name="T60" fmla="*/ 37 w 78"/>
                  <a:gd name="T61" fmla="*/ 39 h 137"/>
                  <a:gd name="T62" fmla="*/ 39 w 78"/>
                  <a:gd name="T63" fmla="*/ 30 h 137"/>
                  <a:gd name="T64" fmla="*/ 72 w 78"/>
                  <a:gd name="T65" fmla="*/ 8 h 137"/>
                  <a:gd name="T66" fmla="*/ 63 w 78"/>
                  <a:gd name="T67" fmla="*/ 1 h 137"/>
                  <a:gd name="T68" fmla="*/ 48 w 78"/>
                  <a:gd name="T69" fmla="*/ 1 h 137"/>
                  <a:gd name="T70" fmla="*/ 60 w 78"/>
                  <a:gd name="T71" fmla="*/ 64 h 137"/>
                  <a:gd name="T72" fmla="*/ 54 w 78"/>
                  <a:gd name="T73" fmla="*/ 62 h 137"/>
                  <a:gd name="T74" fmla="*/ 47 w 78"/>
                  <a:gd name="T75" fmla="*/ 65 h 137"/>
                  <a:gd name="T76" fmla="*/ 43 w 78"/>
                  <a:gd name="T77" fmla="*/ 72 h 137"/>
                  <a:gd name="T78" fmla="*/ 53 w 78"/>
                  <a:gd name="T79" fmla="*/ 45 h 137"/>
                  <a:gd name="T80" fmla="*/ 60 w 78"/>
                  <a:gd name="T81" fmla="*/ 6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37">
                    <a:moveTo>
                      <a:pt x="48" y="1"/>
                    </a:moveTo>
                    <a:cubicBezTo>
                      <a:pt x="48" y="1"/>
                      <a:pt x="41" y="1"/>
                      <a:pt x="40" y="15"/>
                    </a:cubicBezTo>
                    <a:cubicBezTo>
                      <a:pt x="40" y="15"/>
                      <a:pt x="39" y="25"/>
                      <a:pt x="34" y="27"/>
                    </a:cubicBezTo>
                    <a:cubicBezTo>
                      <a:pt x="34" y="27"/>
                      <a:pt x="21" y="29"/>
                      <a:pt x="26" y="38"/>
                    </a:cubicBezTo>
                    <a:cubicBezTo>
                      <a:pt x="26" y="38"/>
                      <a:pt x="37" y="50"/>
                      <a:pt x="33" y="64"/>
                    </a:cubicBezTo>
                    <a:cubicBezTo>
                      <a:pt x="33" y="64"/>
                      <a:pt x="30" y="71"/>
                      <a:pt x="31" y="81"/>
                    </a:cubicBezTo>
                    <a:cubicBezTo>
                      <a:pt x="31" y="81"/>
                      <a:pt x="34" y="87"/>
                      <a:pt x="20" y="87"/>
                    </a:cubicBezTo>
                    <a:cubicBezTo>
                      <a:pt x="20" y="87"/>
                      <a:pt x="6" y="84"/>
                      <a:pt x="2" y="102"/>
                    </a:cubicBezTo>
                    <a:cubicBezTo>
                      <a:pt x="2" y="102"/>
                      <a:pt x="0" y="110"/>
                      <a:pt x="9" y="109"/>
                    </a:cubicBezTo>
                    <a:cubicBezTo>
                      <a:pt x="9" y="109"/>
                      <a:pt x="17" y="106"/>
                      <a:pt x="19" y="102"/>
                    </a:cubicBezTo>
                    <a:cubicBezTo>
                      <a:pt x="19" y="102"/>
                      <a:pt x="26" y="98"/>
                      <a:pt x="27" y="107"/>
                    </a:cubicBezTo>
                    <a:cubicBezTo>
                      <a:pt x="27" y="107"/>
                      <a:pt x="23" y="123"/>
                      <a:pt x="32" y="129"/>
                    </a:cubicBezTo>
                    <a:cubicBezTo>
                      <a:pt x="32" y="129"/>
                      <a:pt x="34" y="129"/>
                      <a:pt x="35" y="123"/>
                    </a:cubicBezTo>
                    <a:cubicBezTo>
                      <a:pt x="41" y="100"/>
                      <a:pt x="41" y="100"/>
                      <a:pt x="41" y="100"/>
                    </a:cubicBezTo>
                    <a:cubicBezTo>
                      <a:pt x="41" y="100"/>
                      <a:pt x="53" y="92"/>
                      <a:pt x="55" y="88"/>
                    </a:cubicBezTo>
                    <a:cubicBezTo>
                      <a:pt x="55" y="88"/>
                      <a:pt x="59" y="84"/>
                      <a:pt x="60" y="88"/>
                    </a:cubicBezTo>
                    <a:cubicBezTo>
                      <a:pt x="60" y="105"/>
                      <a:pt x="60" y="105"/>
                      <a:pt x="60" y="105"/>
                    </a:cubicBezTo>
                    <a:cubicBezTo>
                      <a:pt x="60" y="105"/>
                      <a:pt x="60" y="111"/>
                      <a:pt x="57" y="109"/>
                    </a:cubicBezTo>
                    <a:cubicBezTo>
                      <a:pt x="53" y="102"/>
                      <a:pt x="53" y="102"/>
                      <a:pt x="53" y="102"/>
                    </a:cubicBezTo>
                    <a:cubicBezTo>
                      <a:pt x="53" y="102"/>
                      <a:pt x="49" y="98"/>
                      <a:pt x="49" y="107"/>
                    </a:cubicBezTo>
                    <a:cubicBezTo>
                      <a:pt x="49" y="107"/>
                      <a:pt x="51" y="113"/>
                      <a:pt x="53" y="114"/>
                    </a:cubicBezTo>
                    <a:cubicBezTo>
                      <a:pt x="53" y="114"/>
                      <a:pt x="56" y="122"/>
                      <a:pt x="55" y="126"/>
                    </a:cubicBezTo>
                    <a:cubicBezTo>
                      <a:pt x="55" y="126"/>
                      <a:pt x="56" y="137"/>
                      <a:pt x="64" y="135"/>
                    </a:cubicBezTo>
                    <a:cubicBezTo>
                      <a:pt x="64" y="135"/>
                      <a:pt x="71" y="132"/>
                      <a:pt x="71" y="122"/>
                    </a:cubicBezTo>
                    <a:cubicBezTo>
                      <a:pt x="71" y="122"/>
                      <a:pt x="72" y="101"/>
                      <a:pt x="70" y="98"/>
                    </a:cubicBezTo>
                    <a:cubicBezTo>
                      <a:pt x="70" y="98"/>
                      <a:pt x="69" y="89"/>
                      <a:pt x="71" y="84"/>
                    </a:cubicBezTo>
                    <a:cubicBezTo>
                      <a:pt x="71" y="84"/>
                      <a:pt x="73" y="73"/>
                      <a:pt x="70" y="70"/>
                    </a:cubicBezTo>
                    <a:cubicBezTo>
                      <a:pt x="70" y="70"/>
                      <a:pt x="70" y="63"/>
                      <a:pt x="72" y="55"/>
                    </a:cubicBezTo>
                    <a:cubicBezTo>
                      <a:pt x="72" y="55"/>
                      <a:pt x="78" y="34"/>
                      <a:pt x="59" y="30"/>
                    </a:cubicBezTo>
                    <a:cubicBezTo>
                      <a:pt x="59" y="30"/>
                      <a:pt x="48" y="30"/>
                      <a:pt x="42" y="4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0" y="32"/>
                      <a:pt x="39" y="30"/>
                    </a:cubicBezTo>
                    <a:cubicBezTo>
                      <a:pt x="39" y="30"/>
                      <a:pt x="76" y="28"/>
                      <a:pt x="72" y="8"/>
                    </a:cubicBezTo>
                    <a:cubicBezTo>
                      <a:pt x="72" y="8"/>
                      <a:pt x="70" y="0"/>
                      <a:pt x="63" y="1"/>
                    </a:cubicBezTo>
                    <a:cubicBezTo>
                      <a:pt x="63" y="1"/>
                      <a:pt x="51" y="5"/>
                      <a:pt x="48" y="1"/>
                    </a:cubicBezTo>
                    <a:close/>
                    <a:moveTo>
                      <a:pt x="60" y="64"/>
                    </a:moveTo>
                    <a:cubicBezTo>
                      <a:pt x="60" y="68"/>
                      <a:pt x="54" y="62"/>
                      <a:pt x="54" y="62"/>
                    </a:cubicBezTo>
                    <a:cubicBezTo>
                      <a:pt x="47" y="53"/>
                      <a:pt x="47" y="65"/>
                      <a:pt x="47" y="65"/>
                    </a:cubicBezTo>
                    <a:cubicBezTo>
                      <a:pt x="46" y="71"/>
                      <a:pt x="43" y="72"/>
                      <a:pt x="43" y="72"/>
                    </a:cubicBezTo>
                    <a:cubicBezTo>
                      <a:pt x="42" y="43"/>
                      <a:pt x="53" y="45"/>
                      <a:pt x="53" y="45"/>
                    </a:cubicBezTo>
                    <a:cubicBezTo>
                      <a:pt x="57" y="46"/>
                      <a:pt x="60" y="64"/>
                      <a:pt x="60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9" name="ïṡḷïḓé"/>
              <p:cNvSpPr/>
              <p:nvPr/>
            </p:nvSpPr>
            <p:spPr bwMode="auto">
              <a:xfrm>
                <a:off x="5973763" y="3162300"/>
                <a:ext cx="238125" cy="171450"/>
              </a:xfrm>
              <a:custGeom>
                <a:avLst/>
                <a:gdLst>
                  <a:gd name="T0" fmla="*/ 13 w 72"/>
                  <a:gd name="T1" fmla="*/ 18 h 52"/>
                  <a:gd name="T2" fmla="*/ 31 w 72"/>
                  <a:gd name="T3" fmla="*/ 5 h 52"/>
                  <a:gd name="T4" fmla="*/ 53 w 72"/>
                  <a:gd name="T5" fmla="*/ 13 h 52"/>
                  <a:gd name="T6" fmla="*/ 48 w 72"/>
                  <a:gd name="T7" fmla="*/ 22 h 52"/>
                  <a:gd name="T8" fmla="*/ 50 w 72"/>
                  <a:gd name="T9" fmla="*/ 27 h 52"/>
                  <a:gd name="T10" fmla="*/ 67 w 72"/>
                  <a:gd name="T11" fmla="*/ 23 h 52"/>
                  <a:gd name="T12" fmla="*/ 68 w 72"/>
                  <a:gd name="T13" fmla="*/ 28 h 52"/>
                  <a:gd name="T14" fmla="*/ 43 w 72"/>
                  <a:gd name="T15" fmla="*/ 35 h 52"/>
                  <a:gd name="T16" fmla="*/ 29 w 72"/>
                  <a:gd name="T17" fmla="*/ 39 h 52"/>
                  <a:gd name="T18" fmla="*/ 5 w 72"/>
                  <a:gd name="T19" fmla="*/ 49 h 52"/>
                  <a:gd name="T20" fmla="*/ 8 w 72"/>
                  <a:gd name="T21" fmla="*/ 40 h 52"/>
                  <a:gd name="T22" fmla="*/ 25 w 72"/>
                  <a:gd name="T23" fmla="*/ 29 h 52"/>
                  <a:gd name="T24" fmla="*/ 17 w 72"/>
                  <a:gd name="T25" fmla="*/ 22 h 52"/>
                  <a:gd name="T26" fmla="*/ 13 w 72"/>
                  <a:gd name="T27" fmla="*/ 1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52">
                    <a:moveTo>
                      <a:pt x="13" y="18"/>
                    </a:moveTo>
                    <a:cubicBezTo>
                      <a:pt x="13" y="18"/>
                      <a:pt x="19" y="6"/>
                      <a:pt x="31" y="5"/>
                    </a:cubicBezTo>
                    <a:cubicBezTo>
                      <a:pt x="31" y="5"/>
                      <a:pt x="48" y="0"/>
                      <a:pt x="53" y="13"/>
                    </a:cubicBezTo>
                    <a:cubicBezTo>
                      <a:pt x="53" y="13"/>
                      <a:pt x="54" y="18"/>
                      <a:pt x="48" y="22"/>
                    </a:cubicBezTo>
                    <a:cubicBezTo>
                      <a:pt x="48" y="22"/>
                      <a:pt x="43" y="28"/>
                      <a:pt x="50" y="27"/>
                    </a:cubicBezTo>
                    <a:cubicBezTo>
                      <a:pt x="50" y="27"/>
                      <a:pt x="60" y="28"/>
                      <a:pt x="67" y="23"/>
                    </a:cubicBezTo>
                    <a:cubicBezTo>
                      <a:pt x="67" y="23"/>
                      <a:pt x="72" y="23"/>
                      <a:pt x="68" y="28"/>
                    </a:cubicBezTo>
                    <a:cubicBezTo>
                      <a:pt x="68" y="28"/>
                      <a:pt x="60" y="38"/>
                      <a:pt x="43" y="35"/>
                    </a:cubicBezTo>
                    <a:cubicBezTo>
                      <a:pt x="43" y="35"/>
                      <a:pt x="37" y="31"/>
                      <a:pt x="29" y="39"/>
                    </a:cubicBezTo>
                    <a:cubicBezTo>
                      <a:pt x="29" y="39"/>
                      <a:pt x="12" y="52"/>
                      <a:pt x="5" y="49"/>
                    </a:cubicBezTo>
                    <a:cubicBezTo>
                      <a:pt x="5" y="49"/>
                      <a:pt x="0" y="42"/>
                      <a:pt x="8" y="40"/>
                    </a:cubicBezTo>
                    <a:cubicBezTo>
                      <a:pt x="8" y="40"/>
                      <a:pt x="25" y="38"/>
                      <a:pt x="25" y="29"/>
                    </a:cubicBezTo>
                    <a:cubicBezTo>
                      <a:pt x="25" y="29"/>
                      <a:pt x="23" y="24"/>
                      <a:pt x="17" y="22"/>
                    </a:cubicBezTo>
                    <a:lnTo>
                      <a:pt x="13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87" name="îṥ1ïḋè"/>
              <p:cNvSpPr/>
              <p:nvPr/>
            </p:nvSpPr>
            <p:spPr bwMode="auto">
              <a:xfrm>
                <a:off x="5954713" y="3290888"/>
                <a:ext cx="328613" cy="279400"/>
              </a:xfrm>
              <a:custGeom>
                <a:avLst/>
                <a:gdLst>
                  <a:gd name="T0" fmla="*/ 21 w 100"/>
                  <a:gd name="T1" fmla="*/ 22 h 84"/>
                  <a:gd name="T2" fmla="*/ 45 w 100"/>
                  <a:gd name="T3" fmla="*/ 10 h 84"/>
                  <a:gd name="T4" fmla="*/ 60 w 100"/>
                  <a:gd name="T5" fmla="*/ 12 h 84"/>
                  <a:gd name="T6" fmla="*/ 55 w 100"/>
                  <a:gd name="T7" fmla="*/ 20 h 84"/>
                  <a:gd name="T8" fmla="*/ 56 w 100"/>
                  <a:gd name="T9" fmla="*/ 54 h 84"/>
                  <a:gd name="T10" fmla="*/ 81 w 100"/>
                  <a:gd name="T11" fmla="*/ 58 h 84"/>
                  <a:gd name="T12" fmla="*/ 83 w 100"/>
                  <a:gd name="T13" fmla="*/ 43 h 84"/>
                  <a:gd name="T14" fmla="*/ 91 w 100"/>
                  <a:gd name="T15" fmla="*/ 60 h 84"/>
                  <a:gd name="T16" fmla="*/ 85 w 100"/>
                  <a:gd name="T17" fmla="*/ 83 h 84"/>
                  <a:gd name="T18" fmla="*/ 75 w 100"/>
                  <a:gd name="T19" fmla="*/ 84 h 84"/>
                  <a:gd name="T20" fmla="*/ 42 w 100"/>
                  <a:gd name="T21" fmla="*/ 55 h 84"/>
                  <a:gd name="T22" fmla="*/ 40 w 100"/>
                  <a:gd name="T23" fmla="*/ 38 h 84"/>
                  <a:gd name="T24" fmla="*/ 33 w 100"/>
                  <a:gd name="T25" fmla="*/ 29 h 84"/>
                  <a:gd name="T26" fmla="*/ 28 w 100"/>
                  <a:gd name="T27" fmla="*/ 38 h 84"/>
                  <a:gd name="T28" fmla="*/ 6 w 100"/>
                  <a:gd name="T29" fmla="*/ 78 h 84"/>
                  <a:gd name="T30" fmla="*/ 3 w 100"/>
                  <a:gd name="T31" fmla="*/ 71 h 84"/>
                  <a:gd name="T32" fmla="*/ 7 w 100"/>
                  <a:gd name="T33" fmla="*/ 59 h 84"/>
                  <a:gd name="T34" fmla="*/ 10 w 100"/>
                  <a:gd name="T35" fmla="*/ 51 h 84"/>
                  <a:gd name="T36" fmla="*/ 21 w 100"/>
                  <a:gd name="T37" fmla="*/ 2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84">
                    <a:moveTo>
                      <a:pt x="21" y="22"/>
                    </a:moveTo>
                    <a:cubicBezTo>
                      <a:pt x="21" y="22"/>
                      <a:pt x="40" y="19"/>
                      <a:pt x="45" y="10"/>
                    </a:cubicBezTo>
                    <a:cubicBezTo>
                      <a:pt x="45" y="10"/>
                      <a:pt x="54" y="0"/>
                      <a:pt x="60" y="12"/>
                    </a:cubicBezTo>
                    <a:cubicBezTo>
                      <a:pt x="60" y="12"/>
                      <a:pt x="62" y="14"/>
                      <a:pt x="55" y="20"/>
                    </a:cubicBezTo>
                    <a:cubicBezTo>
                      <a:pt x="55" y="20"/>
                      <a:pt x="45" y="40"/>
                      <a:pt x="56" y="54"/>
                    </a:cubicBezTo>
                    <a:cubicBezTo>
                      <a:pt x="56" y="54"/>
                      <a:pt x="76" y="77"/>
                      <a:pt x="81" y="58"/>
                    </a:cubicBezTo>
                    <a:cubicBezTo>
                      <a:pt x="83" y="43"/>
                      <a:pt x="83" y="43"/>
                      <a:pt x="83" y="43"/>
                    </a:cubicBezTo>
                    <a:cubicBezTo>
                      <a:pt x="83" y="43"/>
                      <a:pt x="86" y="43"/>
                      <a:pt x="91" y="60"/>
                    </a:cubicBezTo>
                    <a:cubicBezTo>
                      <a:pt x="91" y="60"/>
                      <a:pt x="100" y="82"/>
                      <a:pt x="85" y="83"/>
                    </a:cubicBezTo>
                    <a:cubicBezTo>
                      <a:pt x="85" y="83"/>
                      <a:pt x="80" y="81"/>
                      <a:pt x="75" y="84"/>
                    </a:cubicBezTo>
                    <a:cubicBezTo>
                      <a:pt x="75" y="84"/>
                      <a:pt x="46" y="79"/>
                      <a:pt x="42" y="55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8"/>
                      <a:pt x="42" y="28"/>
                      <a:pt x="33" y="29"/>
                    </a:cubicBezTo>
                    <a:cubicBezTo>
                      <a:pt x="33" y="29"/>
                      <a:pt x="28" y="31"/>
                      <a:pt x="28" y="38"/>
                    </a:cubicBezTo>
                    <a:cubicBezTo>
                      <a:pt x="28" y="38"/>
                      <a:pt x="21" y="75"/>
                      <a:pt x="6" y="78"/>
                    </a:cubicBezTo>
                    <a:cubicBezTo>
                      <a:pt x="6" y="78"/>
                      <a:pt x="0" y="76"/>
                      <a:pt x="3" y="71"/>
                    </a:cubicBezTo>
                    <a:cubicBezTo>
                      <a:pt x="3" y="71"/>
                      <a:pt x="7" y="66"/>
                      <a:pt x="7" y="59"/>
                    </a:cubicBezTo>
                    <a:cubicBezTo>
                      <a:pt x="7" y="59"/>
                      <a:pt x="7" y="55"/>
                      <a:pt x="10" y="51"/>
                    </a:cubicBezTo>
                    <a:cubicBezTo>
                      <a:pt x="10" y="51"/>
                      <a:pt x="23" y="29"/>
                      <a:pt x="21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88" name="ïsľîdé"/>
              <p:cNvSpPr/>
              <p:nvPr/>
            </p:nvSpPr>
            <p:spPr bwMode="auto">
              <a:xfrm>
                <a:off x="6310313" y="3105150"/>
                <a:ext cx="471488" cy="511175"/>
              </a:xfrm>
              <a:custGeom>
                <a:avLst/>
                <a:gdLst>
                  <a:gd name="T0" fmla="*/ 38 w 143"/>
                  <a:gd name="T1" fmla="*/ 18 h 154"/>
                  <a:gd name="T2" fmla="*/ 51 w 143"/>
                  <a:gd name="T3" fmla="*/ 9 h 154"/>
                  <a:gd name="T4" fmla="*/ 78 w 143"/>
                  <a:gd name="T5" fmla="*/ 11 h 154"/>
                  <a:gd name="T6" fmla="*/ 83 w 143"/>
                  <a:gd name="T7" fmla="*/ 26 h 154"/>
                  <a:gd name="T8" fmla="*/ 82 w 143"/>
                  <a:gd name="T9" fmla="*/ 33 h 154"/>
                  <a:gd name="T10" fmla="*/ 115 w 143"/>
                  <a:gd name="T11" fmla="*/ 23 h 154"/>
                  <a:gd name="T12" fmla="*/ 124 w 143"/>
                  <a:gd name="T13" fmla="*/ 25 h 154"/>
                  <a:gd name="T14" fmla="*/ 132 w 143"/>
                  <a:gd name="T15" fmla="*/ 44 h 154"/>
                  <a:gd name="T16" fmla="*/ 122 w 143"/>
                  <a:gd name="T17" fmla="*/ 46 h 154"/>
                  <a:gd name="T18" fmla="*/ 98 w 143"/>
                  <a:gd name="T19" fmla="*/ 51 h 154"/>
                  <a:gd name="T20" fmla="*/ 97 w 143"/>
                  <a:gd name="T21" fmla="*/ 57 h 154"/>
                  <a:gd name="T22" fmla="*/ 94 w 143"/>
                  <a:gd name="T23" fmla="*/ 66 h 154"/>
                  <a:gd name="T24" fmla="*/ 76 w 143"/>
                  <a:gd name="T25" fmla="*/ 78 h 154"/>
                  <a:gd name="T26" fmla="*/ 71 w 143"/>
                  <a:gd name="T27" fmla="*/ 84 h 154"/>
                  <a:gd name="T28" fmla="*/ 71 w 143"/>
                  <a:gd name="T29" fmla="*/ 89 h 154"/>
                  <a:gd name="T30" fmla="*/ 86 w 143"/>
                  <a:gd name="T31" fmla="*/ 83 h 154"/>
                  <a:gd name="T32" fmla="*/ 92 w 143"/>
                  <a:gd name="T33" fmla="*/ 92 h 154"/>
                  <a:gd name="T34" fmla="*/ 79 w 143"/>
                  <a:gd name="T35" fmla="*/ 103 h 154"/>
                  <a:gd name="T36" fmla="*/ 77 w 143"/>
                  <a:gd name="T37" fmla="*/ 110 h 154"/>
                  <a:gd name="T38" fmla="*/ 80 w 143"/>
                  <a:gd name="T39" fmla="*/ 117 h 154"/>
                  <a:gd name="T40" fmla="*/ 105 w 143"/>
                  <a:gd name="T41" fmla="*/ 110 h 154"/>
                  <a:gd name="T42" fmla="*/ 113 w 143"/>
                  <a:gd name="T43" fmla="*/ 112 h 154"/>
                  <a:gd name="T44" fmla="*/ 119 w 143"/>
                  <a:gd name="T45" fmla="*/ 125 h 154"/>
                  <a:gd name="T46" fmla="*/ 105 w 143"/>
                  <a:gd name="T47" fmla="*/ 130 h 154"/>
                  <a:gd name="T48" fmla="*/ 41 w 143"/>
                  <a:gd name="T49" fmla="*/ 148 h 154"/>
                  <a:gd name="T50" fmla="*/ 28 w 143"/>
                  <a:gd name="T51" fmla="*/ 145 h 154"/>
                  <a:gd name="T52" fmla="*/ 36 w 143"/>
                  <a:gd name="T53" fmla="*/ 131 h 154"/>
                  <a:gd name="T54" fmla="*/ 61 w 143"/>
                  <a:gd name="T55" fmla="*/ 118 h 154"/>
                  <a:gd name="T56" fmla="*/ 56 w 143"/>
                  <a:gd name="T57" fmla="*/ 113 h 154"/>
                  <a:gd name="T58" fmla="*/ 48 w 143"/>
                  <a:gd name="T59" fmla="*/ 98 h 154"/>
                  <a:gd name="T60" fmla="*/ 75 w 143"/>
                  <a:gd name="T61" fmla="*/ 67 h 154"/>
                  <a:gd name="T62" fmla="*/ 83 w 143"/>
                  <a:gd name="T63" fmla="*/ 50 h 154"/>
                  <a:gd name="T64" fmla="*/ 100 w 143"/>
                  <a:gd name="T65" fmla="*/ 42 h 154"/>
                  <a:gd name="T66" fmla="*/ 93 w 143"/>
                  <a:gd name="T67" fmla="*/ 38 h 154"/>
                  <a:gd name="T68" fmla="*/ 58 w 143"/>
                  <a:gd name="T69" fmla="*/ 54 h 154"/>
                  <a:gd name="T70" fmla="*/ 40 w 143"/>
                  <a:gd name="T71" fmla="*/ 62 h 154"/>
                  <a:gd name="T72" fmla="*/ 30 w 143"/>
                  <a:gd name="T73" fmla="*/ 70 h 154"/>
                  <a:gd name="T74" fmla="*/ 11 w 143"/>
                  <a:gd name="T75" fmla="*/ 77 h 154"/>
                  <a:gd name="T76" fmla="*/ 8 w 143"/>
                  <a:gd name="T77" fmla="*/ 55 h 154"/>
                  <a:gd name="T78" fmla="*/ 27 w 143"/>
                  <a:gd name="T79" fmla="*/ 36 h 154"/>
                  <a:gd name="T80" fmla="*/ 32 w 143"/>
                  <a:gd name="T81" fmla="*/ 42 h 154"/>
                  <a:gd name="T82" fmla="*/ 35 w 143"/>
                  <a:gd name="T83" fmla="*/ 49 h 154"/>
                  <a:gd name="T84" fmla="*/ 60 w 143"/>
                  <a:gd name="T85" fmla="*/ 39 h 154"/>
                  <a:gd name="T86" fmla="*/ 53 w 143"/>
                  <a:gd name="T87" fmla="*/ 31 h 154"/>
                  <a:gd name="T88" fmla="*/ 53 w 143"/>
                  <a:gd name="T89" fmla="*/ 31 h 154"/>
                  <a:gd name="T90" fmla="*/ 38 w 143"/>
                  <a:gd name="T91" fmla="*/ 18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43" h="154">
                    <a:moveTo>
                      <a:pt x="38" y="18"/>
                    </a:moveTo>
                    <a:cubicBezTo>
                      <a:pt x="38" y="18"/>
                      <a:pt x="42" y="10"/>
                      <a:pt x="51" y="9"/>
                    </a:cubicBezTo>
                    <a:cubicBezTo>
                      <a:pt x="51" y="9"/>
                      <a:pt x="68" y="0"/>
                      <a:pt x="78" y="11"/>
                    </a:cubicBezTo>
                    <a:cubicBezTo>
                      <a:pt x="78" y="11"/>
                      <a:pt x="87" y="19"/>
                      <a:pt x="83" y="26"/>
                    </a:cubicBezTo>
                    <a:cubicBezTo>
                      <a:pt x="83" y="26"/>
                      <a:pt x="77" y="29"/>
                      <a:pt x="82" y="33"/>
                    </a:cubicBezTo>
                    <a:cubicBezTo>
                      <a:pt x="115" y="23"/>
                      <a:pt x="115" y="23"/>
                      <a:pt x="115" y="23"/>
                    </a:cubicBezTo>
                    <a:cubicBezTo>
                      <a:pt x="115" y="23"/>
                      <a:pt x="119" y="21"/>
                      <a:pt x="124" y="25"/>
                    </a:cubicBezTo>
                    <a:cubicBezTo>
                      <a:pt x="124" y="25"/>
                      <a:pt x="143" y="36"/>
                      <a:pt x="132" y="44"/>
                    </a:cubicBezTo>
                    <a:cubicBezTo>
                      <a:pt x="132" y="44"/>
                      <a:pt x="126" y="47"/>
                      <a:pt x="122" y="46"/>
                    </a:cubicBezTo>
                    <a:cubicBezTo>
                      <a:pt x="98" y="51"/>
                      <a:pt x="98" y="51"/>
                      <a:pt x="98" y="51"/>
                    </a:cubicBezTo>
                    <a:cubicBezTo>
                      <a:pt x="98" y="51"/>
                      <a:pt x="94" y="53"/>
                      <a:pt x="97" y="57"/>
                    </a:cubicBezTo>
                    <a:cubicBezTo>
                      <a:pt x="97" y="57"/>
                      <a:pt x="99" y="63"/>
                      <a:pt x="94" y="66"/>
                    </a:cubicBezTo>
                    <a:cubicBezTo>
                      <a:pt x="94" y="66"/>
                      <a:pt x="76" y="75"/>
                      <a:pt x="76" y="78"/>
                    </a:cubicBezTo>
                    <a:cubicBezTo>
                      <a:pt x="71" y="84"/>
                      <a:pt x="71" y="84"/>
                      <a:pt x="71" y="84"/>
                    </a:cubicBezTo>
                    <a:cubicBezTo>
                      <a:pt x="71" y="84"/>
                      <a:pt x="65" y="87"/>
                      <a:pt x="71" y="89"/>
                    </a:cubicBezTo>
                    <a:cubicBezTo>
                      <a:pt x="86" y="83"/>
                      <a:pt x="86" y="83"/>
                      <a:pt x="86" y="83"/>
                    </a:cubicBezTo>
                    <a:cubicBezTo>
                      <a:pt x="86" y="83"/>
                      <a:pt x="94" y="81"/>
                      <a:pt x="92" y="92"/>
                    </a:cubicBezTo>
                    <a:cubicBezTo>
                      <a:pt x="92" y="92"/>
                      <a:pt x="86" y="101"/>
                      <a:pt x="79" y="103"/>
                    </a:cubicBezTo>
                    <a:cubicBezTo>
                      <a:pt x="79" y="103"/>
                      <a:pt x="79" y="107"/>
                      <a:pt x="77" y="110"/>
                    </a:cubicBezTo>
                    <a:cubicBezTo>
                      <a:pt x="77" y="110"/>
                      <a:pt x="77" y="116"/>
                      <a:pt x="80" y="117"/>
                    </a:cubicBezTo>
                    <a:cubicBezTo>
                      <a:pt x="105" y="110"/>
                      <a:pt x="105" y="110"/>
                      <a:pt x="105" y="110"/>
                    </a:cubicBezTo>
                    <a:cubicBezTo>
                      <a:pt x="105" y="110"/>
                      <a:pt x="110" y="109"/>
                      <a:pt x="113" y="112"/>
                    </a:cubicBezTo>
                    <a:cubicBezTo>
                      <a:pt x="113" y="112"/>
                      <a:pt x="121" y="117"/>
                      <a:pt x="119" y="125"/>
                    </a:cubicBezTo>
                    <a:cubicBezTo>
                      <a:pt x="119" y="125"/>
                      <a:pt x="114" y="132"/>
                      <a:pt x="105" y="130"/>
                    </a:cubicBezTo>
                    <a:cubicBezTo>
                      <a:pt x="105" y="130"/>
                      <a:pt x="64" y="132"/>
                      <a:pt x="41" y="148"/>
                    </a:cubicBezTo>
                    <a:cubicBezTo>
                      <a:pt x="41" y="148"/>
                      <a:pt x="33" y="154"/>
                      <a:pt x="28" y="145"/>
                    </a:cubicBezTo>
                    <a:cubicBezTo>
                      <a:pt x="28" y="145"/>
                      <a:pt x="26" y="133"/>
                      <a:pt x="36" y="131"/>
                    </a:cubicBezTo>
                    <a:cubicBezTo>
                      <a:pt x="36" y="131"/>
                      <a:pt x="69" y="129"/>
                      <a:pt x="61" y="118"/>
                    </a:cubicBezTo>
                    <a:cubicBezTo>
                      <a:pt x="56" y="113"/>
                      <a:pt x="56" y="113"/>
                      <a:pt x="56" y="113"/>
                    </a:cubicBezTo>
                    <a:cubicBezTo>
                      <a:pt x="56" y="113"/>
                      <a:pt x="44" y="105"/>
                      <a:pt x="48" y="98"/>
                    </a:cubicBezTo>
                    <a:cubicBezTo>
                      <a:pt x="48" y="98"/>
                      <a:pt x="73" y="86"/>
                      <a:pt x="75" y="67"/>
                    </a:cubicBezTo>
                    <a:cubicBezTo>
                      <a:pt x="75" y="67"/>
                      <a:pt x="73" y="52"/>
                      <a:pt x="83" y="50"/>
                    </a:cubicBezTo>
                    <a:cubicBezTo>
                      <a:pt x="83" y="50"/>
                      <a:pt x="95" y="52"/>
                      <a:pt x="100" y="42"/>
                    </a:cubicBezTo>
                    <a:cubicBezTo>
                      <a:pt x="100" y="42"/>
                      <a:pt x="104" y="31"/>
                      <a:pt x="93" y="38"/>
                    </a:cubicBezTo>
                    <a:cubicBezTo>
                      <a:pt x="93" y="38"/>
                      <a:pt x="66" y="46"/>
                      <a:pt x="58" y="54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35" y="62"/>
                      <a:pt x="30" y="70"/>
                    </a:cubicBezTo>
                    <a:cubicBezTo>
                      <a:pt x="30" y="70"/>
                      <a:pt x="21" y="86"/>
                      <a:pt x="11" y="77"/>
                    </a:cubicBezTo>
                    <a:cubicBezTo>
                      <a:pt x="11" y="77"/>
                      <a:pt x="0" y="69"/>
                      <a:pt x="8" y="55"/>
                    </a:cubicBezTo>
                    <a:cubicBezTo>
                      <a:pt x="8" y="55"/>
                      <a:pt x="15" y="42"/>
                      <a:pt x="27" y="36"/>
                    </a:cubicBezTo>
                    <a:cubicBezTo>
                      <a:pt x="27" y="36"/>
                      <a:pt x="33" y="38"/>
                      <a:pt x="32" y="42"/>
                    </a:cubicBezTo>
                    <a:cubicBezTo>
                      <a:pt x="32" y="42"/>
                      <a:pt x="29" y="50"/>
                      <a:pt x="35" y="49"/>
                    </a:cubicBezTo>
                    <a:cubicBezTo>
                      <a:pt x="35" y="49"/>
                      <a:pt x="52" y="51"/>
                      <a:pt x="60" y="39"/>
                    </a:cubicBezTo>
                    <a:cubicBezTo>
                      <a:pt x="60" y="39"/>
                      <a:pt x="58" y="33"/>
                      <a:pt x="53" y="31"/>
                    </a:cubicBezTo>
                    <a:cubicBezTo>
                      <a:pt x="53" y="31"/>
                      <a:pt x="53" y="31"/>
                      <a:pt x="53" y="31"/>
                    </a:cubicBezTo>
                    <a:cubicBezTo>
                      <a:pt x="48" y="28"/>
                      <a:pt x="41" y="18"/>
                      <a:pt x="38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89" name="íṩlíďê"/>
              <p:cNvSpPr/>
              <p:nvPr/>
            </p:nvSpPr>
            <p:spPr bwMode="auto">
              <a:xfrm>
                <a:off x="6448426" y="3314700"/>
                <a:ext cx="79375" cy="88900"/>
              </a:xfrm>
              <a:custGeom>
                <a:avLst/>
                <a:gdLst>
                  <a:gd name="T0" fmla="*/ 23 w 24"/>
                  <a:gd name="T1" fmla="*/ 3 h 27"/>
                  <a:gd name="T2" fmla="*/ 18 w 24"/>
                  <a:gd name="T3" fmla="*/ 13 h 27"/>
                  <a:gd name="T4" fmla="*/ 5 w 24"/>
                  <a:gd name="T5" fmla="*/ 16 h 27"/>
                  <a:gd name="T6" fmla="*/ 3 w 24"/>
                  <a:gd name="T7" fmla="*/ 3 h 27"/>
                  <a:gd name="T8" fmla="*/ 7 w 24"/>
                  <a:gd name="T9" fmla="*/ 3 h 27"/>
                  <a:gd name="T10" fmla="*/ 20 w 24"/>
                  <a:gd name="T11" fmla="*/ 1 h 27"/>
                  <a:gd name="T12" fmla="*/ 23 w 24"/>
                  <a:gd name="T13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27">
                    <a:moveTo>
                      <a:pt x="23" y="3"/>
                    </a:moveTo>
                    <a:cubicBezTo>
                      <a:pt x="23" y="3"/>
                      <a:pt x="20" y="11"/>
                      <a:pt x="18" y="13"/>
                    </a:cubicBezTo>
                    <a:cubicBezTo>
                      <a:pt x="18" y="13"/>
                      <a:pt x="11" y="27"/>
                      <a:pt x="5" y="16"/>
                    </a:cubicBezTo>
                    <a:cubicBezTo>
                      <a:pt x="5" y="16"/>
                      <a:pt x="0" y="13"/>
                      <a:pt x="3" y="3"/>
                    </a:cubicBezTo>
                    <a:cubicBezTo>
                      <a:pt x="3" y="3"/>
                      <a:pt x="6" y="0"/>
                      <a:pt x="7" y="3"/>
                    </a:cubicBezTo>
                    <a:cubicBezTo>
                      <a:pt x="7" y="3"/>
                      <a:pt x="13" y="8"/>
                      <a:pt x="20" y="1"/>
                    </a:cubicBezTo>
                    <a:cubicBezTo>
                      <a:pt x="20" y="1"/>
                      <a:pt x="24" y="0"/>
                      <a:pt x="23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4" name="işḷïďè"/>
              <p:cNvSpPr/>
              <p:nvPr/>
            </p:nvSpPr>
            <p:spPr bwMode="auto">
              <a:xfrm>
                <a:off x="6448426" y="3314700"/>
                <a:ext cx="79375" cy="88900"/>
              </a:xfrm>
              <a:custGeom>
                <a:avLst/>
                <a:gdLst>
                  <a:gd name="T0" fmla="*/ 23 w 24"/>
                  <a:gd name="T1" fmla="*/ 3 h 27"/>
                  <a:gd name="T2" fmla="*/ 18 w 24"/>
                  <a:gd name="T3" fmla="*/ 13 h 27"/>
                  <a:gd name="T4" fmla="*/ 5 w 24"/>
                  <a:gd name="T5" fmla="*/ 16 h 27"/>
                  <a:gd name="T6" fmla="*/ 3 w 24"/>
                  <a:gd name="T7" fmla="*/ 3 h 27"/>
                  <a:gd name="T8" fmla="*/ 7 w 24"/>
                  <a:gd name="T9" fmla="*/ 3 h 27"/>
                  <a:gd name="T10" fmla="*/ 20 w 24"/>
                  <a:gd name="T11" fmla="*/ 1 h 27"/>
                  <a:gd name="T12" fmla="*/ 23 w 24"/>
                  <a:gd name="T13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27">
                    <a:moveTo>
                      <a:pt x="23" y="3"/>
                    </a:moveTo>
                    <a:cubicBezTo>
                      <a:pt x="23" y="3"/>
                      <a:pt x="20" y="11"/>
                      <a:pt x="18" y="13"/>
                    </a:cubicBezTo>
                    <a:cubicBezTo>
                      <a:pt x="18" y="13"/>
                      <a:pt x="11" y="27"/>
                      <a:pt x="5" y="16"/>
                    </a:cubicBezTo>
                    <a:cubicBezTo>
                      <a:pt x="5" y="16"/>
                      <a:pt x="0" y="13"/>
                      <a:pt x="3" y="3"/>
                    </a:cubicBezTo>
                    <a:cubicBezTo>
                      <a:pt x="3" y="3"/>
                      <a:pt x="6" y="0"/>
                      <a:pt x="7" y="3"/>
                    </a:cubicBezTo>
                    <a:cubicBezTo>
                      <a:pt x="7" y="3"/>
                      <a:pt x="13" y="8"/>
                      <a:pt x="20" y="1"/>
                    </a:cubicBezTo>
                    <a:cubicBezTo>
                      <a:pt x="20" y="1"/>
                      <a:pt x="24" y="0"/>
                      <a:pt x="23" y="3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5" name="îṡlíḑê"/>
              <p:cNvSpPr/>
              <p:nvPr/>
            </p:nvSpPr>
            <p:spPr bwMode="auto">
              <a:xfrm>
                <a:off x="6904038" y="3122613"/>
                <a:ext cx="138113" cy="125413"/>
              </a:xfrm>
              <a:custGeom>
                <a:avLst/>
                <a:gdLst>
                  <a:gd name="T0" fmla="*/ 22 w 42"/>
                  <a:gd name="T1" fmla="*/ 3 h 38"/>
                  <a:gd name="T2" fmla="*/ 9 w 42"/>
                  <a:gd name="T3" fmla="*/ 16 h 38"/>
                  <a:gd name="T4" fmla="*/ 4 w 42"/>
                  <a:gd name="T5" fmla="*/ 27 h 38"/>
                  <a:gd name="T6" fmla="*/ 4 w 42"/>
                  <a:gd name="T7" fmla="*/ 38 h 38"/>
                  <a:gd name="T8" fmla="*/ 16 w 42"/>
                  <a:gd name="T9" fmla="*/ 24 h 38"/>
                  <a:gd name="T10" fmla="*/ 28 w 42"/>
                  <a:gd name="T11" fmla="*/ 23 h 38"/>
                  <a:gd name="T12" fmla="*/ 41 w 42"/>
                  <a:gd name="T13" fmla="*/ 10 h 38"/>
                  <a:gd name="T14" fmla="*/ 22 w 42"/>
                  <a:gd name="T15" fmla="*/ 3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" h="38">
                    <a:moveTo>
                      <a:pt x="22" y="3"/>
                    </a:moveTo>
                    <a:cubicBezTo>
                      <a:pt x="22" y="3"/>
                      <a:pt x="13" y="2"/>
                      <a:pt x="9" y="16"/>
                    </a:cubicBezTo>
                    <a:cubicBezTo>
                      <a:pt x="9" y="16"/>
                      <a:pt x="11" y="24"/>
                      <a:pt x="4" y="27"/>
                    </a:cubicBezTo>
                    <a:cubicBezTo>
                      <a:pt x="4" y="27"/>
                      <a:pt x="0" y="32"/>
                      <a:pt x="4" y="38"/>
                    </a:cubicBezTo>
                    <a:cubicBezTo>
                      <a:pt x="4" y="38"/>
                      <a:pt x="8" y="33"/>
                      <a:pt x="16" y="24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42" y="26"/>
                      <a:pt x="41" y="10"/>
                    </a:cubicBezTo>
                    <a:cubicBezTo>
                      <a:pt x="41" y="10"/>
                      <a:pt x="38" y="0"/>
                      <a:pt x="2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6" name="iṡľïḍê"/>
              <p:cNvSpPr/>
              <p:nvPr/>
            </p:nvSpPr>
            <p:spPr bwMode="auto">
              <a:xfrm>
                <a:off x="6815138" y="3228975"/>
                <a:ext cx="227013" cy="377825"/>
              </a:xfrm>
              <a:custGeom>
                <a:avLst/>
                <a:gdLst>
                  <a:gd name="T0" fmla="*/ 35 w 69"/>
                  <a:gd name="T1" fmla="*/ 11 h 114"/>
                  <a:gd name="T2" fmla="*/ 30 w 69"/>
                  <a:gd name="T3" fmla="*/ 23 h 114"/>
                  <a:gd name="T4" fmla="*/ 30 w 69"/>
                  <a:gd name="T5" fmla="*/ 48 h 114"/>
                  <a:gd name="T6" fmla="*/ 19 w 69"/>
                  <a:gd name="T7" fmla="*/ 56 h 114"/>
                  <a:gd name="T8" fmla="*/ 11 w 69"/>
                  <a:gd name="T9" fmla="*/ 54 h 114"/>
                  <a:gd name="T10" fmla="*/ 4 w 69"/>
                  <a:gd name="T11" fmla="*/ 64 h 114"/>
                  <a:gd name="T12" fmla="*/ 10 w 69"/>
                  <a:gd name="T13" fmla="*/ 76 h 114"/>
                  <a:gd name="T14" fmla="*/ 22 w 69"/>
                  <a:gd name="T15" fmla="*/ 76 h 114"/>
                  <a:gd name="T16" fmla="*/ 18 w 69"/>
                  <a:gd name="T17" fmla="*/ 84 h 114"/>
                  <a:gd name="T18" fmla="*/ 17 w 69"/>
                  <a:gd name="T19" fmla="*/ 100 h 114"/>
                  <a:gd name="T20" fmla="*/ 25 w 69"/>
                  <a:gd name="T21" fmla="*/ 87 h 114"/>
                  <a:gd name="T22" fmla="*/ 36 w 69"/>
                  <a:gd name="T23" fmla="*/ 69 h 114"/>
                  <a:gd name="T24" fmla="*/ 54 w 69"/>
                  <a:gd name="T25" fmla="*/ 68 h 114"/>
                  <a:gd name="T26" fmla="*/ 52 w 69"/>
                  <a:gd name="T27" fmla="*/ 84 h 114"/>
                  <a:gd name="T28" fmla="*/ 49 w 69"/>
                  <a:gd name="T29" fmla="*/ 77 h 114"/>
                  <a:gd name="T30" fmla="*/ 43 w 69"/>
                  <a:gd name="T31" fmla="*/ 82 h 114"/>
                  <a:gd name="T32" fmla="*/ 62 w 69"/>
                  <a:gd name="T33" fmla="*/ 104 h 114"/>
                  <a:gd name="T34" fmla="*/ 61 w 69"/>
                  <a:gd name="T35" fmla="*/ 58 h 114"/>
                  <a:gd name="T36" fmla="*/ 64 w 69"/>
                  <a:gd name="T37" fmla="*/ 51 h 114"/>
                  <a:gd name="T38" fmla="*/ 63 w 69"/>
                  <a:gd name="T39" fmla="*/ 43 h 114"/>
                  <a:gd name="T40" fmla="*/ 60 w 69"/>
                  <a:gd name="T41" fmla="*/ 36 h 114"/>
                  <a:gd name="T42" fmla="*/ 63 w 69"/>
                  <a:gd name="T43" fmla="*/ 23 h 114"/>
                  <a:gd name="T44" fmla="*/ 67 w 69"/>
                  <a:gd name="T45" fmla="*/ 16 h 114"/>
                  <a:gd name="T46" fmla="*/ 65 w 69"/>
                  <a:gd name="T47" fmla="*/ 9 h 114"/>
                  <a:gd name="T48" fmla="*/ 51 w 69"/>
                  <a:gd name="T49" fmla="*/ 6 h 114"/>
                  <a:gd name="T50" fmla="*/ 43 w 69"/>
                  <a:gd name="T51" fmla="*/ 16 h 114"/>
                  <a:gd name="T52" fmla="*/ 53 w 69"/>
                  <a:gd name="T53" fmla="*/ 16 h 114"/>
                  <a:gd name="T54" fmla="*/ 56 w 69"/>
                  <a:gd name="T55" fmla="*/ 20 h 114"/>
                  <a:gd name="T56" fmla="*/ 52 w 69"/>
                  <a:gd name="T57" fmla="*/ 30 h 114"/>
                  <a:gd name="T58" fmla="*/ 43 w 69"/>
                  <a:gd name="T59" fmla="*/ 29 h 114"/>
                  <a:gd name="T60" fmla="*/ 38 w 69"/>
                  <a:gd name="T61" fmla="*/ 27 h 114"/>
                  <a:gd name="T62" fmla="*/ 35 w 69"/>
                  <a:gd name="T63" fmla="*/ 11 h 114"/>
                  <a:gd name="T64" fmla="*/ 38 w 69"/>
                  <a:gd name="T65" fmla="*/ 36 h 114"/>
                  <a:gd name="T66" fmla="*/ 44 w 69"/>
                  <a:gd name="T67" fmla="*/ 45 h 114"/>
                  <a:gd name="T68" fmla="*/ 38 w 69"/>
                  <a:gd name="T69" fmla="*/ 51 h 114"/>
                  <a:gd name="T70" fmla="*/ 38 w 69"/>
                  <a:gd name="T71" fmla="*/ 36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9" h="114">
                    <a:moveTo>
                      <a:pt x="35" y="11"/>
                    </a:moveTo>
                    <a:cubicBezTo>
                      <a:pt x="35" y="11"/>
                      <a:pt x="27" y="13"/>
                      <a:pt x="30" y="23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30" y="48"/>
                      <a:pt x="28" y="59"/>
                      <a:pt x="19" y="56"/>
                    </a:cubicBezTo>
                    <a:cubicBezTo>
                      <a:pt x="11" y="54"/>
                      <a:pt x="11" y="54"/>
                      <a:pt x="11" y="54"/>
                    </a:cubicBezTo>
                    <a:cubicBezTo>
                      <a:pt x="11" y="54"/>
                      <a:pt x="7" y="51"/>
                      <a:pt x="4" y="64"/>
                    </a:cubicBezTo>
                    <a:cubicBezTo>
                      <a:pt x="4" y="64"/>
                      <a:pt x="0" y="78"/>
                      <a:pt x="10" y="76"/>
                    </a:cubicBezTo>
                    <a:cubicBezTo>
                      <a:pt x="10" y="76"/>
                      <a:pt x="17" y="72"/>
                      <a:pt x="22" y="76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18" y="84"/>
                      <a:pt x="12" y="90"/>
                      <a:pt x="17" y="100"/>
                    </a:cubicBezTo>
                    <a:cubicBezTo>
                      <a:pt x="17" y="100"/>
                      <a:pt x="22" y="100"/>
                      <a:pt x="25" y="87"/>
                    </a:cubicBezTo>
                    <a:cubicBezTo>
                      <a:pt x="25" y="87"/>
                      <a:pt x="29" y="68"/>
                      <a:pt x="36" y="69"/>
                    </a:cubicBezTo>
                    <a:cubicBezTo>
                      <a:pt x="36" y="69"/>
                      <a:pt x="52" y="55"/>
                      <a:pt x="54" y="68"/>
                    </a:cubicBezTo>
                    <a:cubicBezTo>
                      <a:pt x="54" y="68"/>
                      <a:pt x="58" y="82"/>
                      <a:pt x="52" y="84"/>
                    </a:cubicBezTo>
                    <a:cubicBezTo>
                      <a:pt x="52" y="84"/>
                      <a:pt x="50" y="83"/>
                      <a:pt x="49" y="77"/>
                    </a:cubicBezTo>
                    <a:cubicBezTo>
                      <a:pt x="49" y="77"/>
                      <a:pt x="44" y="71"/>
                      <a:pt x="43" y="82"/>
                    </a:cubicBezTo>
                    <a:cubicBezTo>
                      <a:pt x="43" y="82"/>
                      <a:pt x="54" y="114"/>
                      <a:pt x="62" y="104"/>
                    </a:cubicBezTo>
                    <a:cubicBezTo>
                      <a:pt x="62" y="104"/>
                      <a:pt x="67" y="73"/>
                      <a:pt x="61" y="58"/>
                    </a:cubicBezTo>
                    <a:cubicBezTo>
                      <a:pt x="61" y="58"/>
                      <a:pt x="60" y="54"/>
                      <a:pt x="64" y="51"/>
                    </a:cubicBezTo>
                    <a:cubicBezTo>
                      <a:pt x="64" y="51"/>
                      <a:pt x="68" y="43"/>
                      <a:pt x="63" y="43"/>
                    </a:cubicBezTo>
                    <a:cubicBezTo>
                      <a:pt x="63" y="43"/>
                      <a:pt x="55" y="44"/>
                      <a:pt x="60" y="36"/>
                    </a:cubicBezTo>
                    <a:cubicBezTo>
                      <a:pt x="60" y="36"/>
                      <a:pt x="65" y="28"/>
                      <a:pt x="63" y="23"/>
                    </a:cubicBezTo>
                    <a:cubicBezTo>
                      <a:pt x="63" y="23"/>
                      <a:pt x="63" y="18"/>
                      <a:pt x="67" y="16"/>
                    </a:cubicBezTo>
                    <a:cubicBezTo>
                      <a:pt x="67" y="16"/>
                      <a:pt x="69" y="14"/>
                      <a:pt x="65" y="9"/>
                    </a:cubicBezTo>
                    <a:cubicBezTo>
                      <a:pt x="65" y="9"/>
                      <a:pt x="59" y="0"/>
                      <a:pt x="51" y="6"/>
                    </a:cubicBezTo>
                    <a:cubicBezTo>
                      <a:pt x="51" y="6"/>
                      <a:pt x="42" y="11"/>
                      <a:pt x="43" y="16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3" y="16"/>
                      <a:pt x="56" y="16"/>
                      <a:pt x="56" y="20"/>
                    </a:cubicBezTo>
                    <a:cubicBezTo>
                      <a:pt x="56" y="20"/>
                      <a:pt x="59" y="31"/>
                      <a:pt x="52" y="30"/>
                    </a:cubicBezTo>
                    <a:cubicBezTo>
                      <a:pt x="52" y="30"/>
                      <a:pt x="48" y="26"/>
                      <a:pt x="43" y="29"/>
                    </a:cubicBezTo>
                    <a:cubicBezTo>
                      <a:pt x="43" y="29"/>
                      <a:pt x="38" y="32"/>
                      <a:pt x="38" y="27"/>
                    </a:cubicBezTo>
                    <a:cubicBezTo>
                      <a:pt x="38" y="27"/>
                      <a:pt x="42" y="15"/>
                      <a:pt x="35" y="11"/>
                    </a:cubicBezTo>
                    <a:close/>
                    <a:moveTo>
                      <a:pt x="38" y="36"/>
                    </a:moveTo>
                    <a:cubicBezTo>
                      <a:pt x="43" y="35"/>
                      <a:pt x="44" y="45"/>
                      <a:pt x="44" y="45"/>
                    </a:cubicBezTo>
                    <a:cubicBezTo>
                      <a:pt x="44" y="54"/>
                      <a:pt x="38" y="51"/>
                      <a:pt x="38" y="51"/>
                    </a:cubicBezTo>
                    <a:cubicBezTo>
                      <a:pt x="38" y="48"/>
                      <a:pt x="38" y="36"/>
                      <a:pt x="38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7" name="iṥľíḑe"/>
              <p:cNvSpPr/>
              <p:nvPr/>
            </p:nvSpPr>
            <p:spPr bwMode="auto">
              <a:xfrm>
                <a:off x="7132638" y="3165475"/>
                <a:ext cx="114300" cy="88900"/>
              </a:xfrm>
              <a:custGeom>
                <a:avLst/>
                <a:gdLst>
                  <a:gd name="T0" fmla="*/ 27 w 35"/>
                  <a:gd name="T1" fmla="*/ 0 h 27"/>
                  <a:gd name="T2" fmla="*/ 33 w 35"/>
                  <a:gd name="T3" fmla="*/ 9 h 27"/>
                  <a:gd name="T4" fmla="*/ 25 w 35"/>
                  <a:gd name="T5" fmla="*/ 21 h 27"/>
                  <a:gd name="T6" fmla="*/ 1 w 35"/>
                  <a:gd name="T7" fmla="*/ 13 h 27"/>
                  <a:gd name="T8" fmla="*/ 9 w 35"/>
                  <a:gd name="T9" fmla="*/ 2 h 27"/>
                  <a:gd name="T10" fmla="*/ 27 w 35"/>
                  <a:gd name="T11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" h="27">
                    <a:moveTo>
                      <a:pt x="27" y="0"/>
                    </a:moveTo>
                    <a:cubicBezTo>
                      <a:pt x="27" y="0"/>
                      <a:pt x="35" y="1"/>
                      <a:pt x="33" y="9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7" y="27"/>
                      <a:pt x="1" y="13"/>
                    </a:cubicBezTo>
                    <a:cubicBezTo>
                      <a:pt x="1" y="13"/>
                      <a:pt x="0" y="4"/>
                      <a:pt x="9" y="2"/>
                    </a:cubicBezTo>
                    <a:cubicBezTo>
                      <a:pt x="9" y="2"/>
                      <a:pt x="23" y="4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8" name="íṥḷîḍé"/>
              <p:cNvSpPr/>
              <p:nvPr/>
            </p:nvSpPr>
            <p:spPr bwMode="auto">
              <a:xfrm>
                <a:off x="7059613" y="3217863"/>
                <a:ext cx="244475" cy="123825"/>
              </a:xfrm>
              <a:custGeom>
                <a:avLst/>
                <a:gdLst>
                  <a:gd name="T0" fmla="*/ 2 w 74"/>
                  <a:gd name="T1" fmla="*/ 25 h 37"/>
                  <a:gd name="T2" fmla="*/ 43 w 74"/>
                  <a:gd name="T3" fmla="*/ 14 h 37"/>
                  <a:gd name="T4" fmla="*/ 63 w 74"/>
                  <a:gd name="T5" fmla="*/ 2 h 37"/>
                  <a:gd name="T6" fmla="*/ 70 w 74"/>
                  <a:gd name="T7" fmla="*/ 4 h 37"/>
                  <a:gd name="T8" fmla="*/ 70 w 74"/>
                  <a:gd name="T9" fmla="*/ 12 h 37"/>
                  <a:gd name="T10" fmla="*/ 18 w 74"/>
                  <a:gd name="T11" fmla="*/ 31 h 37"/>
                  <a:gd name="T12" fmla="*/ 13 w 74"/>
                  <a:gd name="T13" fmla="*/ 34 h 37"/>
                  <a:gd name="T14" fmla="*/ 8 w 74"/>
                  <a:gd name="T15" fmla="*/ 34 h 37"/>
                  <a:gd name="T16" fmla="*/ 1 w 74"/>
                  <a:gd name="T17" fmla="*/ 30 h 37"/>
                  <a:gd name="T18" fmla="*/ 2 w 74"/>
                  <a:gd name="T19" fmla="*/ 2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4" h="37">
                    <a:moveTo>
                      <a:pt x="2" y="25"/>
                    </a:move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61" y="5"/>
                      <a:pt x="63" y="2"/>
                    </a:cubicBezTo>
                    <a:cubicBezTo>
                      <a:pt x="63" y="2"/>
                      <a:pt x="66" y="0"/>
                      <a:pt x="70" y="4"/>
                    </a:cubicBezTo>
                    <a:cubicBezTo>
                      <a:pt x="70" y="4"/>
                      <a:pt x="74" y="9"/>
                      <a:pt x="70" y="12"/>
                    </a:cubicBezTo>
                    <a:cubicBezTo>
                      <a:pt x="70" y="12"/>
                      <a:pt x="19" y="31"/>
                      <a:pt x="18" y="31"/>
                    </a:cubicBezTo>
                    <a:cubicBezTo>
                      <a:pt x="18" y="31"/>
                      <a:pt x="15" y="30"/>
                      <a:pt x="13" y="34"/>
                    </a:cubicBezTo>
                    <a:cubicBezTo>
                      <a:pt x="13" y="34"/>
                      <a:pt x="12" y="37"/>
                      <a:pt x="8" y="34"/>
                    </a:cubicBezTo>
                    <a:cubicBezTo>
                      <a:pt x="8" y="34"/>
                      <a:pt x="2" y="36"/>
                      <a:pt x="1" y="30"/>
                    </a:cubicBezTo>
                    <a:cubicBezTo>
                      <a:pt x="1" y="30"/>
                      <a:pt x="0" y="26"/>
                      <a:pt x="2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9" name="íṩľiḓé"/>
              <p:cNvSpPr/>
              <p:nvPr/>
            </p:nvSpPr>
            <p:spPr bwMode="auto">
              <a:xfrm>
                <a:off x="7045326" y="3308350"/>
                <a:ext cx="293688" cy="261938"/>
              </a:xfrm>
              <a:custGeom>
                <a:avLst/>
                <a:gdLst>
                  <a:gd name="T0" fmla="*/ 29 w 89"/>
                  <a:gd name="T1" fmla="*/ 13 h 79"/>
                  <a:gd name="T2" fmla="*/ 43 w 89"/>
                  <a:gd name="T3" fmla="*/ 9 h 79"/>
                  <a:gd name="T4" fmla="*/ 58 w 89"/>
                  <a:gd name="T5" fmla="*/ 7 h 79"/>
                  <a:gd name="T6" fmla="*/ 56 w 89"/>
                  <a:gd name="T7" fmla="*/ 13 h 79"/>
                  <a:gd name="T8" fmla="*/ 56 w 89"/>
                  <a:gd name="T9" fmla="*/ 14 h 79"/>
                  <a:gd name="T10" fmla="*/ 51 w 89"/>
                  <a:gd name="T11" fmla="*/ 28 h 79"/>
                  <a:gd name="T12" fmla="*/ 60 w 89"/>
                  <a:gd name="T13" fmla="*/ 55 h 79"/>
                  <a:gd name="T14" fmla="*/ 77 w 89"/>
                  <a:gd name="T15" fmla="*/ 50 h 79"/>
                  <a:gd name="T16" fmla="*/ 80 w 89"/>
                  <a:gd name="T17" fmla="*/ 43 h 79"/>
                  <a:gd name="T18" fmla="*/ 85 w 89"/>
                  <a:gd name="T19" fmla="*/ 45 h 79"/>
                  <a:gd name="T20" fmla="*/ 89 w 89"/>
                  <a:gd name="T21" fmla="*/ 63 h 79"/>
                  <a:gd name="T22" fmla="*/ 68 w 89"/>
                  <a:gd name="T23" fmla="*/ 72 h 79"/>
                  <a:gd name="T24" fmla="*/ 43 w 89"/>
                  <a:gd name="T25" fmla="*/ 46 h 79"/>
                  <a:gd name="T26" fmla="*/ 42 w 89"/>
                  <a:gd name="T27" fmla="*/ 28 h 79"/>
                  <a:gd name="T28" fmla="*/ 38 w 89"/>
                  <a:gd name="T29" fmla="*/ 22 h 79"/>
                  <a:gd name="T30" fmla="*/ 32 w 89"/>
                  <a:gd name="T31" fmla="*/ 30 h 79"/>
                  <a:gd name="T32" fmla="*/ 10 w 89"/>
                  <a:gd name="T33" fmla="*/ 64 h 79"/>
                  <a:gd name="T34" fmla="*/ 1 w 89"/>
                  <a:gd name="T35" fmla="*/ 62 h 79"/>
                  <a:gd name="T36" fmla="*/ 8 w 89"/>
                  <a:gd name="T37" fmla="*/ 57 h 79"/>
                  <a:gd name="T38" fmla="*/ 21 w 89"/>
                  <a:gd name="T39" fmla="*/ 29 h 79"/>
                  <a:gd name="T40" fmla="*/ 17 w 89"/>
                  <a:gd name="T41" fmla="*/ 18 h 79"/>
                  <a:gd name="T42" fmla="*/ 29 w 89"/>
                  <a:gd name="T43" fmla="*/ 13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9" h="79">
                    <a:moveTo>
                      <a:pt x="29" y="13"/>
                    </a:moveTo>
                    <a:cubicBezTo>
                      <a:pt x="29" y="13"/>
                      <a:pt x="39" y="17"/>
                      <a:pt x="43" y="9"/>
                    </a:cubicBezTo>
                    <a:cubicBezTo>
                      <a:pt x="43" y="9"/>
                      <a:pt x="52" y="0"/>
                      <a:pt x="58" y="7"/>
                    </a:cubicBezTo>
                    <a:cubicBezTo>
                      <a:pt x="58" y="7"/>
                      <a:pt x="61" y="9"/>
                      <a:pt x="56" y="13"/>
                    </a:cubicBezTo>
                    <a:cubicBezTo>
                      <a:pt x="56" y="13"/>
                      <a:pt x="56" y="13"/>
                      <a:pt x="56" y="14"/>
                    </a:cubicBezTo>
                    <a:cubicBezTo>
                      <a:pt x="51" y="18"/>
                      <a:pt x="51" y="17"/>
                      <a:pt x="51" y="28"/>
                    </a:cubicBezTo>
                    <a:cubicBezTo>
                      <a:pt x="51" y="28"/>
                      <a:pt x="50" y="50"/>
                      <a:pt x="60" y="55"/>
                    </a:cubicBezTo>
                    <a:cubicBezTo>
                      <a:pt x="60" y="55"/>
                      <a:pt x="72" y="62"/>
                      <a:pt x="77" y="50"/>
                    </a:cubicBezTo>
                    <a:cubicBezTo>
                      <a:pt x="80" y="43"/>
                      <a:pt x="80" y="43"/>
                      <a:pt x="80" y="43"/>
                    </a:cubicBezTo>
                    <a:cubicBezTo>
                      <a:pt x="80" y="43"/>
                      <a:pt x="82" y="38"/>
                      <a:pt x="85" y="45"/>
                    </a:cubicBezTo>
                    <a:cubicBezTo>
                      <a:pt x="89" y="63"/>
                      <a:pt x="89" y="63"/>
                      <a:pt x="89" y="63"/>
                    </a:cubicBezTo>
                    <a:cubicBezTo>
                      <a:pt x="89" y="63"/>
                      <a:pt x="84" y="79"/>
                      <a:pt x="68" y="72"/>
                    </a:cubicBezTo>
                    <a:cubicBezTo>
                      <a:pt x="68" y="72"/>
                      <a:pt x="46" y="64"/>
                      <a:pt x="43" y="4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5" y="19"/>
                      <a:pt x="38" y="22"/>
                    </a:cubicBezTo>
                    <a:cubicBezTo>
                      <a:pt x="38" y="22"/>
                      <a:pt x="33" y="23"/>
                      <a:pt x="32" y="30"/>
                    </a:cubicBezTo>
                    <a:cubicBezTo>
                      <a:pt x="32" y="30"/>
                      <a:pt x="27" y="60"/>
                      <a:pt x="10" y="64"/>
                    </a:cubicBezTo>
                    <a:cubicBezTo>
                      <a:pt x="10" y="64"/>
                      <a:pt x="2" y="67"/>
                      <a:pt x="1" y="62"/>
                    </a:cubicBezTo>
                    <a:cubicBezTo>
                      <a:pt x="1" y="62"/>
                      <a:pt x="0" y="59"/>
                      <a:pt x="8" y="57"/>
                    </a:cubicBezTo>
                    <a:cubicBezTo>
                      <a:pt x="8" y="57"/>
                      <a:pt x="23" y="47"/>
                      <a:pt x="21" y="29"/>
                    </a:cubicBezTo>
                    <a:cubicBezTo>
                      <a:pt x="21" y="29"/>
                      <a:pt x="19" y="20"/>
                      <a:pt x="17" y="18"/>
                    </a:cubicBezTo>
                    <a:cubicBezTo>
                      <a:pt x="17" y="18"/>
                      <a:pt x="15" y="7"/>
                      <a:pt x="29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0" name="ïŝļîdê"/>
              <p:cNvSpPr/>
              <p:nvPr/>
            </p:nvSpPr>
            <p:spPr bwMode="auto">
              <a:xfrm>
                <a:off x="7421563" y="3122613"/>
                <a:ext cx="512763" cy="460375"/>
              </a:xfrm>
              <a:custGeom>
                <a:avLst/>
                <a:gdLst>
                  <a:gd name="T0" fmla="*/ 34 w 155"/>
                  <a:gd name="T1" fmla="*/ 20 h 139"/>
                  <a:gd name="T2" fmla="*/ 79 w 155"/>
                  <a:gd name="T3" fmla="*/ 6 h 139"/>
                  <a:gd name="T4" fmla="*/ 92 w 155"/>
                  <a:gd name="T5" fmla="*/ 11 h 139"/>
                  <a:gd name="T6" fmla="*/ 78 w 155"/>
                  <a:gd name="T7" fmla="*/ 30 h 139"/>
                  <a:gd name="T8" fmla="*/ 68 w 155"/>
                  <a:gd name="T9" fmla="*/ 37 h 139"/>
                  <a:gd name="T10" fmla="*/ 74 w 155"/>
                  <a:gd name="T11" fmla="*/ 45 h 139"/>
                  <a:gd name="T12" fmla="*/ 86 w 155"/>
                  <a:gd name="T13" fmla="*/ 44 h 139"/>
                  <a:gd name="T14" fmla="*/ 101 w 155"/>
                  <a:gd name="T15" fmla="*/ 49 h 139"/>
                  <a:gd name="T16" fmla="*/ 85 w 155"/>
                  <a:gd name="T17" fmla="*/ 59 h 139"/>
                  <a:gd name="T18" fmla="*/ 70 w 155"/>
                  <a:gd name="T19" fmla="*/ 70 h 139"/>
                  <a:gd name="T20" fmla="*/ 73 w 155"/>
                  <a:gd name="T21" fmla="*/ 75 h 139"/>
                  <a:gd name="T22" fmla="*/ 75 w 155"/>
                  <a:gd name="T23" fmla="*/ 77 h 139"/>
                  <a:gd name="T24" fmla="*/ 149 w 155"/>
                  <a:gd name="T25" fmla="*/ 116 h 139"/>
                  <a:gd name="T26" fmla="*/ 148 w 155"/>
                  <a:gd name="T27" fmla="*/ 120 h 139"/>
                  <a:gd name="T28" fmla="*/ 95 w 155"/>
                  <a:gd name="T29" fmla="*/ 119 h 139"/>
                  <a:gd name="T30" fmla="*/ 60 w 155"/>
                  <a:gd name="T31" fmla="*/ 90 h 139"/>
                  <a:gd name="T32" fmla="*/ 54 w 155"/>
                  <a:gd name="T33" fmla="*/ 92 h 139"/>
                  <a:gd name="T34" fmla="*/ 26 w 155"/>
                  <a:gd name="T35" fmla="*/ 116 h 139"/>
                  <a:gd name="T36" fmla="*/ 2 w 155"/>
                  <a:gd name="T37" fmla="*/ 114 h 139"/>
                  <a:gd name="T38" fmla="*/ 8 w 155"/>
                  <a:gd name="T39" fmla="*/ 108 h 139"/>
                  <a:gd name="T40" fmla="*/ 38 w 155"/>
                  <a:gd name="T41" fmla="*/ 85 h 139"/>
                  <a:gd name="T42" fmla="*/ 26 w 155"/>
                  <a:gd name="T43" fmla="*/ 75 h 139"/>
                  <a:gd name="T44" fmla="*/ 22 w 155"/>
                  <a:gd name="T45" fmla="*/ 66 h 139"/>
                  <a:gd name="T46" fmla="*/ 33 w 155"/>
                  <a:gd name="T47" fmla="*/ 58 h 139"/>
                  <a:gd name="T48" fmla="*/ 49 w 155"/>
                  <a:gd name="T49" fmla="*/ 50 h 139"/>
                  <a:gd name="T50" fmla="*/ 37 w 155"/>
                  <a:gd name="T51" fmla="*/ 33 h 139"/>
                  <a:gd name="T52" fmla="*/ 30 w 155"/>
                  <a:gd name="T53" fmla="*/ 27 h 139"/>
                  <a:gd name="T54" fmla="*/ 34 w 155"/>
                  <a:gd name="T55" fmla="*/ 2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55" h="139">
                    <a:moveTo>
                      <a:pt x="34" y="20"/>
                    </a:moveTo>
                    <a:cubicBezTo>
                      <a:pt x="34" y="20"/>
                      <a:pt x="67" y="13"/>
                      <a:pt x="79" y="6"/>
                    </a:cubicBezTo>
                    <a:cubicBezTo>
                      <a:pt x="79" y="6"/>
                      <a:pt x="89" y="0"/>
                      <a:pt x="92" y="11"/>
                    </a:cubicBezTo>
                    <a:cubicBezTo>
                      <a:pt x="92" y="11"/>
                      <a:pt x="89" y="26"/>
                      <a:pt x="78" y="30"/>
                    </a:cubicBezTo>
                    <a:cubicBezTo>
                      <a:pt x="78" y="30"/>
                      <a:pt x="68" y="30"/>
                      <a:pt x="68" y="37"/>
                    </a:cubicBezTo>
                    <a:cubicBezTo>
                      <a:pt x="68" y="37"/>
                      <a:pt x="65" y="43"/>
                      <a:pt x="74" y="45"/>
                    </a:cubicBezTo>
                    <a:cubicBezTo>
                      <a:pt x="74" y="45"/>
                      <a:pt x="80" y="46"/>
                      <a:pt x="86" y="44"/>
                    </a:cubicBezTo>
                    <a:cubicBezTo>
                      <a:pt x="86" y="44"/>
                      <a:pt x="97" y="40"/>
                      <a:pt x="101" y="49"/>
                    </a:cubicBezTo>
                    <a:cubicBezTo>
                      <a:pt x="101" y="49"/>
                      <a:pt x="100" y="55"/>
                      <a:pt x="85" y="59"/>
                    </a:cubicBezTo>
                    <a:cubicBezTo>
                      <a:pt x="85" y="59"/>
                      <a:pt x="71" y="61"/>
                      <a:pt x="70" y="70"/>
                    </a:cubicBezTo>
                    <a:cubicBezTo>
                      <a:pt x="70" y="70"/>
                      <a:pt x="69" y="72"/>
                      <a:pt x="73" y="75"/>
                    </a:cubicBezTo>
                    <a:cubicBezTo>
                      <a:pt x="74" y="76"/>
                      <a:pt x="75" y="76"/>
                      <a:pt x="75" y="77"/>
                    </a:cubicBezTo>
                    <a:cubicBezTo>
                      <a:pt x="75" y="77"/>
                      <a:pt x="118" y="117"/>
                      <a:pt x="149" y="116"/>
                    </a:cubicBezTo>
                    <a:cubicBezTo>
                      <a:pt x="149" y="116"/>
                      <a:pt x="155" y="118"/>
                      <a:pt x="148" y="120"/>
                    </a:cubicBezTo>
                    <a:cubicBezTo>
                      <a:pt x="148" y="120"/>
                      <a:pt x="118" y="139"/>
                      <a:pt x="95" y="119"/>
                    </a:cubicBezTo>
                    <a:cubicBezTo>
                      <a:pt x="60" y="90"/>
                      <a:pt x="60" y="90"/>
                      <a:pt x="60" y="90"/>
                    </a:cubicBezTo>
                    <a:cubicBezTo>
                      <a:pt x="60" y="90"/>
                      <a:pt x="56" y="87"/>
                      <a:pt x="54" y="92"/>
                    </a:cubicBezTo>
                    <a:cubicBezTo>
                      <a:pt x="54" y="92"/>
                      <a:pt x="43" y="113"/>
                      <a:pt x="26" y="116"/>
                    </a:cubicBezTo>
                    <a:cubicBezTo>
                      <a:pt x="26" y="116"/>
                      <a:pt x="3" y="124"/>
                      <a:pt x="2" y="114"/>
                    </a:cubicBezTo>
                    <a:cubicBezTo>
                      <a:pt x="2" y="114"/>
                      <a:pt x="0" y="108"/>
                      <a:pt x="8" y="108"/>
                    </a:cubicBezTo>
                    <a:cubicBezTo>
                      <a:pt x="8" y="108"/>
                      <a:pt x="38" y="104"/>
                      <a:pt x="38" y="85"/>
                    </a:cubicBezTo>
                    <a:cubicBezTo>
                      <a:pt x="38" y="85"/>
                      <a:pt x="35" y="76"/>
                      <a:pt x="26" y="75"/>
                    </a:cubicBezTo>
                    <a:cubicBezTo>
                      <a:pt x="26" y="75"/>
                      <a:pt x="20" y="75"/>
                      <a:pt x="22" y="66"/>
                    </a:cubicBezTo>
                    <a:cubicBezTo>
                      <a:pt x="22" y="66"/>
                      <a:pt x="22" y="58"/>
                      <a:pt x="33" y="58"/>
                    </a:cubicBezTo>
                    <a:cubicBezTo>
                      <a:pt x="33" y="58"/>
                      <a:pt x="51" y="60"/>
                      <a:pt x="49" y="50"/>
                    </a:cubicBezTo>
                    <a:cubicBezTo>
                      <a:pt x="49" y="50"/>
                      <a:pt x="42" y="34"/>
                      <a:pt x="37" y="33"/>
                    </a:cubicBezTo>
                    <a:cubicBezTo>
                      <a:pt x="37" y="33"/>
                      <a:pt x="31" y="33"/>
                      <a:pt x="30" y="27"/>
                    </a:cubicBezTo>
                    <a:cubicBezTo>
                      <a:pt x="30" y="27"/>
                      <a:pt x="30" y="21"/>
                      <a:pt x="34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1" name="iṡľîḑé"/>
              <p:cNvSpPr/>
              <p:nvPr/>
            </p:nvSpPr>
            <p:spPr bwMode="auto">
              <a:xfrm>
                <a:off x="7966076" y="3138488"/>
                <a:ext cx="465138" cy="434975"/>
              </a:xfrm>
              <a:custGeom>
                <a:avLst/>
                <a:gdLst>
                  <a:gd name="T0" fmla="*/ 54 w 141"/>
                  <a:gd name="T1" fmla="*/ 0 h 131"/>
                  <a:gd name="T2" fmla="*/ 44 w 141"/>
                  <a:gd name="T3" fmla="*/ 14 h 131"/>
                  <a:gd name="T4" fmla="*/ 49 w 141"/>
                  <a:gd name="T5" fmla="*/ 25 h 131"/>
                  <a:gd name="T6" fmla="*/ 45 w 141"/>
                  <a:gd name="T7" fmla="*/ 47 h 131"/>
                  <a:gd name="T8" fmla="*/ 17 w 141"/>
                  <a:gd name="T9" fmla="*/ 51 h 131"/>
                  <a:gd name="T10" fmla="*/ 1 w 141"/>
                  <a:gd name="T11" fmla="*/ 60 h 131"/>
                  <a:gd name="T12" fmla="*/ 16 w 141"/>
                  <a:gd name="T13" fmla="*/ 68 h 131"/>
                  <a:gd name="T14" fmla="*/ 43 w 141"/>
                  <a:gd name="T15" fmla="*/ 76 h 131"/>
                  <a:gd name="T16" fmla="*/ 17 w 141"/>
                  <a:gd name="T17" fmla="*/ 102 h 131"/>
                  <a:gd name="T18" fmla="*/ 0 w 141"/>
                  <a:gd name="T19" fmla="*/ 113 h 131"/>
                  <a:gd name="T20" fmla="*/ 38 w 141"/>
                  <a:gd name="T21" fmla="*/ 110 h 131"/>
                  <a:gd name="T22" fmla="*/ 52 w 141"/>
                  <a:gd name="T23" fmla="*/ 87 h 131"/>
                  <a:gd name="T24" fmla="*/ 63 w 141"/>
                  <a:gd name="T25" fmla="*/ 85 h 131"/>
                  <a:gd name="T26" fmla="*/ 94 w 141"/>
                  <a:gd name="T27" fmla="*/ 120 h 131"/>
                  <a:gd name="T28" fmla="*/ 109 w 141"/>
                  <a:gd name="T29" fmla="*/ 123 h 131"/>
                  <a:gd name="T30" fmla="*/ 138 w 141"/>
                  <a:gd name="T31" fmla="*/ 117 h 131"/>
                  <a:gd name="T32" fmla="*/ 114 w 141"/>
                  <a:gd name="T33" fmla="*/ 102 h 131"/>
                  <a:gd name="T34" fmla="*/ 82 w 141"/>
                  <a:gd name="T35" fmla="*/ 79 h 131"/>
                  <a:gd name="T36" fmla="*/ 73 w 141"/>
                  <a:gd name="T37" fmla="*/ 58 h 131"/>
                  <a:gd name="T38" fmla="*/ 92 w 141"/>
                  <a:gd name="T39" fmla="*/ 51 h 131"/>
                  <a:gd name="T40" fmla="*/ 102 w 141"/>
                  <a:gd name="T41" fmla="*/ 41 h 131"/>
                  <a:gd name="T42" fmla="*/ 96 w 141"/>
                  <a:gd name="T43" fmla="*/ 33 h 131"/>
                  <a:gd name="T44" fmla="*/ 85 w 141"/>
                  <a:gd name="T45" fmla="*/ 35 h 131"/>
                  <a:gd name="T46" fmla="*/ 69 w 141"/>
                  <a:gd name="T47" fmla="*/ 34 h 131"/>
                  <a:gd name="T48" fmla="*/ 72 w 141"/>
                  <a:gd name="T49" fmla="*/ 25 h 131"/>
                  <a:gd name="T50" fmla="*/ 70 w 141"/>
                  <a:gd name="T51" fmla="*/ 5 h 131"/>
                  <a:gd name="T52" fmla="*/ 61 w 141"/>
                  <a:gd name="T53" fmla="*/ 3 h 131"/>
                  <a:gd name="T54" fmla="*/ 54 w 141"/>
                  <a:gd name="T55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41" h="131">
                    <a:moveTo>
                      <a:pt x="54" y="0"/>
                    </a:moveTo>
                    <a:cubicBezTo>
                      <a:pt x="54" y="0"/>
                      <a:pt x="40" y="3"/>
                      <a:pt x="44" y="14"/>
                    </a:cubicBezTo>
                    <a:cubicBezTo>
                      <a:pt x="44" y="14"/>
                      <a:pt x="45" y="22"/>
                      <a:pt x="49" y="25"/>
                    </a:cubicBezTo>
                    <a:cubicBezTo>
                      <a:pt x="49" y="25"/>
                      <a:pt x="55" y="45"/>
                      <a:pt x="45" y="47"/>
                    </a:cubicBezTo>
                    <a:cubicBezTo>
                      <a:pt x="45" y="47"/>
                      <a:pt x="27" y="54"/>
                      <a:pt x="17" y="51"/>
                    </a:cubicBezTo>
                    <a:cubicBezTo>
                      <a:pt x="17" y="51"/>
                      <a:pt x="2" y="49"/>
                      <a:pt x="1" y="60"/>
                    </a:cubicBezTo>
                    <a:cubicBezTo>
                      <a:pt x="1" y="60"/>
                      <a:pt x="0" y="70"/>
                      <a:pt x="16" y="68"/>
                    </a:cubicBezTo>
                    <a:cubicBezTo>
                      <a:pt x="16" y="68"/>
                      <a:pt x="43" y="65"/>
                      <a:pt x="43" y="76"/>
                    </a:cubicBezTo>
                    <a:cubicBezTo>
                      <a:pt x="43" y="76"/>
                      <a:pt x="45" y="96"/>
                      <a:pt x="17" y="102"/>
                    </a:cubicBezTo>
                    <a:cubicBezTo>
                      <a:pt x="17" y="102"/>
                      <a:pt x="0" y="104"/>
                      <a:pt x="0" y="113"/>
                    </a:cubicBezTo>
                    <a:cubicBezTo>
                      <a:pt x="0" y="113"/>
                      <a:pt x="13" y="130"/>
                      <a:pt x="38" y="110"/>
                    </a:cubicBezTo>
                    <a:cubicBezTo>
                      <a:pt x="38" y="110"/>
                      <a:pt x="49" y="95"/>
                      <a:pt x="52" y="87"/>
                    </a:cubicBezTo>
                    <a:cubicBezTo>
                      <a:pt x="52" y="87"/>
                      <a:pt x="56" y="79"/>
                      <a:pt x="63" y="85"/>
                    </a:cubicBezTo>
                    <a:cubicBezTo>
                      <a:pt x="94" y="120"/>
                      <a:pt x="94" y="120"/>
                      <a:pt x="94" y="120"/>
                    </a:cubicBezTo>
                    <a:cubicBezTo>
                      <a:pt x="94" y="120"/>
                      <a:pt x="98" y="125"/>
                      <a:pt x="109" y="123"/>
                    </a:cubicBezTo>
                    <a:cubicBezTo>
                      <a:pt x="109" y="123"/>
                      <a:pt x="141" y="131"/>
                      <a:pt x="138" y="117"/>
                    </a:cubicBezTo>
                    <a:cubicBezTo>
                      <a:pt x="138" y="117"/>
                      <a:pt x="125" y="111"/>
                      <a:pt x="114" y="102"/>
                    </a:cubicBezTo>
                    <a:cubicBezTo>
                      <a:pt x="114" y="102"/>
                      <a:pt x="84" y="80"/>
                      <a:pt x="82" y="79"/>
                    </a:cubicBezTo>
                    <a:cubicBezTo>
                      <a:pt x="82" y="79"/>
                      <a:pt x="68" y="70"/>
                      <a:pt x="73" y="58"/>
                    </a:cubicBezTo>
                    <a:cubicBezTo>
                      <a:pt x="73" y="58"/>
                      <a:pt x="78" y="49"/>
                      <a:pt x="92" y="51"/>
                    </a:cubicBezTo>
                    <a:cubicBezTo>
                      <a:pt x="92" y="51"/>
                      <a:pt x="108" y="48"/>
                      <a:pt x="102" y="41"/>
                    </a:cubicBezTo>
                    <a:cubicBezTo>
                      <a:pt x="102" y="41"/>
                      <a:pt x="97" y="36"/>
                      <a:pt x="96" y="33"/>
                    </a:cubicBezTo>
                    <a:cubicBezTo>
                      <a:pt x="96" y="33"/>
                      <a:pt x="94" y="30"/>
                      <a:pt x="85" y="35"/>
                    </a:cubicBezTo>
                    <a:cubicBezTo>
                      <a:pt x="85" y="35"/>
                      <a:pt x="70" y="44"/>
                      <a:pt x="69" y="34"/>
                    </a:cubicBezTo>
                    <a:cubicBezTo>
                      <a:pt x="69" y="34"/>
                      <a:pt x="67" y="30"/>
                      <a:pt x="72" y="25"/>
                    </a:cubicBezTo>
                    <a:cubicBezTo>
                      <a:pt x="72" y="25"/>
                      <a:pt x="82" y="14"/>
                      <a:pt x="70" y="5"/>
                    </a:cubicBezTo>
                    <a:cubicBezTo>
                      <a:pt x="70" y="5"/>
                      <a:pt x="62" y="3"/>
                      <a:pt x="61" y="3"/>
                    </a:cubicBezTo>
                    <a:lnTo>
                      <a:pt x="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2" name="iṩ1íḋè"/>
              <p:cNvSpPr/>
              <p:nvPr/>
            </p:nvSpPr>
            <p:spPr bwMode="auto">
              <a:xfrm>
                <a:off x="8455026" y="3019425"/>
                <a:ext cx="458788" cy="395288"/>
              </a:xfrm>
              <a:custGeom>
                <a:avLst/>
                <a:gdLst>
                  <a:gd name="T0" fmla="*/ 16 w 139"/>
                  <a:gd name="T1" fmla="*/ 30 h 119"/>
                  <a:gd name="T2" fmla="*/ 29 w 139"/>
                  <a:gd name="T3" fmla="*/ 53 h 119"/>
                  <a:gd name="T4" fmla="*/ 31 w 139"/>
                  <a:gd name="T5" fmla="*/ 79 h 119"/>
                  <a:gd name="T6" fmla="*/ 40 w 139"/>
                  <a:gd name="T7" fmla="*/ 76 h 119"/>
                  <a:gd name="T8" fmla="*/ 36 w 139"/>
                  <a:gd name="T9" fmla="*/ 40 h 119"/>
                  <a:gd name="T10" fmla="*/ 39 w 139"/>
                  <a:gd name="T11" fmla="*/ 29 h 119"/>
                  <a:gd name="T12" fmla="*/ 49 w 139"/>
                  <a:gd name="T13" fmla="*/ 37 h 119"/>
                  <a:gd name="T14" fmla="*/ 47 w 139"/>
                  <a:gd name="T15" fmla="*/ 58 h 119"/>
                  <a:gd name="T16" fmla="*/ 47 w 139"/>
                  <a:gd name="T17" fmla="*/ 72 h 119"/>
                  <a:gd name="T18" fmla="*/ 52 w 139"/>
                  <a:gd name="T19" fmla="*/ 72 h 119"/>
                  <a:gd name="T20" fmla="*/ 58 w 139"/>
                  <a:gd name="T21" fmla="*/ 61 h 119"/>
                  <a:gd name="T22" fmla="*/ 58 w 139"/>
                  <a:gd name="T23" fmla="*/ 54 h 119"/>
                  <a:gd name="T24" fmla="*/ 65 w 139"/>
                  <a:gd name="T25" fmla="*/ 50 h 119"/>
                  <a:gd name="T26" fmla="*/ 60 w 139"/>
                  <a:gd name="T27" fmla="*/ 50 h 119"/>
                  <a:gd name="T28" fmla="*/ 54 w 139"/>
                  <a:gd name="T29" fmla="*/ 47 h 119"/>
                  <a:gd name="T30" fmla="*/ 53 w 139"/>
                  <a:gd name="T31" fmla="*/ 34 h 119"/>
                  <a:gd name="T32" fmla="*/ 61 w 139"/>
                  <a:gd name="T33" fmla="*/ 31 h 119"/>
                  <a:gd name="T34" fmla="*/ 66 w 139"/>
                  <a:gd name="T35" fmla="*/ 22 h 119"/>
                  <a:gd name="T36" fmla="*/ 73 w 139"/>
                  <a:gd name="T37" fmla="*/ 11 h 119"/>
                  <a:gd name="T38" fmla="*/ 86 w 139"/>
                  <a:gd name="T39" fmla="*/ 22 h 119"/>
                  <a:gd name="T40" fmla="*/ 77 w 139"/>
                  <a:gd name="T41" fmla="*/ 28 h 119"/>
                  <a:gd name="T42" fmla="*/ 74 w 139"/>
                  <a:gd name="T43" fmla="*/ 35 h 119"/>
                  <a:gd name="T44" fmla="*/ 77 w 139"/>
                  <a:gd name="T45" fmla="*/ 38 h 119"/>
                  <a:gd name="T46" fmla="*/ 80 w 139"/>
                  <a:gd name="T47" fmla="*/ 46 h 119"/>
                  <a:gd name="T48" fmla="*/ 79 w 139"/>
                  <a:gd name="T49" fmla="*/ 69 h 119"/>
                  <a:gd name="T50" fmla="*/ 87 w 139"/>
                  <a:gd name="T51" fmla="*/ 65 h 119"/>
                  <a:gd name="T52" fmla="*/ 82 w 139"/>
                  <a:gd name="T53" fmla="*/ 55 h 119"/>
                  <a:gd name="T54" fmla="*/ 95 w 139"/>
                  <a:gd name="T55" fmla="*/ 49 h 119"/>
                  <a:gd name="T56" fmla="*/ 84 w 139"/>
                  <a:gd name="T57" fmla="*/ 41 h 119"/>
                  <a:gd name="T58" fmla="*/ 85 w 139"/>
                  <a:gd name="T59" fmla="*/ 36 h 119"/>
                  <a:gd name="T60" fmla="*/ 101 w 139"/>
                  <a:gd name="T61" fmla="*/ 30 h 119"/>
                  <a:gd name="T62" fmla="*/ 95 w 139"/>
                  <a:gd name="T63" fmla="*/ 20 h 119"/>
                  <a:gd name="T64" fmla="*/ 97 w 139"/>
                  <a:gd name="T65" fmla="*/ 15 h 119"/>
                  <a:gd name="T66" fmla="*/ 108 w 139"/>
                  <a:gd name="T67" fmla="*/ 4 h 119"/>
                  <a:gd name="T68" fmla="*/ 112 w 139"/>
                  <a:gd name="T69" fmla="*/ 4 h 119"/>
                  <a:gd name="T70" fmla="*/ 126 w 139"/>
                  <a:gd name="T71" fmla="*/ 11 h 119"/>
                  <a:gd name="T72" fmla="*/ 118 w 139"/>
                  <a:gd name="T73" fmla="*/ 21 h 119"/>
                  <a:gd name="T74" fmla="*/ 113 w 139"/>
                  <a:gd name="T75" fmla="*/ 31 h 119"/>
                  <a:gd name="T76" fmla="*/ 103 w 139"/>
                  <a:gd name="T77" fmla="*/ 55 h 119"/>
                  <a:gd name="T78" fmla="*/ 109 w 139"/>
                  <a:gd name="T79" fmla="*/ 64 h 119"/>
                  <a:gd name="T80" fmla="*/ 126 w 139"/>
                  <a:gd name="T81" fmla="*/ 59 h 119"/>
                  <a:gd name="T82" fmla="*/ 135 w 139"/>
                  <a:gd name="T83" fmla="*/ 63 h 119"/>
                  <a:gd name="T84" fmla="*/ 138 w 139"/>
                  <a:gd name="T85" fmla="*/ 68 h 119"/>
                  <a:gd name="T86" fmla="*/ 139 w 139"/>
                  <a:gd name="T87" fmla="*/ 75 h 119"/>
                  <a:gd name="T88" fmla="*/ 97 w 139"/>
                  <a:gd name="T89" fmla="*/ 78 h 119"/>
                  <a:gd name="T90" fmla="*/ 87 w 139"/>
                  <a:gd name="T91" fmla="*/ 74 h 119"/>
                  <a:gd name="T92" fmla="*/ 79 w 139"/>
                  <a:gd name="T93" fmla="*/ 74 h 119"/>
                  <a:gd name="T94" fmla="*/ 67 w 139"/>
                  <a:gd name="T95" fmla="*/ 77 h 119"/>
                  <a:gd name="T96" fmla="*/ 48 w 139"/>
                  <a:gd name="T97" fmla="*/ 87 h 119"/>
                  <a:gd name="T98" fmla="*/ 33 w 139"/>
                  <a:gd name="T99" fmla="*/ 95 h 119"/>
                  <a:gd name="T100" fmla="*/ 20 w 139"/>
                  <a:gd name="T101" fmla="*/ 106 h 119"/>
                  <a:gd name="T102" fmla="*/ 3 w 139"/>
                  <a:gd name="T103" fmla="*/ 108 h 119"/>
                  <a:gd name="T104" fmla="*/ 11 w 139"/>
                  <a:gd name="T105" fmla="*/ 80 h 119"/>
                  <a:gd name="T106" fmla="*/ 19 w 139"/>
                  <a:gd name="T107" fmla="*/ 81 h 119"/>
                  <a:gd name="T108" fmla="*/ 23 w 139"/>
                  <a:gd name="T109" fmla="*/ 85 h 119"/>
                  <a:gd name="T110" fmla="*/ 24 w 139"/>
                  <a:gd name="T111" fmla="*/ 85 h 119"/>
                  <a:gd name="T112" fmla="*/ 24 w 139"/>
                  <a:gd name="T113" fmla="*/ 80 h 119"/>
                  <a:gd name="T114" fmla="*/ 23 w 139"/>
                  <a:gd name="T115" fmla="*/ 70 h 119"/>
                  <a:gd name="T116" fmla="*/ 21 w 139"/>
                  <a:gd name="T117" fmla="*/ 60 h 119"/>
                  <a:gd name="T118" fmla="*/ 20 w 139"/>
                  <a:gd name="T119" fmla="*/ 54 h 119"/>
                  <a:gd name="T120" fmla="*/ 18 w 139"/>
                  <a:gd name="T121" fmla="*/ 48 h 119"/>
                  <a:gd name="T122" fmla="*/ 16 w 139"/>
                  <a:gd name="T123" fmla="*/ 3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9" h="119">
                    <a:moveTo>
                      <a:pt x="16" y="30"/>
                    </a:moveTo>
                    <a:cubicBezTo>
                      <a:pt x="16" y="30"/>
                      <a:pt x="29" y="37"/>
                      <a:pt x="29" y="53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9"/>
                      <a:pt x="37" y="86"/>
                      <a:pt x="40" y="76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29" y="30"/>
                      <a:pt x="39" y="29"/>
                    </a:cubicBezTo>
                    <a:cubicBezTo>
                      <a:pt x="39" y="29"/>
                      <a:pt x="48" y="26"/>
                      <a:pt x="49" y="37"/>
                    </a:cubicBezTo>
                    <a:cubicBezTo>
                      <a:pt x="47" y="58"/>
                      <a:pt x="47" y="58"/>
                      <a:pt x="47" y="58"/>
                    </a:cubicBezTo>
                    <a:cubicBezTo>
                      <a:pt x="47" y="72"/>
                      <a:pt x="47" y="72"/>
                      <a:pt x="47" y="72"/>
                    </a:cubicBezTo>
                    <a:cubicBezTo>
                      <a:pt x="47" y="72"/>
                      <a:pt x="49" y="75"/>
                      <a:pt x="52" y="72"/>
                    </a:cubicBezTo>
                    <a:cubicBezTo>
                      <a:pt x="52" y="72"/>
                      <a:pt x="59" y="72"/>
                      <a:pt x="58" y="61"/>
                    </a:cubicBezTo>
                    <a:cubicBezTo>
                      <a:pt x="58" y="61"/>
                      <a:pt x="55" y="54"/>
                      <a:pt x="58" y="54"/>
                    </a:cubicBezTo>
                    <a:cubicBezTo>
                      <a:pt x="58" y="54"/>
                      <a:pt x="66" y="54"/>
                      <a:pt x="65" y="50"/>
                    </a:cubicBezTo>
                    <a:cubicBezTo>
                      <a:pt x="65" y="50"/>
                      <a:pt x="63" y="48"/>
                      <a:pt x="60" y="50"/>
                    </a:cubicBezTo>
                    <a:cubicBezTo>
                      <a:pt x="60" y="50"/>
                      <a:pt x="54" y="51"/>
                      <a:pt x="54" y="47"/>
                    </a:cubicBezTo>
                    <a:cubicBezTo>
                      <a:pt x="53" y="34"/>
                      <a:pt x="53" y="34"/>
                      <a:pt x="53" y="34"/>
                    </a:cubicBezTo>
                    <a:cubicBezTo>
                      <a:pt x="61" y="31"/>
                      <a:pt x="61" y="31"/>
                      <a:pt x="61" y="31"/>
                    </a:cubicBezTo>
                    <a:cubicBezTo>
                      <a:pt x="61" y="31"/>
                      <a:pt x="66" y="29"/>
                      <a:pt x="66" y="22"/>
                    </a:cubicBezTo>
                    <a:cubicBezTo>
                      <a:pt x="66" y="22"/>
                      <a:pt x="64" y="12"/>
                      <a:pt x="73" y="11"/>
                    </a:cubicBezTo>
                    <a:cubicBezTo>
                      <a:pt x="73" y="11"/>
                      <a:pt x="86" y="8"/>
                      <a:pt x="86" y="22"/>
                    </a:cubicBezTo>
                    <a:cubicBezTo>
                      <a:pt x="86" y="22"/>
                      <a:pt x="84" y="26"/>
                      <a:pt x="77" y="28"/>
                    </a:cubicBezTo>
                    <a:cubicBezTo>
                      <a:pt x="77" y="28"/>
                      <a:pt x="73" y="32"/>
                      <a:pt x="74" y="35"/>
                    </a:cubicBezTo>
                    <a:cubicBezTo>
                      <a:pt x="74" y="35"/>
                      <a:pt x="73" y="38"/>
                      <a:pt x="77" y="38"/>
                    </a:cubicBezTo>
                    <a:cubicBezTo>
                      <a:pt x="77" y="38"/>
                      <a:pt x="83" y="41"/>
                      <a:pt x="80" y="46"/>
                    </a:cubicBezTo>
                    <a:cubicBezTo>
                      <a:pt x="80" y="46"/>
                      <a:pt x="66" y="62"/>
                      <a:pt x="79" y="69"/>
                    </a:cubicBezTo>
                    <a:cubicBezTo>
                      <a:pt x="79" y="69"/>
                      <a:pt x="89" y="71"/>
                      <a:pt x="87" y="65"/>
                    </a:cubicBezTo>
                    <a:cubicBezTo>
                      <a:pt x="87" y="65"/>
                      <a:pt x="80" y="60"/>
                      <a:pt x="82" y="55"/>
                    </a:cubicBezTo>
                    <a:cubicBezTo>
                      <a:pt x="82" y="55"/>
                      <a:pt x="98" y="53"/>
                      <a:pt x="95" y="49"/>
                    </a:cubicBezTo>
                    <a:cubicBezTo>
                      <a:pt x="95" y="49"/>
                      <a:pt x="86" y="47"/>
                      <a:pt x="84" y="41"/>
                    </a:cubicBezTo>
                    <a:cubicBezTo>
                      <a:pt x="84" y="41"/>
                      <a:pt x="80" y="34"/>
                      <a:pt x="85" y="36"/>
                    </a:cubicBezTo>
                    <a:cubicBezTo>
                      <a:pt x="85" y="36"/>
                      <a:pt x="103" y="39"/>
                      <a:pt x="101" y="30"/>
                    </a:cubicBezTo>
                    <a:cubicBezTo>
                      <a:pt x="101" y="30"/>
                      <a:pt x="103" y="23"/>
                      <a:pt x="95" y="20"/>
                    </a:cubicBezTo>
                    <a:cubicBezTo>
                      <a:pt x="95" y="20"/>
                      <a:pt x="92" y="15"/>
                      <a:pt x="97" y="15"/>
                    </a:cubicBezTo>
                    <a:cubicBezTo>
                      <a:pt x="97" y="15"/>
                      <a:pt x="107" y="9"/>
                      <a:pt x="108" y="4"/>
                    </a:cubicBezTo>
                    <a:cubicBezTo>
                      <a:pt x="108" y="4"/>
                      <a:pt x="109" y="3"/>
                      <a:pt x="112" y="4"/>
                    </a:cubicBezTo>
                    <a:cubicBezTo>
                      <a:pt x="112" y="4"/>
                      <a:pt x="123" y="0"/>
                      <a:pt x="126" y="11"/>
                    </a:cubicBezTo>
                    <a:cubicBezTo>
                      <a:pt x="126" y="11"/>
                      <a:pt x="127" y="17"/>
                      <a:pt x="118" y="21"/>
                    </a:cubicBezTo>
                    <a:cubicBezTo>
                      <a:pt x="118" y="21"/>
                      <a:pt x="114" y="26"/>
                      <a:pt x="113" y="31"/>
                    </a:cubicBezTo>
                    <a:cubicBezTo>
                      <a:pt x="103" y="55"/>
                      <a:pt x="103" y="55"/>
                      <a:pt x="103" y="55"/>
                    </a:cubicBezTo>
                    <a:cubicBezTo>
                      <a:pt x="103" y="55"/>
                      <a:pt x="97" y="66"/>
                      <a:pt x="109" y="64"/>
                    </a:cubicBezTo>
                    <a:cubicBezTo>
                      <a:pt x="126" y="59"/>
                      <a:pt x="126" y="59"/>
                      <a:pt x="126" y="59"/>
                    </a:cubicBezTo>
                    <a:cubicBezTo>
                      <a:pt x="126" y="59"/>
                      <a:pt x="131" y="57"/>
                      <a:pt x="135" y="63"/>
                    </a:cubicBezTo>
                    <a:cubicBezTo>
                      <a:pt x="135" y="63"/>
                      <a:pt x="139" y="64"/>
                      <a:pt x="138" y="68"/>
                    </a:cubicBezTo>
                    <a:cubicBezTo>
                      <a:pt x="139" y="75"/>
                      <a:pt x="139" y="75"/>
                      <a:pt x="139" y="75"/>
                    </a:cubicBezTo>
                    <a:cubicBezTo>
                      <a:pt x="139" y="75"/>
                      <a:pt x="110" y="81"/>
                      <a:pt x="97" y="78"/>
                    </a:cubicBezTo>
                    <a:cubicBezTo>
                      <a:pt x="97" y="78"/>
                      <a:pt x="89" y="76"/>
                      <a:pt x="87" y="74"/>
                    </a:cubicBezTo>
                    <a:cubicBezTo>
                      <a:pt x="87" y="74"/>
                      <a:pt x="82" y="71"/>
                      <a:pt x="79" y="74"/>
                    </a:cubicBezTo>
                    <a:cubicBezTo>
                      <a:pt x="79" y="74"/>
                      <a:pt x="73" y="80"/>
                      <a:pt x="67" y="77"/>
                    </a:cubicBezTo>
                    <a:cubicBezTo>
                      <a:pt x="67" y="77"/>
                      <a:pt x="55" y="87"/>
                      <a:pt x="48" y="87"/>
                    </a:cubicBezTo>
                    <a:cubicBezTo>
                      <a:pt x="48" y="87"/>
                      <a:pt x="39" y="89"/>
                      <a:pt x="33" y="95"/>
                    </a:cubicBezTo>
                    <a:cubicBezTo>
                      <a:pt x="33" y="95"/>
                      <a:pt x="24" y="100"/>
                      <a:pt x="20" y="106"/>
                    </a:cubicBezTo>
                    <a:cubicBezTo>
                      <a:pt x="20" y="106"/>
                      <a:pt x="9" y="119"/>
                      <a:pt x="3" y="108"/>
                    </a:cubicBezTo>
                    <a:cubicBezTo>
                      <a:pt x="3" y="108"/>
                      <a:pt x="0" y="94"/>
                      <a:pt x="11" y="80"/>
                    </a:cubicBezTo>
                    <a:cubicBezTo>
                      <a:pt x="11" y="80"/>
                      <a:pt x="17" y="74"/>
                      <a:pt x="19" y="81"/>
                    </a:cubicBezTo>
                    <a:cubicBezTo>
                      <a:pt x="19" y="81"/>
                      <a:pt x="19" y="85"/>
                      <a:pt x="23" y="85"/>
                    </a:cubicBezTo>
                    <a:cubicBezTo>
                      <a:pt x="26" y="85"/>
                      <a:pt x="24" y="85"/>
                      <a:pt x="24" y="85"/>
                    </a:cubicBezTo>
                    <a:cubicBezTo>
                      <a:pt x="24" y="85"/>
                      <a:pt x="26" y="84"/>
                      <a:pt x="24" y="80"/>
                    </a:cubicBezTo>
                    <a:cubicBezTo>
                      <a:pt x="24" y="80"/>
                      <a:pt x="22" y="74"/>
                      <a:pt x="23" y="70"/>
                    </a:cubicBezTo>
                    <a:cubicBezTo>
                      <a:pt x="23" y="70"/>
                      <a:pt x="24" y="63"/>
                      <a:pt x="21" y="60"/>
                    </a:cubicBezTo>
                    <a:cubicBezTo>
                      <a:pt x="21" y="60"/>
                      <a:pt x="18" y="55"/>
                      <a:pt x="20" y="54"/>
                    </a:cubicBezTo>
                    <a:cubicBezTo>
                      <a:pt x="20" y="54"/>
                      <a:pt x="21" y="51"/>
                      <a:pt x="18" y="48"/>
                    </a:cubicBezTo>
                    <a:cubicBezTo>
                      <a:pt x="18" y="48"/>
                      <a:pt x="11" y="38"/>
                      <a:pt x="16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3" name="íṣľíḍè"/>
              <p:cNvSpPr/>
              <p:nvPr/>
            </p:nvSpPr>
            <p:spPr bwMode="auto">
              <a:xfrm>
                <a:off x="8537576" y="3284538"/>
                <a:ext cx="280988" cy="342900"/>
              </a:xfrm>
              <a:custGeom>
                <a:avLst/>
                <a:gdLst>
                  <a:gd name="T0" fmla="*/ 24 w 85"/>
                  <a:gd name="T1" fmla="*/ 14 h 103"/>
                  <a:gd name="T2" fmla="*/ 47 w 85"/>
                  <a:gd name="T3" fmla="*/ 7 h 103"/>
                  <a:gd name="T4" fmla="*/ 64 w 85"/>
                  <a:gd name="T5" fmla="*/ 3 h 103"/>
                  <a:gd name="T6" fmla="*/ 71 w 85"/>
                  <a:gd name="T7" fmla="*/ 7 h 103"/>
                  <a:gd name="T8" fmla="*/ 60 w 85"/>
                  <a:gd name="T9" fmla="*/ 13 h 103"/>
                  <a:gd name="T10" fmla="*/ 48 w 85"/>
                  <a:gd name="T11" fmla="*/ 26 h 103"/>
                  <a:gd name="T12" fmla="*/ 55 w 85"/>
                  <a:gd name="T13" fmla="*/ 32 h 103"/>
                  <a:gd name="T14" fmla="*/ 72 w 85"/>
                  <a:gd name="T15" fmla="*/ 27 h 103"/>
                  <a:gd name="T16" fmla="*/ 83 w 85"/>
                  <a:gd name="T17" fmla="*/ 33 h 103"/>
                  <a:gd name="T18" fmla="*/ 77 w 85"/>
                  <a:gd name="T19" fmla="*/ 40 h 103"/>
                  <a:gd name="T20" fmla="*/ 71 w 85"/>
                  <a:gd name="T21" fmla="*/ 38 h 103"/>
                  <a:gd name="T22" fmla="*/ 58 w 85"/>
                  <a:gd name="T23" fmla="*/ 42 h 103"/>
                  <a:gd name="T24" fmla="*/ 56 w 85"/>
                  <a:gd name="T25" fmla="*/ 53 h 103"/>
                  <a:gd name="T26" fmla="*/ 50 w 85"/>
                  <a:gd name="T27" fmla="*/ 84 h 103"/>
                  <a:gd name="T28" fmla="*/ 50 w 85"/>
                  <a:gd name="T29" fmla="*/ 84 h 103"/>
                  <a:gd name="T30" fmla="*/ 29 w 85"/>
                  <a:gd name="T31" fmla="*/ 92 h 103"/>
                  <a:gd name="T32" fmla="*/ 14 w 85"/>
                  <a:gd name="T33" fmla="*/ 72 h 103"/>
                  <a:gd name="T34" fmla="*/ 21 w 85"/>
                  <a:gd name="T35" fmla="*/ 71 h 103"/>
                  <a:gd name="T36" fmla="*/ 44 w 85"/>
                  <a:gd name="T37" fmla="*/ 66 h 103"/>
                  <a:gd name="T38" fmla="*/ 43 w 85"/>
                  <a:gd name="T39" fmla="*/ 57 h 103"/>
                  <a:gd name="T40" fmla="*/ 34 w 85"/>
                  <a:gd name="T41" fmla="*/ 49 h 103"/>
                  <a:gd name="T42" fmla="*/ 13 w 85"/>
                  <a:gd name="T43" fmla="*/ 52 h 103"/>
                  <a:gd name="T44" fmla="*/ 0 w 85"/>
                  <a:gd name="T45" fmla="*/ 44 h 103"/>
                  <a:gd name="T46" fmla="*/ 12 w 85"/>
                  <a:gd name="T47" fmla="*/ 40 h 103"/>
                  <a:gd name="T48" fmla="*/ 38 w 85"/>
                  <a:gd name="T49" fmla="*/ 35 h 103"/>
                  <a:gd name="T50" fmla="*/ 39 w 85"/>
                  <a:gd name="T51" fmla="*/ 20 h 103"/>
                  <a:gd name="T52" fmla="*/ 30 w 85"/>
                  <a:gd name="T53" fmla="*/ 21 h 103"/>
                  <a:gd name="T54" fmla="*/ 16 w 85"/>
                  <a:gd name="T55" fmla="*/ 22 h 103"/>
                  <a:gd name="T56" fmla="*/ 24 w 85"/>
                  <a:gd name="T57" fmla="*/ 1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5" h="103">
                    <a:moveTo>
                      <a:pt x="24" y="14"/>
                    </a:moveTo>
                    <a:cubicBezTo>
                      <a:pt x="26" y="14"/>
                      <a:pt x="36" y="14"/>
                      <a:pt x="47" y="7"/>
                    </a:cubicBezTo>
                    <a:cubicBezTo>
                      <a:pt x="47" y="7"/>
                      <a:pt x="58" y="0"/>
                      <a:pt x="64" y="3"/>
                    </a:cubicBezTo>
                    <a:cubicBezTo>
                      <a:pt x="64" y="3"/>
                      <a:pt x="72" y="3"/>
                      <a:pt x="71" y="7"/>
                    </a:cubicBezTo>
                    <a:cubicBezTo>
                      <a:pt x="71" y="7"/>
                      <a:pt x="69" y="12"/>
                      <a:pt x="60" y="13"/>
                    </a:cubicBezTo>
                    <a:cubicBezTo>
                      <a:pt x="60" y="13"/>
                      <a:pt x="48" y="17"/>
                      <a:pt x="48" y="26"/>
                    </a:cubicBezTo>
                    <a:cubicBezTo>
                      <a:pt x="48" y="26"/>
                      <a:pt x="47" y="32"/>
                      <a:pt x="55" y="32"/>
                    </a:cubicBezTo>
                    <a:cubicBezTo>
                      <a:pt x="72" y="27"/>
                      <a:pt x="72" y="27"/>
                      <a:pt x="72" y="27"/>
                    </a:cubicBezTo>
                    <a:cubicBezTo>
                      <a:pt x="72" y="27"/>
                      <a:pt x="79" y="24"/>
                      <a:pt x="83" y="33"/>
                    </a:cubicBezTo>
                    <a:cubicBezTo>
                      <a:pt x="83" y="33"/>
                      <a:pt x="85" y="40"/>
                      <a:pt x="77" y="40"/>
                    </a:cubicBezTo>
                    <a:cubicBezTo>
                      <a:pt x="77" y="40"/>
                      <a:pt x="75" y="37"/>
                      <a:pt x="71" y="38"/>
                    </a:cubicBezTo>
                    <a:cubicBezTo>
                      <a:pt x="58" y="42"/>
                      <a:pt x="58" y="42"/>
                      <a:pt x="58" y="42"/>
                    </a:cubicBezTo>
                    <a:cubicBezTo>
                      <a:pt x="58" y="42"/>
                      <a:pt x="53" y="44"/>
                      <a:pt x="56" y="53"/>
                    </a:cubicBezTo>
                    <a:cubicBezTo>
                      <a:pt x="56" y="53"/>
                      <a:pt x="56" y="78"/>
                      <a:pt x="50" y="84"/>
                    </a:cubicBezTo>
                    <a:cubicBezTo>
                      <a:pt x="50" y="84"/>
                      <a:pt x="50" y="84"/>
                      <a:pt x="50" y="84"/>
                    </a:cubicBezTo>
                    <a:cubicBezTo>
                      <a:pt x="43" y="90"/>
                      <a:pt x="38" y="103"/>
                      <a:pt x="29" y="92"/>
                    </a:cubicBezTo>
                    <a:cubicBezTo>
                      <a:pt x="29" y="92"/>
                      <a:pt x="15" y="84"/>
                      <a:pt x="14" y="72"/>
                    </a:cubicBezTo>
                    <a:cubicBezTo>
                      <a:pt x="14" y="72"/>
                      <a:pt x="15" y="68"/>
                      <a:pt x="21" y="71"/>
                    </a:cubicBezTo>
                    <a:cubicBezTo>
                      <a:pt x="21" y="71"/>
                      <a:pt x="38" y="77"/>
                      <a:pt x="44" y="66"/>
                    </a:cubicBezTo>
                    <a:cubicBezTo>
                      <a:pt x="44" y="66"/>
                      <a:pt x="44" y="59"/>
                      <a:pt x="43" y="57"/>
                    </a:cubicBezTo>
                    <a:cubicBezTo>
                      <a:pt x="43" y="57"/>
                      <a:pt x="42" y="48"/>
                      <a:pt x="34" y="49"/>
                    </a:cubicBezTo>
                    <a:cubicBezTo>
                      <a:pt x="34" y="49"/>
                      <a:pt x="20" y="49"/>
                      <a:pt x="13" y="52"/>
                    </a:cubicBezTo>
                    <a:cubicBezTo>
                      <a:pt x="13" y="52"/>
                      <a:pt x="5" y="58"/>
                      <a:pt x="0" y="44"/>
                    </a:cubicBezTo>
                    <a:cubicBezTo>
                      <a:pt x="0" y="44"/>
                      <a:pt x="5" y="39"/>
                      <a:pt x="12" y="40"/>
                    </a:cubicBezTo>
                    <a:cubicBezTo>
                      <a:pt x="12" y="40"/>
                      <a:pt x="34" y="44"/>
                      <a:pt x="38" y="35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39" y="20"/>
                      <a:pt x="36" y="18"/>
                      <a:pt x="30" y="21"/>
                    </a:cubicBezTo>
                    <a:cubicBezTo>
                      <a:pt x="30" y="21"/>
                      <a:pt x="20" y="30"/>
                      <a:pt x="16" y="22"/>
                    </a:cubicBezTo>
                    <a:cubicBezTo>
                      <a:pt x="16" y="22"/>
                      <a:pt x="10" y="16"/>
                      <a:pt x="2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</p:grpSp>
        <p:grpSp>
          <p:nvGrpSpPr>
            <p:cNvPr id="44" name="íṥľíḓé"/>
            <p:cNvGrpSpPr/>
            <p:nvPr/>
          </p:nvGrpSpPr>
          <p:grpSpPr>
            <a:xfrm>
              <a:off x="3645458" y="3873595"/>
              <a:ext cx="7018182" cy="227590"/>
              <a:chOff x="4624388" y="3695700"/>
              <a:chExt cx="4210051" cy="136526"/>
            </a:xfrm>
            <a:grpFill/>
          </p:grpSpPr>
          <p:sp>
            <p:nvSpPr>
              <p:cNvPr id="45" name="îš1îde"/>
              <p:cNvSpPr/>
              <p:nvPr/>
            </p:nvSpPr>
            <p:spPr bwMode="auto">
              <a:xfrm>
                <a:off x="4624388" y="3700463"/>
                <a:ext cx="98425" cy="131763"/>
              </a:xfrm>
              <a:custGeom>
                <a:avLst/>
                <a:gdLst>
                  <a:gd name="T0" fmla="*/ 0 w 30"/>
                  <a:gd name="T1" fmla="*/ 40 h 40"/>
                  <a:gd name="T2" fmla="*/ 0 w 30"/>
                  <a:gd name="T3" fmla="*/ 0 h 40"/>
                  <a:gd name="T4" fmla="*/ 15 w 30"/>
                  <a:gd name="T5" fmla="*/ 0 h 40"/>
                  <a:gd name="T6" fmla="*/ 22 w 30"/>
                  <a:gd name="T7" fmla="*/ 1 h 40"/>
                  <a:gd name="T8" fmla="*/ 27 w 30"/>
                  <a:gd name="T9" fmla="*/ 5 h 40"/>
                  <a:gd name="T10" fmla="*/ 28 w 30"/>
                  <a:gd name="T11" fmla="*/ 10 h 40"/>
                  <a:gd name="T12" fmla="*/ 27 w 30"/>
                  <a:gd name="T13" fmla="*/ 15 h 40"/>
                  <a:gd name="T14" fmla="*/ 23 w 30"/>
                  <a:gd name="T15" fmla="*/ 19 h 40"/>
                  <a:gd name="T16" fmla="*/ 28 w 30"/>
                  <a:gd name="T17" fmla="*/ 22 h 40"/>
                  <a:gd name="T18" fmla="*/ 30 w 30"/>
                  <a:gd name="T19" fmla="*/ 28 h 40"/>
                  <a:gd name="T20" fmla="*/ 29 w 30"/>
                  <a:gd name="T21" fmla="*/ 33 h 40"/>
                  <a:gd name="T22" fmla="*/ 26 w 30"/>
                  <a:gd name="T23" fmla="*/ 37 h 40"/>
                  <a:gd name="T24" fmla="*/ 22 w 30"/>
                  <a:gd name="T25" fmla="*/ 39 h 40"/>
                  <a:gd name="T26" fmla="*/ 15 w 30"/>
                  <a:gd name="T27" fmla="*/ 40 h 40"/>
                  <a:gd name="T28" fmla="*/ 0 w 30"/>
                  <a:gd name="T29" fmla="*/ 40 h 40"/>
                  <a:gd name="T30" fmla="*/ 5 w 30"/>
                  <a:gd name="T31" fmla="*/ 17 h 40"/>
                  <a:gd name="T32" fmla="*/ 14 w 30"/>
                  <a:gd name="T33" fmla="*/ 17 h 40"/>
                  <a:gd name="T34" fmla="*/ 19 w 30"/>
                  <a:gd name="T35" fmla="*/ 16 h 40"/>
                  <a:gd name="T36" fmla="*/ 22 w 30"/>
                  <a:gd name="T37" fmla="*/ 14 h 40"/>
                  <a:gd name="T38" fmla="*/ 23 w 30"/>
                  <a:gd name="T39" fmla="*/ 11 h 40"/>
                  <a:gd name="T40" fmla="*/ 22 w 30"/>
                  <a:gd name="T41" fmla="*/ 7 h 40"/>
                  <a:gd name="T42" fmla="*/ 19 w 30"/>
                  <a:gd name="T43" fmla="*/ 5 h 40"/>
                  <a:gd name="T44" fmla="*/ 13 w 30"/>
                  <a:gd name="T45" fmla="*/ 5 h 40"/>
                  <a:gd name="T46" fmla="*/ 5 w 30"/>
                  <a:gd name="T47" fmla="*/ 5 h 40"/>
                  <a:gd name="T48" fmla="*/ 5 w 30"/>
                  <a:gd name="T49" fmla="*/ 17 h 40"/>
                  <a:gd name="T50" fmla="*/ 5 w 30"/>
                  <a:gd name="T51" fmla="*/ 35 h 40"/>
                  <a:gd name="T52" fmla="*/ 15 w 30"/>
                  <a:gd name="T53" fmla="*/ 35 h 40"/>
                  <a:gd name="T54" fmla="*/ 19 w 30"/>
                  <a:gd name="T55" fmla="*/ 35 h 40"/>
                  <a:gd name="T56" fmla="*/ 22 w 30"/>
                  <a:gd name="T57" fmla="*/ 34 h 40"/>
                  <a:gd name="T58" fmla="*/ 24 w 30"/>
                  <a:gd name="T59" fmla="*/ 31 h 40"/>
                  <a:gd name="T60" fmla="*/ 25 w 30"/>
                  <a:gd name="T61" fmla="*/ 28 h 40"/>
                  <a:gd name="T62" fmla="*/ 23 w 30"/>
                  <a:gd name="T63" fmla="*/ 24 h 40"/>
                  <a:gd name="T64" fmla="*/ 20 w 30"/>
                  <a:gd name="T65" fmla="*/ 22 h 40"/>
                  <a:gd name="T66" fmla="*/ 15 w 30"/>
                  <a:gd name="T67" fmla="*/ 21 h 40"/>
                  <a:gd name="T68" fmla="*/ 5 w 30"/>
                  <a:gd name="T69" fmla="*/ 21 h 40"/>
                  <a:gd name="T70" fmla="*/ 5 w 30"/>
                  <a:gd name="T71" fmla="*/ 3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0" h="40">
                    <a:moveTo>
                      <a:pt x="0" y="4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8" y="0"/>
                      <a:pt x="20" y="0"/>
                      <a:pt x="22" y="1"/>
                    </a:cubicBezTo>
                    <a:cubicBezTo>
                      <a:pt x="24" y="2"/>
                      <a:pt x="25" y="3"/>
                      <a:pt x="27" y="5"/>
                    </a:cubicBezTo>
                    <a:cubicBezTo>
                      <a:pt x="28" y="7"/>
                      <a:pt x="28" y="8"/>
                      <a:pt x="28" y="10"/>
                    </a:cubicBezTo>
                    <a:cubicBezTo>
                      <a:pt x="28" y="12"/>
                      <a:pt x="28" y="13"/>
                      <a:pt x="27" y="15"/>
                    </a:cubicBezTo>
                    <a:cubicBezTo>
                      <a:pt x="26" y="16"/>
                      <a:pt x="24" y="18"/>
                      <a:pt x="23" y="19"/>
                    </a:cubicBezTo>
                    <a:cubicBezTo>
                      <a:pt x="25" y="19"/>
                      <a:pt x="27" y="20"/>
                      <a:pt x="28" y="22"/>
                    </a:cubicBezTo>
                    <a:cubicBezTo>
                      <a:pt x="29" y="24"/>
                      <a:pt x="30" y="26"/>
                      <a:pt x="30" y="28"/>
                    </a:cubicBezTo>
                    <a:cubicBezTo>
                      <a:pt x="30" y="30"/>
                      <a:pt x="30" y="32"/>
                      <a:pt x="29" y="33"/>
                    </a:cubicBezTo>
                    <a:cubicBezTo>
                      <a:pt x="28" y="35"/>
                      <a:pt x="27" y="36"/>
                      <a:pt x="26" y="37"/>
                    </a:cubicBezTo>
                    <a:cubicBezTo>
                      <a:pt x="25" y="38"/>
                      <a:pt x="23" y="39"/>
                      <a:pt x="22" y="39"/>
                    </a:cubicBezTo>
                    <a:cubicBezTo>
                      <a:pt x="20" y="39"/>
                      <a:pt x="18" y="40"/>
                      <a:pt x="15" y="40"/>
                    </a:cubicBezTo>
                    <a:cubicBezTo>
                      <a:pt x="0" y="40"/>
                      <a:pt x="0" y="40"/>
                      <a:pt x="0" y="40"/>
                    </a:cubicBezTo>
                    <a:close/>
                    <a:moveTo>
                      <a:pt x="5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6" y="17"/>
                      <a:pt x="18" y="17"/>
                      <a:pt x="19" y="16"/>
                    </a:cubicBezTo>
                    <a:cubicBezTo>
                      <a:pt x="20" y="16"/>
                      <a:pt x="21" y="15"/>
                      <a:pt x="22" y="14"/>
                    </a:cubicBezTo>
                    <a:cubicBezTo>
                      <a:pt x="23" y="13"/>
                      <a:pt x="23" y="12"/>
                      <a:pt x="23" y="11"/>
                    </a:cubicBezTo>
                    <a:cubicBezTo>
                      <a:pt x="23" y="10"/>
                      <a:pt x="23" y="8"/>
                      <a:pt x="22" y="7"/>
                    </a:cubicBezTo>
                    <a:cubicBezTo>
                      <a:pt x="21" y="6"/>
                      <a:pt x="20" y="6"/>
                      <a:pt x="19" y="5"/>
                    </a:cubicBezTo>
                    <a:cubicBezTo>
                      <a:pt x="18" y="5"/>
                      <a:pt x="16" y="5"/>
                      <a:pt x="13" y="5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17"/>
                      <a:pt x="5" y="17"/>
                      <a:pt x="5" y="17"/>
                    </a:cubicBezTo>
                    <a:close/>
                    <a:moveTo>
                      <a:pt x="5" y="35"/>
                    </a:moveTo>
                    <a:cubicBezTo>
                      <a:pt x="15" y="35"/>
                      <a:pt x="15" y="35"/>
                      <a:pt x="15" y="35"/>
                    </a:cubicBezTo>
                    <a:cubicBezTo>
                      <a:pt x="17" y="35"/>
                      <a:pt x="18" y="35"/>
                      <a:pt x="19" y="35"/>
                    </a:cubicBezTo>
                    <a:cubicBezTo>
                      <a:pt x="20" y="35"/>
                      <a:pt x="21" y="34"/>
                      <a:pt x="22" y="34"/>
                    </a:cubicBezTo>
                    <a:cubicBezTo>
                      <a:pt x="23" y="33"/>
                      <a:pt x="23" y="32"/>
                      <a:pt x="24" y="31"/>
                    </a:cubicBezTo>
                    <a:cubicBezTo>
                      <a:pt x="24" y="31"/>
                      <a:pt x="25" y="29"/>
                      <a:pt x="25" y="28"/>
                    </a:cubicBezTo>
                    <a:cubicBezTo>
                      <a:pt x="25" y="27"/>
                      <a:pt x="24" y="25"/>
                      <a:pt x="23" y="24"/>
                    </a:cubicBezTo>
                    <a:cubicBezTo>
                      <a:pt x="23" y="23"/>
                      <a:pt x="22" y="22"/>
                      <a:pt x="20" y="22"/>
                    </a:cubicBezTo>
                    <a:cubicBezTo>
                      <a:pt x="19" y="22"/>
                      <a:pt x="17" y="21"/>
                      <a:pt x="15" y="21"/>
                    </a:cubicBezTo>
                    <a:cubicBezTo>
                      <a:pt x="5" y="21"/>
                      <a:pt x="5" y="21"/>
                      <a:pt x="5" y="21"/>
                    </a:cubicBezTo>
                    <a:lnTo>
                      <a:pt x="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46" name="íSļïďé"/>
              <p:cNvSpPr/>
              <p:nvPr/>
            </p:nvSpPr>
            <p:spPr bwMode="auto">
              <a:xfrm>
                <a:off x="4887913" y="3700463"/>
                <a:ext cx="100013" cy="131763"/>
              </a:xfrm>
              <a:custGeom>
                <a:avLst/>
                <a:gdLst>
                  <a:gd name="T0" fmla="*/ 0 w 63"/>
                  <a:gd name="T1" fmla="*/ 83 h 83"/>
                  <a:gd name="T2" fmla="*/ 0 w 63"/>
                  <a:gd name="T3" fmla="*/ 0 h 83"/>
                  <a:gd name="T4" fmla="*/ 61 w 63"/>
                  <a:gd name="T5" fmla="*/ 0 h 83"/>
                  <a:gd name="T6" fmla="*/ 61 w 63"/>
                  <a:gd name="T7" fmla="*/ 10 h 83"/>
                  <a:gd name="T8" fmla="*/ 13 w 63"/>
                  <a:gd name="T9" fmla="*/ 10 h 83"/>
                  <a:gd name="T10" fmla="*/ 13 w 63"/>
                  <a:gd name="T11" fmla="*/ 35 h 83"/>
                  <a:gd name="T12" fmla="*/ 56 w 63"/>
                  <a:gd name="T13" fmla="*/ 35 h 83"/>
                  <a:gd name="T14" fmla="*/ 56 w 63"/>
                  <a:gd name="T15" fmla="*/ 43 h 83"/>
                  <a:gd name="T16" fmla="*/ 13 w 63"/>
                  <a:gd name="T17" fmla="*/ 43 h 83"/>
                  <a:gd name="T18" fmla="*/ 13 w 63"/>
                  <a:gd name="T19" fmla="*/ 73 h 83"/>
                  <a:gd name="T20" fmla="*/ 63 w 63"/>
                  <a:gd name="T21" fmla="*/ 73 h 83"/>
                  <a:gd name="T22" fmla="*/ 63 w 63"/>
                  <a:gd name="T23" fmla="*/ 83 h 83"/>
                  <a:gd name="T24" fmla="*/ 0 w 63"/>
                  <a:gd name="T2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3" h="83">
                    <a:moveTo>
                      <a:pt x="0" y="83"/>
                    </a:moveTo>
                    <a:lnTo>
                      <a:pt x="0" y="0"/>
                    </a:lnTo>
                    <a:lnTo>
                      <a:pt x="61" y="0"/>
                    </a:lnTo>
                    <a:lnTo>
                      <a:pt x="61" y="10"/>
                    </a:lnTo>
                    <a:lnTo>
                      <a:pt x="13" y="10"/>
                    </a:lnTo>
                    <a:lnTo>
                      <a:pt x="13" y="35"/>
                    </a:lnTo>
                    <a:lnTo>
                      <a:pt x="56" y="35"/>
                    </a:lnTo>
                    <a:lnTo>
                      <a:pt x="56" y="43"/>
                    </a:lnTo>
                    <a:lnTo>
                      <a:pt x="13" y="43"/>
                    </a:lnTo>
                    <a:lnTo>
                      <a:pt x="13" y="73"/>
                    </a:lnTo>
                    <a:lnTo>
                      <a:pt x="63" y="73"/>
                    </a:lnTo>
                    <a:lnTo>
                      <a:pt x="63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47" name="íṥľîḍe"/>
              <p:cNvSpPr/>
              <p:nvPr/>
            </p:nvSpPr>
            <p:spPr bwMode="auto">
              <a:xfrm>
                <a:off x="5156201" y="3700463"/>
                <a:ext cx="15875" cy="1317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48" name="îṧ1iḍê"/>
              <p:cNvSpPr/>
              <p:nvPr/>
            </p:nvSpPr>
            <p:spPr bwMode="auto">
              <a:xfrm>
                <a:off x="5346701" y="3700463"/>
                <a:ext cx="103188" cy="131763"/>
              </a:xfrm>
              <a:custGeom>
                <a:avLst/>
                <a:gdLst>
                  <a:gd name="T0" fmla="*/ 0 w 65"/>
                  <a:gd name="T1" fmla="*/ 83 h 83"/>
                  <a:gd name="T2" fmla="*/ 0 w 65"/>
                  <a:gd name="T3" fmla="*/ 0 h 83"/>
                  <a:gd name="T4" fmla="*/ 11 w 65"/>
                  <a:gd name="T5" fmla="*/ 0 h 83"/>
                  <a:gd name="T6" fmla="*/ 11 w 65"/>
                  <a:gd name="T7" fmla="*/ 33 h 83"/>
                  <a:gd name="T8" fmla="*/ 52 w 65"/>
                  <a:gd name="T9" fmla="*/ 33 h 83"/>
                  <a:gd name="T10" fmla="*/ 52 w 65"/>
                  <a:gd name="T11" fmla="*/ 0 h 83"/>
                  <a:gd name="T12" fmla="*/ 65 w 65"/>
                  <a:gd name="T13" fmla="*/ 0 h 83"/>
                  <a:gd name="T14" fmla="*/ 65 w 65"/>
                  <a:gd name="T15" fmla="*/ 83 h 83"/>
                  <a:gd name="T16" fmla="*/ 52 w 65"/>
                  <a:gd name="T17" fmla="*/ 83 h 83"/>
                  <a:gd name="T18" fmla="*/ 52 w 65"/>
                  <a:gd name="T19" fmla="*/ 43 h 83"/>
                  <a:gd name="T20" fmla="*/ 11 w 65"/>
                  <a:gd name="T21" fmla="*/ 43 h 83"/>
                  <a:gd name="T22" fmla="*/ 11 w 65"/>
                  <a:gd name="T23" fmla="*/ 83 h 83"/>
                  <a:gd name="T24" fmla="*/ 0 w 65"/>
                  <a:gd name="T2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5" h="83">
                    <a:moveTo>
                      <a:pt x="0" y="83"/>
                    </a:moveTo>
                    <a:lnTo>
                      <a:pt x="0" y="0"/>
                    </a:lnTo>
                    <a:lnTo>
                      <a:pt x="11" y="0"/>
                    </a:lnTo>
                    <a:lnTo>
                      <a:pt x="11" y="33"/>
                    </a:lnTo>
                    <a:lnTo>
                      <a:pt x="52" y="33"/>
                    </a:lnTo>
                    <a:lnTo>
                      <a:pt x="52" y="0"/>
                    </a:lnTo>
                    <a:lnTo>
                      <a:pt x="65" y="0"/>
                    </a:lnTo>
                    <a:lnTo>
                      <a:pt x="65" y="83"/>
                    </a:lnTo>
                    <a:lnTo>
                      <a:pt x="52" y="83"/>
                    </a:lnTo>
                    <a:lnTo>
                      <a:pt x="52" y="43"/>
                    </a:lnTo>
                    <a:lnTo>
                      <a:pt x="11" y="43"/>
                    </a:lnTo>
                    <a:lnTo>
                      <a:pt x="11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49" name="îšlïḓe"/>
              <p:cNvSpPr/>
              <p:nvPr/>
            </p:nvSpPr>
            <p:spPr bwMode="auto">
              <a:xfrm>
                <a:off x="5603876" y="3700463"/>
                <a:ext cx="122238" cy="131763"/>
              </a:xfrm>
              <a:custGeom>
                <a:avLst/>
                <a:gdLst>
                  <a:gd name="T0" fmla="*/ 0 w 37"/>
                  <a:gd name="T1" fmla="*/ 40 h 40"/>
                  <a:gd name="T2" fmla="*/ 15 w 37"/>
                  <a:gd name="T3" fmla="*/ 0 h 40"/>
                  <a:gd name="T4" fmla="*/ 21 w 37"/>
                  <a:gd name="T5" fmla="*/ 0 h 40"/>
                  <a:gd name="T6" fmla="*/ 37 w 37"/>
                  <a:gd name="T7" fmla="*/ 40 h 40"/>
                  <a:gd name="T8" fmla="*/ 31 w 37"/>
                  <a:gd name="T9" fmla="*/ 40 h 40"/>
                  <a:gd name="T10" fmla="*/ 26 w 37"/>
                  <a:gd name="T11" fmla="*/ 28 h 40"/>
                  <a:gd name="T12" fmla="*/ 10 w 37"/>
                  <a:gd name="T13" fmla="*/ 28 h 40"/>
                  <a:gd name="T14" fmla="*/ 6 w 37"/>
                  <a:gd name="T15" fmla="*/ 40 h 40"/>
                  <a:gd name="T16" fmla="*/ 0 w 37"/>
                  <a:gd name="T17" fmla="*/ 40 h 40"/>
                  <a:gd name="T18" fmla="*/ 11 w 37"/>
                  <a:gd name="T19" fmla="*/ 23 h 40"/>
                  <a:gd name="T20" fmla="*/ 25 w 37"/>
                  <a:gd name="T21" fmla="*/ 23 h 40"/>
                  <a:gd name="T22" fmla="*/ 21 w 37"/>
                  <a:gd name="T23" fmla="*/ 12 h 40"/>
                  <a:gd name="T24" fmla="*/ 18 w 37"/>
                  <a:gd name="T25" fmla="*/ 4 h 40"/>
                  <a:gd name="T26" fmla="*/ 16 w 37"/>
                  <a:gd name="T27" fmla="*/ 12 h 40"/>
                  <a:gd name="T28" fmla="*/ 11 w 37"/>
                  <a:gd name="T29" fmla="*/ 2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7" h="40">
                    <a:moveTo>
                      <a:pt x="0" y="40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26" y="28"/>
                      <a:pt x="26" y="28"/>
                      <a:pt x="26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0" y="40"/>
                      <a:pt x="0" y="40"/>
                      <a:pt x="0" y="40"/>
                    </a:cubicBezTo>
                    <a:close/>
                    <a:moveTo>
                      <a:pt x="11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19" y="9"/>
                      <a:pt x="18" y="6"/>
                      <a:pt x="18" y="4"/>
                    </a:cubicBezTo>
                    <a:cubicBezTo>
                      <a:pt x="17" y="7"/>
                      <a:pt x="17" y="9"/>
                      <a:pt x="16" y="12"/>
                    </a:cubicBezTo>
                    <a:lnTo>
                      <a:pt x="11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0" name="iṩľiďe"/>
              <p:cNvSpPr/>
              <p:nvPr/>
            </p:nvSpPr>
            <p:spPr bwMode="auto">
              <a:xfrm>
                <a:off x="5881688" y="3700463"/>
                <a:ext cx="101600" cy="131763"/>
              </a:xfrm>
              <a:custGeom>
                <a:avLst/>
                <a:gdLst>
                  <a:gd name="T0" fmla="*/ 0 w 64"/>
                  <a:gd name="T1" fmla="*/ 83 h 83"/>
                  <a:gd name="T2" fmla="*/ 0 w 64"/>
                  <a:gd name="T3" fmla="*/ 0 h 83"/>
                  <a:gd name="T4" fmla="*/ 12 w 64"/>
                  <a:gd name="T5" fmla="*/ 0 h 83"/>
                  <a:gd name="T6" fmla="*/ 54 w 64"/>
                  <a:gd name="T7" fmla="*/ 64 h 83"/>
                  <a:gd name="T8" fmla="*/ 54 w 64"/>
                  <a:gd name="T9" fmla="*/ 0 h 83"/>
                  <a:gd name="T10" fmla="*/ 64 w 64"/>
                  <a:gd name="T11" fmla="*/ 0 h 83"/>
                  <a:gd name="T12" fmla="*/ 64 w 64"/>
                  <a:gd name="T13" fmla="*/ 83 h 83"/>
                  <a:gd name="T14" fmla="*/ 54 w 64"/>
                  <a:gd name="T15" fmla="*/ 83 h 83"/>
                  <a:gd name="T16" fmla="*/ 10 w 64"/>
                  <a:gd name="T17" fmla="*/ 18 h 83"/>
                  <a:gd name="T18" fmla="*/ 10 w 64"/>
                  <a:gd name="T19" fmla="*/ 83 h 83"/>
                  <a:gd name="T20" fmla="*/ 0 w 64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4" h="83">
                    <a:moveTo>
                      <a:pt x="0" y="83"/>
                    </a:moveTo>
                    <a:lnTo>
                      <a:pt x="0" y="0"/>
                    </a:lnTo>
                    <a:lnTo>
                      <a:pt x="12" y="0"/>
                    </a:lnTo>
                    <a:lnTo>
                      <a:pt x="54" y="64"/>
                    </a:lnTo>
                    <a:lnTo>
                      <a:pt x="54" y="0"/>
                    </a:lnTo>
                    <a:lnTo>
                      <a:pt x="64" y="0"/>
                    </a:lnTo>
                    <a:lnTo>
                      <a:pt x="64" y="83"/>
                    </a:lnTo>
                    <a:lnTo>
                      <a:pt x="54" y="83"/>
                    </a:lnTo>
                    <a:lnTo>
                      <a:pt x="10" y="18"/>
                    </a:lnTo>
                    <a:lnTo>
                      <a:pt x="10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1" name="ïṩlíḋè"/>
              <p:cNvSpPr/>
              <p:nvPr/>
            </p:nvSpPr>
            <p:spPr bwMode="auto">
              <a:xfrm>
                <a:off x="6151563" y="3695700"/>
                <a:ext cx="119063" cy="136525"/>
              </a:xfrm>
              <a:custGeom>
                <a:avLst/>
                <a:gdLst>
                  <a:gd name="T0" fmla="*/ 20 w 36"/>
                  <a:gd name="T1" fmla="*/ 25 h 41"/>
                  <a:gd name="T2" fmla="*/ 20 w 36"/>
                  <a:gd name="T3" fmla="*/ 20 h 41"/>
                  <a:gd name="T4" fmla="*/ 36 w 36"/>
                  <a:gd name="T5" fmla="*/ 20 h 41"/>
                  <a:gd name="T6" fmla="*/ 36 w 36"/>
                  <a:gd name="T7" fmla="*/ 35 h 41"/>
                  <a:gd name="T8" fmla="*/ 28 w 36"/>
                  <a:gd name="T9" fmla="*/ 40 h 41"/>
                  <a:gd name="T10" fmla="*/ 20 w 36"/>
                  <a:gd name="T11" fmla="*/ 41 h 41"/>
                  <a:gd name="T12" fmla="*/ 9 w 36"/>
                  <a:gd name="T13" fmla="*/ 39 h 41"/>
                  <a:gd name="T14" fmla="*/ 2 w 36"/>
                  <a:gd name="T15" fmla="*/ 32 h 41"/>
                  <a:gd name="T16" fmla="*/ 0 w 36"/>
                  <a:gd name="T17" fmla="*/ 21 h 41"/>
                  <a:gd name="T18" fmla="*/ 2 w 36"/>
                  <a:gd name="T19" fmla="*/ 10 h 41"/>
                  <a:gd name="T20" fmla="*/ 9 w 36"/>
                  <a:gd name="T21" fmla="*/ 3 h 41"/>
                  <a:gd name="T22" fmla="*/ 20 w 36"/>
                  <a:gd name="T23" fmla="*/ 0 h 41"/>
                  <a:gd name="T24" fmla="*/ 27 w 36"/>
                  <a:gd name="T25" fmla="*/ 2 h 41"/>
                  <a:gd name="T26" fmla="*/ 33 w 36"/>
                  <a:gd name="T27" fmla="*/ 6 h 41"/>
                  <a:gd name="T28" fmla="*/ 36 w 36"/>
                  <a:gd name="T29" fmla="*/ 12 h 41"/>
                  <a:gd name="T30" fmla="*/ 31 w 36"/>
                  <a:gd name="T31" fmla="*/ 13 h 41"/>
                  <a:gd name="T32" fmla="*/ 29 w 36"/>
                  <a:gd name="T33" fmla="*/ 9 h 41"/>
                  <a:gd name="T34" fmla="*/ 25 w 36"/>
                  <a:gd name="T35" fmla="*/ 6 h 41"/>
                  <a:gd name="T36" fmla="*/ 20 w 36"/>
                  <a:gd name="T37" fmla="*/ 5 h 41"/>
                  <a:gd name="T38" fmla="*/ 13 w 36"/>
                  <a:gd name="T39" fmla="*/ 6 h 41"/>
                  <a:gd name="T40" fmla="*/ 9 w 36"/>
                  <a:gd name="T41" fmla="*/ 9 h 41"/>
                  <a:gd name="T42" fmla="*/ 7 w 36"/>
                  <a:gd name="T43" fmla="*/ 13 h 41"/>
                  <a:gd name="T44" fmla="*/ 5 w 36"/>
                  <a:gd name="T45" fmla="*/ 21 h 41"/>
                  <a:gd name="T46" fmla="*/ 7 w 36"/>
                  <a:gd name="T47" fmla="*/ 30 h 41"/>
                  <a:gd name="T48" fmla="*/ 12 w 36"/>
                  <a:gd name="T49" fmla="*/ 35 h 41"/>
                  <a:gd name="T50" fmla="*/ 20 w 36"/>
                  <a:gd name="T51" fmla="*/ 37 h 41"/>
                  <a:gd name="T52" fmla="*/ 26 w 36"/>
                  <a:gd name="T53" fmla="*/ 35 h 41"/>
                  <a:gd name="T54" fmla="*/ 31 w 36"/>
                  <a:gd name="T55" fmla="*/ 32 h 41"/>
                  <a:gd name="T56" fmla="*/ 31 w 36"/>
                  <a:gd name="T57" fmla="*/ 25 h 41"/>
                  <a:gd name="T58" fmla="*/ 20 w 36"/>
                  <a:gd name="T59" fmla="*/ 25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6" h="41">
                    <a:moveTo>
                      <a:pt x="20" y="25"/>
                    </a:moveTo>
                    <a:cubicBezTo>
                      <a:pt x="20" y="20"/>
                      <a:pt x="20" y="20"/>
                      <a:pt x="20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4" y="37"/>
                      <a:pt x="31" y="39"/>
                      <a:pt x="28" y="40"/>
                    </a:cubicBezTo>
                    <a:cubicBezTo>
                      <a:pt x="26" y="41"/>
                      <a:pt x="23" y="41"/>
                      <a:pt x="20" y="41"/>
                    </a:cubicBezTo>
                    <a:cubicBezTo>
                      <a:pt x="16" y="41"/>
                      <a:pt x="13" y="40"/>
                      <a:pt x="9" y="39"/>
                    </a:cubicBezTo>
                    <a:cubicBezTo>
                      <a:pt x="6" y="37"/>
                      <a:pt x="4" y="35"/>
                      <a:pt x="2" y="32"/>
                    </a:cubicBezTo>
                    <a:cubicBezTo>
                      <a:pt x="1" y="28"/>
                      <a:pt x="0" y="25"/>
                      <a:pt x="0" y="21"/>
                    </a:cubicBezTo>
                    <a:cubicBezTo>
                      <a:pt x="0" y="17"/>
                      <a:pt x="1" y="14"/>
                      <a:pt x="2" y="10"/>
                    </a:cubicBezTo>
                    <a:cubicBezTo>
                      <a:pt x="4" y="7"/>
                      <a:pt x="6" y="4"/>
                      <a:pt x="9" y="3"/>
                    </a:cubicBezTo>
                    <a:cubicBezTo>
                      <a:pt x="12" y="1"/>
                      <a:pt x="16" y="0"/>
                      <a:pt x="20" y="0"/>
                    </a:cubicBezTo>
                    <a:cubicBezTo>
                      <a:pt x="22" y="0"/>
                      <a:pt x="25" y="1"/>
                      <a:pt x="27" y="2"/>
                    </a:cubicBezTo>
                    <a:cubicBezTo>
                      <a:pt x="30" y="3"/>
                      <a:pt x="31" y="4"/>
                      <a:pt x="33" y="6"/>
                    </a:cubicBezTo>
                    <a:cubicBezTo>
                      <a:pt x="34" y="7"/>
                      <a:pt x="35" y="9"/>
                      <a:pt x="36" y="12"/>
                    </a:cubicBezTo>
                    <a:cubicBezTo>
                      <a:pt x="31" y="13"/>
                      <a:pt x="31" y="13"/>
                      <a:pt x="31" y="13"/>
                    </a:cubicBezTo>
                    <a:cubicBezTo>
                      <a:pt x="30" y="11"/>
                      <a:pt x="30" y="10"/>
                      <a:pt x="29" y="9"/>
                    </a:cubicBezTo>
                    <a:cubicBezTo>
                      <a:pt x="28" y="8"/>
                      <a:pt x="27" y="7"/>
                      <a:pt x="25" y="6"/>
                    </a:cubicBezTo>
                    <a:cubicBezTo>
                      <a:pt x="23" y="5"/>
                      <a:pt x="22" y="5"/>
                      <a:pt x="20" y="5"/>
                    </a:cubicBezTo>
                    <a:cubicBezTo>
                      <a:pt x="17" y="5"/>
                      <a:pt x="15" y="5"/>
                      <a:pt x="13" y="6"/>
                    </a:cubicBezTo>
                    <a:cubicBezTo>
                      <a:pt x="12" y="7"/>
                      <a:pt x="10" y="8"/>
                      <a:pt x="9" y="9"/>
                    </a:cubicBezTo>
                    <a:cubicBezTo>
                      <a:pt x="8" y="10"/>
                      <a:pt x="7" y="11"/>
                      <a:pt x="7" y="13"/>
                    </a:cubicBezTo>
                    <a:cubicBezTo>
                      <a:pt x="6" y="15"/>
                      <a:pt x="5" y="18"/>
                      <a:pt x="5" y="21"/>
                    </a:cubicBezTo>
                    <a:cubicBezTo>
                      <a:pt x="5" y="24"/>
                      <a:pt x="6" y="27"/>
                      <a:pt x="7" y="30"/>
                    </a:cubicBezTo>
                    <a:cubicBezTo>
                      <a:pt x="8" y="32"/>
                      <a:pt x="10" y="34"/>
                      <a:pt x="12" y="35"/>
                    </a:cubicBezTo>
                    <a:cubicBezTo>
                      <a:pt x="15" y="36"/>
                      <a:pt x="17" y="37"/>
                      <a:pt x="20" y="37"/>
                    </a:cubicBezTo>
                    <a:cubicBezTo>
                      <a:pt x="22" y="37"/>
                      <a:pt x="24" y="36"/>
                      <a:pt x="26" y="35"/>
                    </a:cubicBezTo>
                    <a:cubicBezTo>
                      <a:pt x="28" y="34"/>
                      <a:pt x="30" y="33"/>
                      <a:pt x="31" y="32"/>
                    </a:cubicBezTo>
                    <a:cubicBezTo>
                      <a:pt x="31" y="25"/>
                      <a:pt x="31" y="25"/>
                      <a:pt x="31" y="25"/>
                    </a:cubicBezTo>
                    <a:lnTo>
                      <a:pt x="20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2" name="iṩľíḋé"/>
              <p:cNvSpPr/>
              <p:nvPr/>
            </p:nvSpPr>
            <p:spPr bwMode="auto">
              <a:xfrm>
                <a:off x="6478588" y="3700463"/>
                <a:ext cx="106363" cy="131763"/>
              </a:xfrm>
              <a:custGeom>
                <a:avLst/>
                <a:gdLst>
                  <a:gd name="T0" fmla="*/ 26 w 32"/>
                  <a:gd name="T1" fmla="*/ 0 h 40"/>
                  <a:gd name="T2" fmla="*/ 32 w 32"/>
                  <a:gd name="T3" fmla="*/ 0 h 40"/>
                  <a:gd name="T4" fmla="*/ 32 w 32"/>
                  <a:gd name="T5" fmla="*/ 23 h 40"/>
                  <a:gd name="T6" fmla="*/ 30 w 32"/>
                  <a:gd name="T7" fmla="*/ 32 h 40"/>
                  <a:gd name="T8" fmla="*/ 25 w 32"/>
                  <a:gd name="T9" fmla="*/ 38 h 40"/>
                  <a:gd name="T10" fmla="*/ 16 w 32"/>
                  <a:gd name="T11" fmla="*/ 40 h 40"/>
                  <a:gd name="T12" fmla="*/ 7 w 32"/>
                  <a:gd name="T13" fmla="*/ 38 h 40"/>
                  <a:gd name="T14" fmla="*/ 2 w 32"/>
                  <a:gd name="T15" fmla="*/ 33 h 40"/>
                  <a:gd name="T16" fmla="*/ 0 w 32"/>
                  <a:gd name="T17" fmla="*/ 23 h 40"/>
                  <a:gd name="T18" fmla="*/ 0 w 32"/>
                  <a:gd name="T19" fmla="*/ 0 h 40"/>
                  <a:gd name="T20" fmla="*/ 6 w 32"/>
                  <a:gd name="T21" fmla="*/ 0 h 40"/>
                  <a:gd name="T22" fmla="*/ 6 w 32"/>
                  <a:gd name="T23" fmla="*/ 23 h 40"/>
                  <a:gd name="T24" fmla="*/ 7 w 32"/>
                  <a:gd name="T25" fmla="*/ 30 h 40"/>
                  <a:gd name="T26" fmla="*/ 10 w 32"/>
                  <a:gd name="T27" fmla="*/ 34 h 40"/>
                  <a:gd name="T28" fmla="*/ 16 w 32"/>
                  <a:gd name="T29" fmla="*/ 36 h 40"/>
                  <a:gd name="T30" fmla="*/ 24 w 32"/>
                  <a:gd name="T31" fmla="*/ 33 h 40"/>
                  <a:gd name="T32" fmla="*/ 26 w 32"/>
                  <a:gd name="T33" fmla="*/ 23 h 40"/>
                  <a:gd name="T34" fmla="*/ 26 w 32"/>
                  <a:gd name="T3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2" h="40">
                    <a:moveTo>
                      <a:pt x="26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2" y="27"/>
                      <a:pt x="31" y="30"/>
                      <a:pt x="30" y="32"/>
                    </a:cubicBezTo>
                    <a:cubicBezTo>
                      <a:pt x="29" y="35"/>
                      <a:pt x="28" y="37"/>
                      <a:pt x="25" y="38"/>
                    </a:cubicBezTo>
                    <a:cubicBezTo>
                      <a:pt x="23" y="40"/>
                      <a:pt x="20" y="40"/>
                      <a:pt x="16" y="40"/>
                    </a:cubicBezTo>
                    <a:cubicBezTo>
                      <a:pt x="12" y="40"/>
                      <a:pt x="9" y="40"/>
                      <a:pt x="7" y="38"/>
                    </a:cubicBezTo>
                    <a:cubicBezTo>
                      <a:pt x="5" y="37"/>
                      <a:pt x="3" y="35"/>
                      <a:pt x="2" y="33"/>
                    </a:cubicBezTo>
                    <a:cubicBezTo>
                      <a:pt x="1" y="30"/>
                      <a:pt x="0" y="27"/>
                      <a:pt x="0" y="2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6"/>
                      <a:pt x="6" y="29"/>
                      <a:pt x="7" y="30"/>
                    </a:cubicBezTo>
                    <a:cubicBezTo>
                      <a:pt x="7" y="32"/>
                      <a:pt x="8" y="33"/>
                      <a:pt x="10" y="34"/>
                    </a:cubicBezTo>
                    <a:cubicBezTo>
                      <a:pt x="11" y="35"/>
                      <a:pt x="13" y="36"/>
                      <a:pt x="16" y="36"/>
                    </a:cubicBezTo>
                    <a:cubicBezTo>
                      <a:pt x="19" y="36"/>
                      <a:pt x="22" y="35"/>
                      <a:pt x="24" y="33"/>
                    </a:cubicBezTo>
                    <a:cubicBezTo>
                      <a:pt x="25" y="31"/>
                      <a:pt x="26" y="28"/>
                      <a:pt x="26" y="23"/>
                    </a:cubicBezTo>
                    <a:lnTo>
                      <a:pt x="2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3" name="iṧlíḓé"/>
              <p:cNvSpPr/>
              <p:nvPr/>
            </p:nvSpPr>
            <p:spPr bwMode="auto">
              <a:xfrm>
                <a:off x="6753226" y="3700463"/>
                <a:ext cx="101600" cy="131763"/>
              </a:xfrm>
              <a:custGeom>
                <a:avLst/>
                <a:gdLst>
                  <a:gd name="T0" fmla="*/ 0 w 64"/>
                  <a:gd name="T1" fmla="*/ 83 h 83"/>
                  <a:gd name="T2" fmla="*/ 0 w 64"/>
                  <a:gd name="T3" fmla="*/ 0 h 83"/>
                  <a:gd name="T4" fmla="*/ 12 w 64"/>
                  <a:gd name="T5" fmla="*/ 0 h 83"/>
                  <a:gd name="T6" fmla="*/ 54 w 64"/>
                  <a:gd name="T7" fmla="*/ 64 h 83"/>
                  <a:gd name="T8" fmla="*/ 54 w 64"/>
                  <a:gd name="T9" fmla="*/ 0 h 83"/>
                  <a:gd name="T10" fmla="*/ 64 w 64"/>
                  <a:gd name="T11" fmla="*/ 0 h 83"/>
                  <a:gd name="T12" fmla="*/ 64 w 64"/>
                  <a:gd name="T13" fmla="*/ 83 h 83"/>
                  <a:gd name="T14" fmla="*/ 54 w 64"/>
                  <a:gd name="T15" fmla="*/ 83 h 83"/>
                  <a:gd name="T16" fmla="*/ 10 w 64"/>
                  <a:gd name="T17" fmla="*/ 18 h 83"/>
                  <a:gd name="T18" fmla="*/ 10 w 64"/>
                  <a:gd name="T19" fmla="*/ 83 h 83"/>
                  <a:gd name="T20" fmla="*/ 0 w 64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4" h="83">
                    <a:moveTo>
                      <a:pt x="0" y="83"/>
                    </a:moveTo>
                    <a:lnTo>
                      <a:pt x="0" y="0"/>
                    </a:lnTo>
                    <a:lnTo>
                      <a:pt x="12" y="0"/>
                    </a:lnTo>
                    <a:lnTo>
                      <a:pt x="54" y="64"/>
                    </a:lnTo>
                    <a:lnTo>
                      <a:pt x="54" y="0"/>
                    </a:lnTo>
                    <a:lnTo>
                      <a:pt x="64" y="0"/>
                    </a:lnTo>
                    <a:lnTo>
                      <a:pt x="64" y="83"/>
                    </a:lnTo>
                    <a:lnTo>
                      <a:pt x="54" y="83"/>
                    </a:lnTo>
                    <a:lnTo>
                      <a:pt x="10" y="18"/>
                    </a:lnTo>
                    <a:lnTo>
                      <a:pt x="10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4" name="íṥľide"/>
              <p:cNvSpPr/>
              <p:nvPr/>
            </p:nvSpPr>
            <p:spPr bwMode="auto">
              <a:xfrm>
                <a:off x="7029451" y="3700463"/>
                <a:ext cx="15875" cy="1317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5" name="ïṩlîḑè"/>
              <p:cNvSpPr/>
              <p:nvPr/>
            </p:nvSpPr>
            <p:spPr bwMode="auto">
              <a:xfrm>
                <a:off x="7207251" y="3700463"/>
                <a:ext cx="119063" cy="131763"/>
              </a:xfrm>
              <a:custGeom>
                <a:avLst/>
                <a:gdLst>
                  <a:gd name="T0" fmla="*/ 15 w 36"/>
                  <a:gd name="T1" fmla="*/ 40 h 40"/>
                  <a:gd name="T2" fmla="*/ 0 w 36"/>
                  <a:gd name="T3" fmla="*/ 0 h 40"/>
                  <a:gd name="T4" fmla="*/ 5 w 36"/>
                  <a:gd name="T5" fmla="*/ 0 h 40"/>
                  <a:gd name="T6" fmla="*/ 15 w 36"/>
                  <a:gd name="T7" fmla="*/ 29 h 40"/>
                  <a:gd name="T8" fmla="*/ 18 w 36"/>
                  <a:gd name="T9" fmla="*/ 35 h 40"/>
                  <a:gd name="T10" fmla="*/ 20 w 36"/>
                  <a:gd name="T11" fmla="*/ 29 h 40"/>
                  <a:gd name="T12" fmla="*/ 30 w 36"/>
                  <a:gd name="T13" fmla="*/ 0 h 40"/>
                  <a:gd name="T14" fmla="*/ 36 w 36"/>
                  <a:gd name="T15" fmla="*/ 0 h 40"/>
                  <a:gd name="T16" fmla="*/ 20 w 36"/>
                  <a:gd name="T17" fmla="*/ 40 h 40"/>
                  <a:gd name="T18" fmla="*/ 15 w 36"/>
                  <a:gd name="T19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40">
                    <a:moveTo>
                      <a:pt x="15" y="4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6" y="31"/>
                      <a:pt x="17" y="33"/>
                      <a:pt x="18" y="35"/>
                    </a:cubicBezTo>
                    <a:cubicBezTo>
                      <a:pt x="18" y="33"/>
                      <a:pt x="19" y="31"/>
                      <a:pt x="20" y="29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20" y="40"/>
                      <a:pt x="20" y="40"/>
                      <a:pt x="20" y="40"/>
                    </a:cubicBezTo>
                    <a:lnTo>
                      <a:pt x="15" y="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6" name="í$ḷiḓê"/>
              <p:cNvSpPr/>
              <p:nvPr/>
            </p:nvSpPr>
            <p:spPr bwMode="auto">
              <a:xfrm>
                <a:off x="7485063" y="3700463"/>
                <a:ext cx="95250" cy="131763"/>
              </a:xfrm>
              <a:custGeom>
                <a:avLst/>
                <a:gdLst>
                  <a:gd name="T0" fmla="*/ 0 w 60"/>
                  <a:gd name="T1" fmla="*/ 83 h 83"/>
                  <a:gd name="T2" fmla="*/ 0 w 60"/>
                  <a:gd name="T3" fmla="*/ 0 h 83"/>
                  <a:gd name="T4" fmla="*/ 58 w 60"/>
                  <a:gd name="T5" fmla="*/ 0 h 83"/>
                  <a:gd name="T6" fmla="*/ 58 w 60"/>
                  <a:gd name="T7" fmla="*/ 10 h 83"/>
                  <a:gd name="T8" fmla="*/ 10 w 60"/>
                  <a:gd name="T9" fmla="*/ 10 h 83"/>
                  <a:gd name="T10" fmla="*/ 10 w 60"/>
                  <a:gd name="T11" fmla="*/ 35 h 83"/>
                  <a:gd name="T12" fmla="*/ 56 w 60"/>
                  <a:gd name="T13" fmla="*/ 35 h 83"/>
                  <a:gd name="T14" fmla="*/ 56 w 60"/>
                  <a:gd name="T15" fmla="*/ 43 h 83"/>
                  <a:gd name="T16" fmla="*/ 10 w 60"/>
                  <a:gd name="T17" fmla="*/ 43 h 83"/>
                  <a:gd name="T18" fmla="*/ 10 w 60"/>
                  <a:gd name="T19" fmla="*/ 73 h 83"/>
                  <a:gd name="T20" fmla="*/ 60 w 60"/>
                  <a:gd name="T21" fmla="*/ 73 h 83"/>
                  <a:gd name="T22" fmla="*/ 60 w 60"/>
                  <a:gd name="T23" fmla="*/ 83 h 83"/>
                  <a:gd name="T24" fmla="*/ 0 w 60"/>
                  <a:gd name="T2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" h="83">
                    <a:moveTo>
                      <a:pt x="0" y="83"/>
                    </a:moveTo>
                    <a:lnTo>
                      <a:pt x="0" y="0"/>
                    </a:lnTo>
                    <a:lnTo>
                      <a:pt x="58" y="0"/>
                    </a:lnTo>
                    <a:lnTo>
                      <a:pt x="58" y="10"/>
                    </a:lnTo>
                    <a:lnTo>
                      <a:pt x="10" y="10"/>
                    </a:lnTo>
                    <a:lnTo>
                      <a:pt x="10" y="35"/>
                    </a:lnTo>
                    <a:lnTo>
                      <a:pt x="56" y="35"/>
                    </a:lnTo>
                    <a:lnTo>
                      <a:pt x="56" y="43"/>
                    </a:lnTo>
                    <a:lnTo>
                      <a:pt x="10" y="43"/>
                    </a:lnTo>
                    <a:lnTo>
                      <a:pt x="10" y="73"/>
                    </a:lnTo>
                    <a:lnTo>
                      <a:pt x="60" y="73"/>
                    </a:lnTo>
                    <a:lnTo>
                      <a:pt x="60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7" name="ïṡļîdê"/>
              <p:cNvSpPr/>
              <p:nvPr/>
            </p:nvSpPr>
            <p:spPr bwMode="auto">
              <a:xfrm>
                <a:off x="7745413" y="3700463"/>
                <a:ext cx="115888" cy="131763"/>
              </a:xfrm>
              <a:custGeom>
                <a:avLst/>
                <a:gdLst>
                  <a:gd name="T0" fmla="*/ 0 w 35"/>
                  <a:gd name="T1" fmla="*/ 40 h 40"/>
                  <a:gd name="T2" fmla="*/ 0 w 35"/>
                  <a:gd name="T3" fmla="*/ 0 h 40"/>
                  <a:gd name="T4" fmla="*/ 18 w 35"/>
                  <a:gd name="T5" fmla="*/ 0 h 40"/>
                  <a:gd name="T6" fmla="*/ 26 w 35"/>
                  <a:gd name="T7" fmla="*/ 1 h 40"/>
                  <a:gd name="T8" fmla="*/ 30 w 35"/>
                  <a:gd name="T9" fmla="*/ 5 h 40"/>
                  <a:gd name="T10" fmla="*/ 32 w 35"/>
                  <a:gd name="T11" fmla="*/ 11 h 40"/>
                  <a:gd name="T12" fmla="*/ 29 w 35"/>
                  <a:gd name="T13" fmla="*/ 18 h 40"/>
                  <a:gd name="T14" fmla="*/ 21 w 35"/>
                  <a:gd name="T15" fmla="*/ 22 h 40"/>
                  <a:gd name="T16" fmla="*/ 24 w 35"/>
                  <a:gd name="T17" fmla="*/ 24 h 40"/>
                  <a:gd name="T18" fmla="*/ 28 w 35"/>
                  <a:gd name="T19" fmla="*/ 29 h 40"/>
                  <a:gd name="T20" fmla="*/ 35 w 35"/>
                  <a:gd name="T21" fmla="*/ 40 h 40"/>
                  <a:gd name="T22" fmla="*/ 29 w 35"/>
                  <a:gd name="T23" fmla="*/ 40 h 40"/>
                  <a:gd name="T24" fmla="*/ 23 w 35"/>
                  <a:gd name="T25" fmla="*/ 31 h 40"/>
                  <a:gd name="T26" fmla="*/ 20 w 35"/>
                  <a:gd name="T27" fmla="*/ 26 h 40"/>
                  <a:gd name="T28" fmla="*/ 17 w 35"/>
                  <a:gd name="T29" fmla="*/ 23 h 40"/>
                  <a:gd name="T30" fmla="*/ 15 w 35"/>
                  <a:gd name="T31" fmla="*/ 22 h 40"/>
                  <a:gd name="T32" fmla="*/ 12 w 35"/>
                  <a:gd name="T33" fmla="*/ 22 h 40"/>
                  <a:gd name="T34" fmla="*/ 6 w 35"/>
                  <a:gd name="T35" fmla="*/ 22 h 40"/>
                  <a:gd name="T36" fmla="*/ 6 w 35"/>
                  <a:gd name="T37" fmla="*/ 40 h 40"/>
                  <a:gd name="T38" fmla="*/ 0 w 35"/>
                  <a:gd name="T39" fmla="*/ 40 h 40"/>
                  <a:gd name="T40" fmla="*/ 6 w 35"/>
                  <a:gd name="T41" fmla="*/ 18 h 40"/>
                  <a:gd name="T42" fmla="*/ 17 w 35"/>
                  <a:gd name="T43" fmla="*/ 18 h 40"/>
                  <a:gd name="T44" fmla="*/ 22 w 35"/>
                  <a:gd name="T45" fmla="*/ 17 h 40"/>
                  <a:gd name="T46" fmla="*/ 26 w 35"/>
                  <a:gd name="T47" fmla="*/ 14 h 40"/>
                  <a:gd name="T48" fmla="*/ 27 w 35"/>
                  <a:gd name="T49" fmla="*/ 11 h 40"/>
                  <a:gd name="T50" fmla="*/ 25 w 35"/>
                  <a:gd name="T51" fmla="*/ 6 h 40"/>
                  <a:gd name="T52" fmla="*/ 18 w 35"/>
                  <a:gd name="T53" fmla="*/ 4 h 40"/>
                  <a:gd name="T54" fmla="*/ 6 w 35"/>
                  <a:gd name="T55" fmla="*/ 4 h 40"/>
                  <a:gd name="T56" fmla="*/ 6 w 35"/>
                  <a:gd name="T57" fmla="*/ 1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5" h="40">
                    <a:moveTo>
                      <a:pt x="0" y="4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1" y="0"/>
                      <a:pt x="24" y="0"/>
                      <a:pt x="26" y="1"/>
                    </a:cubicBezTo>
                    <a:cubicBezTo>
                      <a:pt x="28" y="2"/>
                      <a:pt x="29" y="3"/>
                      <a:pt x="30" y="5"/>
                    </a:cubicBezTo>
                    <a:cubicBezTo>
                      <a:pt x="31" y="7"/>
                      <a:pt x="32" y="9"/>
                      <a:pt x="32" y="11"/>
                    </a:cubicBezTo>
                    <a:cubicBezTo>
                      <a:pt x="32" y="14"/>
                      <a:pt x="31" y="16"/>
                      <a:pt x="29" y="18"/>
                    </a:cubicBezTo>
                    <a:cubicBezTo>
                      <a:pt x="27" y="20"/>
                      <a:pt x="25" y="21"/>
                      <a:pt x="21" y="22"/>
                    </a:cubicBezTo>
                    <a:cubicBezTo>
                      <a:pt x="22" y="22"/>
                      <a:pt x="23" y="23"/>
                      <a:pt x="24" y="24"/>
                    </a:cubicBezTo>
                    <a:cubicBezTo>
                      <a:pt x="25" y="25"/>
                      <a:pt x="27" y="27"/>
                      <a:pt x="28" y="2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3" y="31"/>
                      <a:pt x="23" y="31"/>
                      <a:pt x="23" y="31"/>
                    </a:cubicBezTo>
                    <a:cubicBezTo>
                      <a:pt x="22" y="29"/>
                      <a:pt x="21" y="27"/>
                      <a:pt x="20" y="26"/>
                    </a:cubicBezTo>
                    <a:cubicBezTo>
                      <a:pt x="19" y="25"/>
                      <a:pt x="18" y="24"/>
                      <a:pt x="17" y="23"/>
                    </a:cubicBezTo>
                    <a:cubicBezTo>
                      <a:pt x="16" y="23"/>
                      <a:pt x="15" y="22"/>
                      <a:pt x="15" y="22"/>
                    </a:cubicBezTo>
                    <a:cubicBezTo>
                      <a:pt x="14" y="22"/>
                      <a:pt x="13" y="22"/>
                      <a:pt x="12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0" y="40"/>
                      <a:pt x="0" y="40"/>
                      <a:pt x="0" y="40"/>
                    </a:cubicBezTo>
                    <a:close/>
                    <a:moveTo>
                      <a:pt x="6" y="18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9" y="18"/>
                      <a:pt x="21" y="17"/>
                      <a:pt x="22" y="17"/>
                    </a:cubicBezTo>
                    <a:cubicBezTo>
                      <a:pt x="24" y="16"/>
                      <a:pt x="25" y="15"/>
                      <a:pt x="26" y="14"/>
                    </a:cubicBezTo>
                    <a:cubicBezTo>
                      <a:pt x="26" y="13"/>
                      <a:pt x="27" y="12"/>
                      <a:pt x="27" y="11"/>
                    </a:cubicBezTo>
                    <a:cubicBezTo>
                      <a:pt x="27" y="9"/>
                      <a:pt x="26" y="7"/>
                      <a:pt x="25" y="6"/>
                    </a:cubicBezTo>
                    <a:cubicBezTo>
                      <a:pt x="23" y="5"/>
                      <a:pt x="21" y="4"/>
                      <a:pt x="18" y="4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8" name="ísḷíďê"/>
              <p:cNvSpPr/>
              <p:nvPr/>
            </p:nvSpPr>
            <p:spPr bwMode="auto">
              <a:xfrm>
                <a:off x="8012113" y="3695700"/>
                <a:ext cx="106363" cy="136525"/>
              </a:xfrm>
              <a:custGeom>
                <a:avLst/>
                <a:gdLst>
                  <a:gd name="T0" fmla="*/ 0 w 32"/>
                  <a:gd name="T1" fmla="*/ 28 h 41"/>
                  <a:gd name="T2" fmla="*/ 5 w 32"/>
                  <a:gd name="T3" fmla="*/ 27 h 41"/>
                  <a:gd name="T4" fmla="*/ 7 w 32"/>
                  <a:gd name="T5" fmla="*/ 32 h 41"/>
                  <a:gd name="T6" fmla="*/ 11 w 32"/>
                  <a:gd name="T7" fmla="*/ 35 h 41"/>
                  <a:gd name="T8" fmla="*/ 17 w 32"/>
                  <a:gd name="T9" fmla="*/ 37 h 41"/>
                  <a:gd name="T10" fmla="*/ 22 w 32"/>
                  <a:gd name="T11" fmla="*/ 36 h 41"/>
                  <a:gd name="T12" fmla="*/ 26 w 32"/>
                  <a:gd name="T13" fmla="*/ 33 h 41"/>
                  <a:gd name="T14" fmla="*/ 27 w 32"/>
                  <a:gd name="T15" fmla="*/ 30 h 41"/>
                  <a:gd name="T16" fmla="*/ 26 w 32"/>
                  <a:gd name="T17" fmla="*/ 27 h 41"/>
                  <a:gd name="T18" fmla="*/ 22 w 32"/>
                  <a:gd name="T19" fmla="*/ 24 h 41"/>
                  <a:gd name="T20" fmla="*/ 15 w 32"/>
                  <a:gd name="T21" fmla="*/ 22 h 41"/>
                  <a:gd name="T22" fmla="*/ 8 w 32"/>
                  <a:gd name="T23" fmla="*/ 20 h 41"/>
                  <a:gd name="T24" fmla="*/ 3 w 32"/>
                  <a:gd name="T25" fmla="*/ 16 h 41"/>
                  <a:gd name="T26" fmla="*/ 2 w 32"/>
                  <a:gd name="T27" fmla="*/ 11 h 41"/>
                  <a:gd name="T28" fmla="*/ 4 w 32"/>
                  <a:gd name="T29" fmla="*/ 6 h 41"/>
                  <a:gd name="T30" fmla="*/ 9 w 32"/>
                  <a:gd name="T31" fmla="*/ 2 h 41"/>
                  <a:gd name="T32" fmla="*/ 16 w 32"/>
                  <a:gd name="T33" fmla="*/ 0 h 41"/>
                  <a:gd name="T34" fmla="*/ 24 w 32"/>
                  <a:gd name="T35" fmla="*/ 2 h 41"/>
                  <a:gd name="T36" fmla="*/ 29 w 32"/>
                  <a:gd name="T37" fmla="*/ 6 h 41"/>
                  <a:gd name="T38" fmla="*/ 31 w 32"/>
                  <a:gd name="T39" fmla="*/ 12 h 41"/>
                  <a:gd name="T40" fmla="*/ 26 w 32"/>
                  <a:gd name="T41" fmla="*/ 13 h 41"/>
                  <a:gd name="T42" fmla="*/ 23 w 32"/>
                  <a:gd name="T43" fmla="*/ 7 h 41"/>
                  <a:gd name="T44" fmla="*/ 16 w 32"/>
                  <a:gd name="T45" fmla="*/ 5 h 41"/>
                  <a:gd name="T46" fmla="*/ 9 w 32"/>
                  <a:gd name="T47" fmla="*/ 7 h 41"/>
                  <a:gd name="T48" fmla="*/ 7 w 32"/>
                  <a:gd name="T49" fmla="*/ 11 h 41"/>
                  <a:gd name="T50" fmla="*/ 8 w 32"/>
                  <a:gd name="T51" fmla="*/ 14 h 41"/>
                  <a:gd name="T52" fmla="*/ 16 w 32"/>
                  <a:gd name="T53" fmla="*/ 17 h 41"/>
                  <a:gd name="T54" fmla="*/ 25 w 32"/>
                  <a:gd name="T55" fmla="*/ 20 h 41"/>
                  <a:gd name="T56" fmla="*/ 30 w 32"/>
                  <a:gd name="T57" fmla="*/ 24 h 41"/>
                  <a:gd name="T58" fmla="*/ 32 w 32"/>
                  <a:gd name="T59" fmla="*/ 29 h 41"/>
                  <a:gd name="T60" fmla="*/ 30 w 32"/>
                  <a:gd name="T61" fmla="*/ 35 h 41"/>
                  <a:gd name="T62" fmla="*/ 25 w 32"/>
                  <a:gd name="T63" fmla="*/ 40 h 41"/>
                  <a:gd name="T64" fmla="*/ 17 w 32"/>
                  <a:gd name="T65" fmla="*/ 41 h 41"/>
                  <a:gd name="T66" fmla="*/ 8 w 32"/>
                  <a:gd name="T67" fmla="*/ 40 h 41"/>
                  <a:gd name="T68" fmla="*/ 3 w 32"/>
                  <a:gd name="T69" fmla="*/ 35 h 41"/>
                  <a:gd name="T70" fmla="*/ 0 w 32"/>
                  <a:gd name="T71" fmla="*/ 28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2" h="41">
                    <a:moveTo>
                      <a:pt x="0" y="28"/>
                    </a:moveTo>
                    <a:cubicBezTo>
                      <a:pt x="5" y="27"/>
                      <a:pt x="5" y="27"/>
                      <a:pt x="5" y="27"/>
                    </a:cubicBezTo>
                    <a:cubicBezTo>
                      <a:pt x="6" y="29"/>
                      <a:pt x="6" y="31"/>
                      <a:pt x="7" y="32"/>
                    </a:cubicBezTo>
                    <a:cubicBezTo>
                      <a:pt x="8" y="34"/>
                      <a:pt x="9" y="35"/>
                      <a:pt x="11" y="35"/>
                    </a:cubicBezTo>
                    <a:cubicBezTo>
                      <a:pt x="13" y="36"/>
                      <a:pt x="15" y="37"/>
                      <a:pt x="17" y="37"/>
                    </a:cubicBezTo>
                    <a:cubicBezTo>
                      <a:pt x="19" y="37"/>
                      <a:pt x="21" y="36"/>
                      <a:pt x="22" y="36"/>
                    </a:cubicBezTo>
                    <a:cubicBezTo>
                      <a:pt x="24" y="35"/>
                      <a:pt x="25" y="34"/>
                      <a:pt x="26" y="33"/>
                    </a:cubicBezTo>
                    <a:cubicBezTo>
                      <a:pt x="26" y="32"/>
                      <a:pt x="27" y="31"/>
                      <a:pt x="27" y="30"/>
                    </a:cubicBezTo>
                    <a:cubicBezTo>
                      <a:pt x="27" y="29"/>
                      <a:pt x="26" y="28"/>
                      <a:pt x="26" y="27"/>
                    </a:cubicBezTo>
                    <a:cubicBezTo>
                      <a:pt x="25" y="26"/>
                      <a:pt x="24" y="25"/>
                      <a:pt x="22" y="24"/>
                    </a:cubicBezTo>
                    <a:cubicBezTo>
                      <a:pt x="21" y="24"/>
                      <a:pt x="19" y="23"/>
                      <a:pt x="15" y="22"/>
                    </a:cubicBezTo>
                    <a:cubicBezTo>
                      <a:pt x="12" y="21"/>
                      <a:pt x="9" y="21"/>
                      <a:pt x="8" y="20"/>
                    </a:cubicBezTo>
                    <a:cubicBezTo>
                      <a:pt x="6" y="19"/>
                      <a:pt x="4" y="18"/>
                      <a:pt x="3" y="16"/>
                    </a:cubicBezTo>
                    <a:cubicBezTo>
                      <a:pt x="2" y="15"/>
                      <a:pt x="2" y="13"/>
                      <a:pt x="2" y="11"/>
                    </a:cubicBezTo>
                    <a:cubicBezTo>
                      <a:pt x="2" y="9"/>
                      <a:pt x="2" y="7"/>
                      <a:pt x="4" y="6"/>
                    </a:cubicBezTo>
                    <a:cubicBezTo>
                      <a:pt x="5" y="4"/>
                      <a:pt x="6" y="3"/>
                      <a:pt x="9" y="2"/>
                    </a:cubicBezTo>
                    <a:cubicBezTo>
                      <a:pt x="11" y="1"/>
                      <a:pt x="13" y="0"/>
                      <a:pt x="16" y="0"/>
                    </a:cubicBezTo>
                    <a:cubicBezTo>
                      <a:pt x="19" y="0"/>
                      <a:pt x="21" y="1"/>
                      <a:pt x="24" y="2"/>
                    </a:cubicBezTo>
                    <a:cubicBezTo>
                      <a:pt x="26" y="3"/>
                      <a:pt x="28" y="4"/>
                      <a:pt x="29" y="6"/>
                    </a:cubicBezTo>
                    <a:cubicBezTo>
                      <a:pt x="30" y="8"/>
                      <a:pt x="31" y="10"/>
                      <a:pt x="31" y="12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5" y="10"/>
                      <a:pt x="24" y="8"/>
                      <a:pt x="23" y="7"/>
                    </a:cubicBezTo>
                    <a:cubicBezTo>
                      <a:pt x="21" y="6"/>
                      <a:pt x="19" y="5"/>
                      <a:pt x="16" y="5"/>
                    </a:cubicBezTo>
                    <a:cubicBezTo>
                      <a:pt x="13" y="5"/>
                      <a:pt x="11" y="6"/>
                      <a:pt x="9" y="7"/>
                    </a:cubicBezTo>
                    <a:cubicBezTo>
                      <a:pt x="8" y="8"/>
                      <a:pt x="7" y="9"/>
                      <a:pt x="7" y="11"/>
                    </a:cubicBezTo>
                    <a:cubicBezTo>
                      <a:pt x="7" y="12"/>
                      <a:pt x="7" y="14"/>
                      <a:pt x="8" y="14"/>
                    </a:cubicBezTo>
                    <a:cubicBezTo>
                      <a:pt x="9" y="15"/>
                      <a:pt x="12" y="16"/>
                      <a:pt x="16" y="17"/>
                    </a:cubicBezTo>
                    <a:cubicBezTo>
                      <a:pt x="21" y="18"/>
                      <a:pt x="24" y="19"/>
                      <a:pt x="25" y="20"/>
                    </a:cubicBezTo>
                    <a:cubicBezTo>
                      <a:pt x="27" y="21"/>
                      <a:pt x="29" y="22"/>
                      <a:pt x="30" y="24"/>
                    </a:cubicBezTo>
                    <a:cubicBezTo>
                      <a:pt x="31" y="25"/>
                      <a:pt x="32" y="27"/>
                      <a:pt x="32" y="29"/>
                    </a:cubicBezTo>
                    <a:cubicBezTo>
                      <a:pt x="32" y="32"/>
                      <a:pt x="31" y="34"/>
                      <a:pt x="30" y="35"/>
                    </a:cubicBezTo>
                    <a:cubicBezTo>
                      <a:pt x="29" y="37"/>
                      <a:pt x="27" y="39"/>
                      <a:pt x="25" y="40"/>
                    </a:cubicBezTo>
                    <a:cubicBezTo>
                      <a:pt x="23" y="41"/>
                      <a:pt x="20" y="41"/>
                      <a:pt x="17" y="41"/>
                    </a:cubicBezTo>
                    <a:cubicBezTo>
                      <a:pt x="14" y="41"/>
                      <a:pt x="11" y="41"/>
                      <a:pt x="8" y="40"/>
                    </a:cubicBezTo>
                    <a:cubicBezTo>
                      <a:pt x="6" y="39"/>
                      <a:pt x="4" y="37"/>
                      <a:pt x="3" y="35"/>
                    </a:cubicBezTo>
                    <a:cubicBezTo>
                      <a:pt x="1" y="33"/>
                      <a:pt x="0" y="31"/>
                      <a:pt x="0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9" name="ïşḷïḑè"/>
              <p:cNvSpPr/>
              <p:nvPr/>
            </p:nvSpPr>
            <p:spPr bwMode="auto">
              <a:xfrm>
                <a:off x="8286751" y="3700463"/>
                <a:ext cx="15875" cy="1317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0" name="ïŝľiḍê"/>
              <p:cNvSpPr/>
              <p:nvPr/>
            </p:nvSpPr>
            <p:spPr bwMode="auto">
              <a:xfrm>
                <a:off x="8464551" y="3700463"/>
                <a:ext cx="106363" cy="131763"/>
              </a:xfrm>
              <a:custGeom>
                <a:avLst/>
                <a:gdLst>
                  <a:gd name="T0" fmla="*/ 27 w 67"/>
                  <a:gd name="T1" fmla="*/ 83 h 83"/>
                  <a:gd name="T2" fmla="*/ 27 w 67"/>
                  <a:gd name="T3" fmla="*/ 10 h 83"/>
                  <a:gd name="T4" fmla="*/ 0 w 67"/>
                  <a:gd name="T5" fmla="*/ 10 h 83"/>
                  <a:gd name="T6" fmla="*/ 0 w 67"/>
                  <a:gd name="T7" fmla="*/ 0 h 83"/>
                  <a:gd name="T8" fmla="*/ 67 w 67"/>
                  <a:gd name="T9" fmla="*/ 0 h 83"/>
                  <a:gd name="T10" fmla="*/ 67 w 67"/>
                  <a:gd name="T11" fmla="*/ 10 h 83"/>
                  <a:gd name="T12" fmla="*/ 40 w 67"/>
                  <a:gd name="T13" fmla="*/ 10 h 83"/>
                  <a:gd name="T14" fmla="*/ 40 w 67"/>
                  <a:gd name="T15" fmla="*/ 83 h 83"/>
                  <a:gd name="T16" fmla="*/ 27 w 67"/>
                  <a:gd name="T17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7" h="83">
                    <a:moveTo>
                      <a:pt x="27" y="83"/>
                    </a:moveTo>
                    <a:lnTo>
                      <a:pt x="27" y="1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10"/>
                    </a:lnTo>
                    <a:lnTo>
                      <a:pt x="40" y="10"/>
                    </a:lnTo>
                    <a:lnTo>
                      <a:pt x="40" y="83"/>
                    </a:lnTo>
                    <a:lnTo>
                      <a:pt x="27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1" name="iṥḻïdê"/>
              <p:cNvSpPr/>
              <p:nvPr/>
            </p:nvSpPr>
            <p:spPr bwMode="auto">
              <a:xfrm>
                <a:off x="8715376" y="3700463"/>
                <a:ext cx="119063" cy="131763"/>
              </a:xfrm>
              <a:custGeom>
                <a:avLst/>
                <a:gdLst>
                  <a:gd name="T0" fmla="*/ 15 w 36"/>
                  <a:gd name="T1" fmla="*/ 40 h 40"/>
                  <a:gd name="T2" fmla="*/ 15 w 36"/>
                  <a:gd name="T3" fmla="*/ 23 h 40"/>
                  <a:gd name="T4" fmla="*/ 0 w 36"/>
                  <a:gd name="T5" fmla="*/ 0 h 40"/>
                  <a:gd name="T6" fmla="*/ 6 w 36"/>
                  <a:gd name="T7" fmla="*/ 0 h 40"/>
                  <a:gd name="T8" fmla="*/ 14 w 36"/>
                  <a:gd name="T9" fmla="*/ 12 h 40"/>
                  <a:gd name="T10" fmla="*/ 18 w 36"/>
                  <a:gd name="T11" fmla="*/ 19 h 40"/>
                  <a:gd name="T12" fmla="*/ 23 w 36"/>
                  <a:gd name="T13" fmla="*/ 12 h 40"/>
                  <a:gd name="T14" fmla="*/ 30 w 36"/>
                  <a:gd name="T15" fmla="*/ 0 h 40"/>
                  <a:gd name="T16" fmla="*/ 36 w 36"/>
                  <a:gd name="T17" fmla="*/ 0 h 40"/>
                  <a:gd name="T18" fmla="*/ 21 w 36"/>
                  <a:gd name="T19" fmla="*/ 23 h 40"/>
                  <a:gd name="T20" fmla="*/ 21 w 36"/>
                  <a:gd name="T21" fmla="*/ 40 h 40"/>
                  <a:gd name="T22" fmla="*/ 15 w 36"/>
                  <a:gd name="T2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6" h="40">
                    <a:moveTo>
                      <a:pt x="15" y="40"/>
                    </a:moveTo>
                    <a:cubicBezTo>
                      <a:pt x="15" y="23"/>
                      <a:pt x="15" y="23"/>
                      <a:pt x="15" y="2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6" y="14"/>
                      <a:pt x="17" y="16"/>
                      <a:pt x="18" y="19"/>
                    </a:cubicBezTo>
                    <a:cubicBezTo>
                      <a:pt x="19" y="17"/>
                      <a:pt x="21" y="14"/>
                      <a:pt x="23" y="12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40"/>
                      <a:pt x="21" y="40"/>
                      <a:pt x="21" y="40"/>
                    </a:cubicBezTo>
                    <a:lnTo>
                      <a:pt x="15" y="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2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53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0" name="图片占位符 6"/>
          <p:cNvSpPr>
            <a:spLocks noGrp="1" noChangeAspect="1"/>
          </p:cNvSpPr>
          <p:nvPr>
            <p:ph type="pic" sz="quarter" idx="10"/>
          </p:nvPr>
        </p:nvSpPr>
        <p:spPr>
          <a:xfrm>
            <a:off x="1692275" y="1541374"/>
            <a:ext cx="3238088" cy="4320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任意多边形: 形状 90"/>
          <p:cNvSpPr/>
          <p:nvPr userDrawn="1"/>
        </p:nvSpPr>
        <p:spPr bwMode="auto">
          <a:xfrm rot="5400000">
            <a:off x="93484" y="218082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/>
          </p:nvPr>
        </p:nvSpPr>
        <p:spPr>
          <a:xfrm>
            <a:off x="1091255" y="237838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3" name="文本框 92"/>
          <p:cNvSpPr txBox="1"/>
          <p:nvPr userDrawn="1"/>
        </p:nvSpPr>
        <p:spPr>
          <a:xfrm>
            <a:off x="660159" y="6392453"/>
            <a:ext cx="15692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德才兼备   知行合一</a:t>
            </a:r>
          </a:p>
        </p:txBody>
      </p:sp>
      <p:grpSp>
        <p:nvGrpSpPr>
          <p:cNvPr id="42" name="81ebc1f8-0063-4175-a0e9-d76839507c2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9669037" y="465140"/>
            <a:ext cx="1820991" cy="338052"/>
            <a:chOff x="3497261" y="2746242"/>
            <a:chExt cx="7298696" cy="1354943"/>
          </a:xfrm>
          <a:solidFill>
            <a:schemeClr val="accent1"/>
          </a:solidFill>
        </p:grpSpPr>
        <p:grpSp>
          <p:nvGrpSpPr>
            <p:cNvPr id="43" name="ïşļíḓê"/>
            <p:cNvGrpSpPr/>
            <p:nvPr/>
          </p:nvGrpSpPr>
          <p:grpSpPr>
            <a:xfrm>
              <a:off x="3497261" y="2746242"/>
              <a:ext cx="7298696" cy="1095599"/>
              <a:chOff x="4535488" y="3019425"/>
              <a:chExt cx="4378326" cy="657226"/>
            </a:xfrm>
            <a:grpFill/>
          </p:grpSpPr>
          <p:sp>
            <p:nvSpPr>
              <p:cNvPr id="62" name="îṥļiďe"/>
              <p:cNvSpPr/>
              <p:nvPr/>
            </p:nvSpPr>
            <p:spPr bwMode="auto">
              <a:xfrm>
                <a:off x="4535488" y="3192463"/>
                <a:ext cx="290513" cy="484188"/>
              </a:xfrm>
              <a:custGeom>
                <a:avLst/>
                <a:gdLst>
                  <a:gd name="T0" fmla="*/ 88 w 88"/>
                  <a:gd name="T1" fmla="*/ 31 h 146"/>
                  <a:gd name="T2" fmla="*/ 71 w 88"/>
                  <a:gd name="T3" fmla="*/ 93 h 146"/>
                  <a:gd name="T4" fmla="*/ 61 w 88"/>
                  <a:gd name="T5" fmla="*/ 100 h 146"/>
                  <a:gd name="T6" fmla="*/ 46 w 88"/>
                  <a:gd name="T7" fmla="*/ 114 h 146"/>
                  <a:gd name="T8" fmla="*/ 10 w 88"/>
                  <a:gd name="T9" fmla="*/ 128 h 146"/>
                  <a:gd name="T10" fmla="*/ 3 w 88"/>
                  <a:gd name="T11" fmla="*/ 118 h 146"/>
                  <a:gd name="T12" fmla="*/ 12 w 88"/>
                  <a:gd name="T13" fmla="*/ 113 h 146"/>
                  <a:gd name="T14" fmla="*/ 46 w 88"/>
                  <a:gd name="T15" fmla="*/ 92 h 146"/>
                  <a:gd name="T16" fmla="*/ 39 w 88"/>
                  <a:gd name="T17" fmla="*/ 67 h 146"/>
                  <a:gd name="T18" fmla="*/ 24 w 88"/>
                  <a:gd name="T19" fmla="*/ 55 h 146"/>
                  <a:gd name="T20" fmla="*/ 32 w 88"/>
                  <a:gd name="T21" fmla="*/ 51 h 146"/>
                  <a:gd name="T22" fmla="*/ 49 w 88"/>
                  <a:gd name="T23" fmla="*/ 30 h 146"/>
                  <a:gd name="T24" fmla="*/ 56 w 88"/>
                  <a:gd name="T25" fmla="*/ 7 h 146"/>
                  <a:gd name="T26" fmla="*/ 88 w 88"/>
                  <a:gd name="T27" fmla="*/ 31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146">
                    <a:moveTo>
                      <a:pt x="88" y="31"/>
                    </a:moveTo>
                    <a:cubicBezTo>
                      <a:pt x="71" y="93"/>
                      <a:pt x="71" y="93"/>
                      <a:pt x="71" y="93"/>
                    </a:cubicBezTo>
                    <a:cubicBezTo>
                      <a:pt x="71" y="93"/>
                      <a:pt x="68" y="99"/>
                      <a:pt x="61" y="100"/>
                    </a:cubicBezTo>
                    <a:cubicBezTo>
                      <a:pt x="61" y="100"/>
                      <a:pt x="48" y="106"/>
                      <a:pt x="46" y="114"/>
                    </a:cubicBezTo>
                    <a:cubicBezTo>
                      <a:pt x="46" y="114"/>
                      <a:pt x="19" y="146"/>
                      <a:pt x="10" y="128"/>
                    </a:cubicBezTo>
                    <a:cubicBezTo>
                      <a:pt x="10" y="128"/>
                      <a:pt x="9" y="118"/>
                      <a:pt x="3" y="118"/>
                    </a:cubicBezTo>
                    <a:cubicBezTo>
                      <a:pt x="3" y="118"/>
                      <a:pt x="0" y="115"/>
                      <a:pt x="12" y="113"/>
                    </a:cubicBezTo>
                    <a:cubicBezTo>
                      <a:pt x="12" y="113"/>
                      <a:pt x="32" y="116"/>
                      <a:pt x="46" y="92"/>
                    </a:cubicBezTo>
                    <a:cubicBezTo>
                      <a:pt x="46" y="92"/>
                      <a:pt x="57" y="72"/>
                      <a:pt x="39" y="67"/>
                    </a:cubicBezTo>
                    <a:cubicBezTo>
                      <a:pt x="39" y="67"/>
                      <a:pt x="22" y="66"/>
                      <a:pt x="24" y="55"/>
                    </a:cubicBezTo>
                    <a:cubicBezTo>
                      <a:pt x="24" y="55"/>
                      <a:pt x="24" y="52"/>
                      <a:pt x="32" y="51"/>
                    </a:cubicBezTo>
                    <a:cubicBezTo>
                      <a:pt x="32" y="51"/>
                      <a:pt x="59" y="46"/>
                      <a:pt x="49" y="30"/>
                    </a:cubicBezTo>
                    <a:cubicBezTo>
                      <a:pt x="49" y="30"/>
                      <a:pt x="33" y="10"/>
                      <a:pt x="56" y="7"/>
                    </a:cubicBezTo>
                    <a:cubicBezTo>
                      <a:pt x="56" y="7"/>
                      <a:pt x="85" y="0"/>
                      <a:pt x="88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3" name="íŝļíḍê"/>
              <p:cNvSpPr/>
              <p:nvPr/>
            </p:nvSpPr>
            <p:spPr bwMode="auto">
              <a:xfrm>
                <a:off x="4899026" y="3148013"/>
                <a:ext cx="214313" cy="409575"/>
              </a:xfrm>
              <a:custGeom>
                <a:avLst/>
                <a:gdLst>
                  <a:gd name="T0" fmla="*/ 24 w 65"/>
                  <a:gd name="T1" fmla="*/ 0 h 123"/>
                  <a:gd name="T2" fmla="*/ 5 w 65"/>
                  <a:gd name="T3" fmla="*/ 21 h 123"/>
                  <a:gd name="T4" fmla="*/ 8 w 65"/>
                  <a:gd name="T5" fmla="*/ 43 h 123"/>
                  <a:gd name="T6" fmla="*/ 3 w 65"/>
                  <a:gd name="T7" fmla="*/ 65 h 123"/>
                  <a:gd name="T8" fmla="*/ 2 w 65"/>
                  <a:gd name="T9" fmla="*/ 73 h 123"/>
                  <a:gd name="T10" fmla="*/ 8 w 65"/>
                  <a:gd name="T11" fmla="*/ 106 h 123"/>
                  <a:gd name="T12" fmla="*/ 42 w 65"/>
                  <a:gd name="T13" fmla="*/ 119 h 123"/>
                  <a:gd name="T14" fmla="*/ 63 w 65"/>
                  <a:gd name="T15" fmla="*/ 103 h 123"/>
                  <a:gd name="T16" fmla="*/ 48 w 65"/>
                  <a:gd name="T17" fmla="*/ 97 h 123"/>
                  <a:gd name="T18" fmla="*/ 21 w 65"/>
                  <a:gd name="T19" fmla="*/ 91 h 123"/>
                  <a:gd name="T20" fmla="*/ 25 w 65"/>
                  <a:gd name="T21" fmla="*/ 57 h 123"/>
                  <a:gd name="T22" fmla="*/ 42 w 65"/>
                  <a:gd name="T23" fmla="*/ 50 h 123"/>
                  <a:gd name="T24" fmla="*/ 58 w 65"/>
                  <a:gd name="T25" fmla="*/ 34 h 123"/>
                  <a:gd name="T26" fmla="*/ 44 w 65"/>
                  <a:gd name="T27" fmla="*/ 32 h 123"/>
                  <a:gd name="T28" fmla="*/ 28 w 65"/>
                  <a:gd name="T29" fmla="*/ 31 h 123"/>
                  <a:gd name="T30" fmla="*/ 33 w 65"/>
                  <a:gd name="T31" fmla="*/ 19 h 123"/>
                  <a:gd name="T32" fmla="*/ 24 w 65"/>
                  <a:gd name="T33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5" h="123">
                    <a:moveTo>
                      <a:pt x="24" y="0"/>
                    </a:moveTo>
                    <a:cubicBezTo>
                      <a:pt x="24" y="0"/>
                      <a:pt x="2" y="1"/>
                      <a:pt x="5" y="21"/>
                    </a:cubicBezTo>
                    <a:cubicBezTo>
                      <a:pt x="5" y="21"/>
                      <a:pt x="12" y="38"/>
                      <a:pt x="8" y="43"/>
                    </a:cubicBezTo>
                    <a:cubicBezTo>
                      <a:pt x="8" y="43"/>
                      <a:pt x="2" y="56"/>
                      <a:pt x="3" y="65"/>
                    </a:cubicBezTo>
                    <a:cubicBezTo>
                      <a:pt x="3" y="65"/>
                      <a:pt x="5" y="66"/>
                      <a:pt x="2" y="73"/>
                    </a:cubicBezTo>
                    <a:cubicBezTo>
                      <a:pt x="2" y="73"/>
                      <a:pt x="0" y="100"/>
                      <a:pt x="8" y="106"/>
                    </a:cubicBezTo>
                    <a:cubicBezTo>
                      <a:pt x="8" y="106"/>
                      <a:pt x="17" y="117"/>
                      <a:pt x="42" y="119"/>
                    </a:cubicBezTo>
                    <a:cubicBezTo>
                      <a:pt x="42" y="119"/>
                      <a:pt x="65" y="123"/>
                      <a:pt x="63" y="103"/>
                    </a:cubicBezTo>
                    <a:cubicBezTo>
                      <a:pt x="63" y="103"/>
                      <a:pt x="58" y="95"/>
                      <a:pt x="48" y="97"/>
                    </a:cubicBezTo>
                    <a:cubicBezTo>
                      <a:pt x="48" y="97"/>
                      <a:pt x="21" y="107"/>
                      <a:pt x="21" y="91"/>
                    </a:cubicBezTo>
                    <a:cubicBezTo>
                      <a:pt x="21" y="91"/>
                      <a:pt x="18" y="70"/>
                      <a:pt x="25" y="57"/>
                    </a:cubicBezTo>
                    <a:cubicBezTo>
                      <a:pt x="25" y="57"/>
                      <a:pt x="28" y="50"/>
                      <a:pt x="42" y="50"/>
                    </a:cubicBezTo>
                    <a:cubicBezTo>
                      <a:pt x="42" y="50"/>
                      <a:pt x="62" y="50"/>
                      <a:pt x="58" y="34"/>
                    </a:cubicBezTo>
                    <a:cubicBezTo>
                      <a:pt x="58" y="34"/>
                      <a:pt x="55" y="27"/>
                      <a:pt x="44" y="32"/>
                    </a:cubicBezTo>
                    <a:cubicBezTo>
                      <a:pt x="44" y="32"/>
                      <a:pt x="31" y="42"/>
                      <a:pt x="28" y="31"/>
                    </a:cubicBezTo>
                    <a:cubicBezTo>
                      <a:pt x="28" y="31"/>
                      <a:pt x="27" y="24"/>
                      <a:pt x="33" y="19"/>
                    </a:cubicBezTo>
                    <a:cubicBezTo>
                      <a:pt x="33" y="19"/>
                      <a:pt x="46" y="4"/>
                      <a:pt x="2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4" name="íşḷiḋe"/>
              <p:cNvSpPr/>
              <p:nvPr/>
            </p:nvSpPr>
            <p:spPr bwMode="auto">
              <a:xfrm>
                <a:off x="5218113" y="3122613"/>
                <a:ext cx="406400" cy="222250"/>
              </a:xfrm>
              <a:custGeom>
                <a:avLst/>
                <a:gdLst>
                  <a:gd name="T0" fmla="*/ 43 w 123"/>
                  <a:gd name="T1" fmla="*/ 10 h 67"/>
                  <a:gd name="T2" fmla="*/ 43 w 123"/>
                  <a:gd name="T3" fmla="*/ 19 h 67"/>
                  <a:gd name="T4" fmla="*/ 53 w 123"/>
                  <a:gd name="T5" fmla="*/ 30 h 67"/>
                  <a:gd name="T6" fmla="*/ 39 w 123"/>
                  <a:gd name="T7" fmla="*/ 37 h 67"/>
                  <a:gd name="T8" fmla="*/ 39 w 123"/>
                  <a:gd name="T9" fmla="*/ 37 h 67"/>
                  <a:gd name="T10" fmla="*/ 15 w 123"/>
                  <a:gd name="T11" fmla="*/ 43 h 67"/>
                  <a:gd name="T12" fmla="*/ 0 w 123"/>
                  <a:gd name="T13" fmla="*/ 52 h 67"/>
                  <a:gd name="T14" fmla="*/ 15 w 123"/>
                  <a:gd name="T15" fmla="*/ 62 h 67"/>
                  <a:gd name="T16" fmla="*/ 29 w 123"/>
                  <a:gd name="T17" fmla="*/ 52 h 67"/>
                  <a:gd name="T18" fmla="*/ 44 w 123"/>
                  <a:gd name="T19" fmla="*/ 46 h 67"/>
                  <a:gd name="T20" fmla="*/ 112 w 123"/>
                  <a:gd name="T21" fmla="*/ 36 h 67"/>
                  <a:gd name="T22" fmla="*/ 123 w 123"/>
                  <a:gd name="T23" fmla="*/ 31 h 67"/>
                  <a:gd name="T24" fmla="*/ 116 w 123"/>
                  <a:gd name="T25" fmla="*/ 25 h 67"/>
                  <a:gd name="T26" fmla="*/ 84 w 123"/>
                  <a:gd name="T27" fmla="*/ 25 h 67"/>
                  <a:gd name="T28" fmla="*/ 80 w 123"/>
                  <a:gd name="T29" fmla="*/ 19 h 67"/>
                  <a:gd name="T30" fmla="*/ 72 w 123"/>
                  <a:gd name="T31" fmla="*/ 5 h 67"/>
                  <a:gd name="T32" fmla="*/ 67 w 123"/>
                  <a:gd name="T33" fmla="*/ 5 h 67"/>
                  <a:gd name="T34" fmla="*/ 59 w 123"/>
                  <a:gd name="T35" fmla="*/ 3 h 67"/>
                  <a:gd name="T36" fmla="*/ 43 w 123"/>
                  <a:gd name="T37" fmla="*/ 1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3" h="67">
                    <a:moveTo>
                      <a:pt x="43" y="10"/>
                    </a:moveTo>
                    <a:cubicBezTo>
                      <a:pt x="43" y="10"/>
                      <a:pt x="35" y="13"/>
                      <a:pt x="43" y="19"/>
                    </a:cubicBezTo>
                    <a:cubicBezTo>
                      <a:pt x="43" y="19"/>
                      <a:pt x="57" y="23"/>
                      <a:pt x="53" y="30"/>
                    </a:cubicBezTo>
                    <a:cubicBezTo>
                      <a:pt x="53" y="30"/>
                      <a:pt x="50" y="34"/>
                      <a:pt x="39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27" y="40"/>
                      <a:pt x="15" y="43"/>
                      <a:pt x="15" y="43"/>
                    </a:cubicBezTo>
                    <a:cubicBezTo>
                      <a:pt x="15" y="43"/>
                      <a:pt x="4" y="38"/>
                      <a:pt x="0" y="52"/>
                    </a:cubicBezTo>
                    <a:cubicBezTo>
                      <a:pt x="0" y="52"/>
                      <a:pt x="1" y="67"/>
                      <a:pt x="15" y="62"/>
                    </a:cubicBezTo>
                    <a:cubicBezTo>
                      <a:pt x="15" y="62"/>
                      <a:pt x="17" y="52"/>
                      <a:pt x="29" y="52"/>
                    </a:cubicBezTo>
                    <a:cubicBezTo>
                      <a:pt x="29" y="52"/>
                      <a:pt x="36" y="53"/>
                      <a:pt x="44" y="46"/>
                    </a:cubicBezTo>
                    <a:cubicBezTo>
                      <a:pt x="44" y="46"/>
                      <a:pt x="72" y="32"/>
                      <a:pt x="112" y="36"/>
                    </a:cubicBezTo>
                    <a:cubicBezTo>
                      <a:pt x="112" y="36"/>
                      <a:pt x="122" y="39"/>
                      <a:pt x="123" y="31"/>
                    </a:cubicBezTo>
                    <a:cubicBezTo>
                      <a:pt x="123" y="31"/>
                      <a:pt x="123" y="26"/>
                      <a:pt x="116" y="25"/>
                    </a:cubicBezTo>
                    <a:cubicBezTo>
                      <a:pt x="84" y="25"/>
                      <a:pt x="84" y="25"/>
                      <a:pt x="84" y="25"/>
                    </a:cubicBezTo>
                    <a:cubicBezTo>
                      <a:pt x="84" y="25"/>
                      <a:pt x="77" y="25"/>
                      <a:pt x="80" y="19"/>
                    </a:cubicBezTo>
                    <a:cubicBezTo>
                      <a:pt x="80" y="19"/>
                      <a:pt x="85" y="9"/>
                      <a:pt x="72" y="5"/>
                    </a:cubicBezTo>
                    <a:cubicBezTo>
                      <a:pt x="72" y="5"/>
                      <a:pt x="70" y="4"/>
                      <a:pt x="67" y="5"/>
                    </a:cubicBezTo>
                    <a:cubicBezTo>
                      <a:pt x="67" y="5"/>
                      <a:pt x="61" y="6"/>
                      <a:pt x="59" y="3"/>
                    </a:cubicBezTo>
                    <a:cubicBezTo>
                      <a:pt x="59" y="3"/>
                      <a:pt x="56" y="0"/>
                      <a:pt x="4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5" name="iṩ1îdê"/>
              <p:cNvSpPr/>
              <p:nvPr/>
            </p:nvSpPr>
            <p:spPr bwMode="auto">
              <a:xfrm>
                <a:off x="5316538" y="3297238"/>
                <a:ext cx="271463" cy="333375"/>
              </a:xfrm>
              <a:custGeom>
                <a:avLst/>
                <a:gdLst>
                  <a:gd name="T0" fmla="*/ 5 w 82"/>
                  <a:gd name="T1" fmla="*/ 17 h 100"/>
                  <a:gd name="T2" fmla="*/ 8 w 82"/>
                  <a:gd name="T3" fmla="*/ 49 h 100"/>
                  <a:gd name="T4" fmla="*/ 20 w 82"/>
                  <a:gd name="T5" fmla="*/ 54 h 100"/>
                  <a:gd name="T6" fmla="*/ 27 w 82"/>
                  <a:gd name="T7" fmla="*/ 69 h 100"/>
                  <a:gd name="T8" fmla="*/ 27 w 82"/>
                  <a:gd name="T9" fmla="*/ 75 h 100"/>
                  <a:gd name="T10" fmla="*/ 14 w 82"/>
                  <a:gd name="T11" fmla="*/ 77 h 100"/>
                  <a:gd name="T12" fmla="*/ 14 w 82"/>
                  <a:gd name="T13" fmla="*/ 81 h 100"/>
                  <a:gd name="T14" fmla="*/ 27 w 82"/>
                  <a:gd name="T15" fmla="*/ 94 h 100"/>
                  <a:gd name="T16" fmla="*/ 27 w 82"/>
                  <a:gd name="T17" fmla="*/ 99 h 100"/>
                  <a:gd name="T18" fmla="*/ 43 w 82"/>
                  <a:gd name="T19" fmla="*/ 88 h 100"/>
                  <a:gd name="T20" fmla="*/ 42 w 82"/>
                  <a:gd name="T21" fmla="*/ 46 h 100"/>
                  <a:gd name="T22" fmla="*/ 52 w 82"/>
                  <a:gd name="T23" fmla="*/ 27 h 100"/>
                  <a:gd name="T24" fmla="*/ 73 w 82"/>
                  <a:gd name="T25" fmla="*/ 12 h 100"/>
                  <a:gd name="T26" fmla="*/ 67 w 82"/>
                  <a:gd name="T27" fmla="*/ 0 h 100"/>
                  <a:gd name="T28" fmla="*/ 23 w 82"/>
                  <a:gd name="T29" fmla="*/ 9 h 100"/>
                  <a:gd name="T30" fmla="*/ 13 w 82"/>
                  <a:gd name="T31" fmla="*/ 14 h 100"/>
                  <a:gd name="T32" fmla="*/ 5 w 82"/>
                  <a:gd name="T33" fmla="*/ 17 h 100"/>
                  <a:gd name="T34" fmla="*/ 35 w 82"/>
                  <a:gd name="T35" fmla="*/ 19 h 100"/>
                  <a:gd name="T36" fmla="*/ 36 w 82"/>
                  <a:gd name="T37" fmla="*/ 20 h 100"/>
                  <a:gd name="T38" fmla="*/ 24 w 82"/>
                  <a:gd name="T39" fmla="*/ 37 h 100"/>
                  <a:gd name="T40" fmla="*/ 19 w 82"/>
                  <a:gd name="T41" fmla="*/ 25 h 100"/>
                  <a:gd name="T42" fmla="*/ 35 w 82"/>
                  <a:gd name="T43" fmla="*/ 1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2" h="100">
                    <a:moveTo>
                      <a:pt x="5" y="17"/>
                    </a:moveTo>
                    <a:cubicBezTo>
                      <a:pt x="5" y="17"/>
                      <a:pt x="0" y="35"/>
                      <a:pt x="8" y="49"/>
                    </a:cubicBezTo>
                    <a:cubicBezTo>
                      <a:pt x="8" y="49"/>
                      <a:pt x="12" y="53"/>
                      <a:pt x="20" y="54"/>
                    </a:cubicBezTo>
                    <a:cubicBezTo>
                      <a:pt x="20" y="54"/>
                      <a:pt x="26" y="52"/>
                      <a:pt x="27" y="69"/>
                    </a:cubicBezTo>
                    <a:cubicBezTo>
                      <a:pt x="27" y="75"/>
                      <a:pt x="27" y="75"/>
                      <a:pt x="27" y="75"/>
                    </a:cubicBezTo>
                    <a:cubicBezTo>
                      <a:pt x="27" y="75"/>
                      <a:pt x="29" y="89"/>
                      <a:pt x="14" y="77"/>
                    </a:cubicBezTo>
                    <a:cubicBezTo>
                      <a:pt x="14" y="77"/>
                      <a:pt x="11" y="76"/>
                      <a:pt x="14" y="81"/>
                    </a:cubicBezTo>
                    <a:cubicBezTo>
                      <a:pt x="27" y="94"/>
                      <a:pt x="27" y="94"/>
                      <a:pt x="27" y="94"/>
                    </a:cubicBezTo>
                    <a:cubicBezTo>
                      <a:pt x="27" y="94"/>
                      <a:pt x="29" y="97"/>
                      <a:pt x="27" y="99"/>
                    </a:cubicBezTo>
                    <a:cubicBezTo>
                      <a:pt x="27" y="99"/>
                      <a:pt x="39" y="100"/>
                      <a:pt x="43" y="88"/>
                    </a:cubicBezTo>
                    <a:cubicBezTo>
                      <a:pt x="43" y="88"/>
                      <a:pt x="47" y="65"/>
                      <a:pt x="42" y="46"/>
                    </a:cubicBezTo>
                    <a:cubicBezTo>
                      <a:pt x="42" y="46"/>
                      <a:pt x="56" y="41"/>
                      <a:pt x="52" y="27"/>
                    </a:cubicBezTo>
                    <a:cubicBezTo>
                      <a:pt x="52" y="27"/>
                      <a:pt x="71" y="13"/>
                      <a:pt x="73" y="12"/>
                    </a:cubicBezTo>
                    <a:cubicBezTo>
                      <a:pt x="73" y="12"/>
                      <a:pt x="82" y="1"/>
                      <a:pt x="67" y="0"/>
                    </a:cubicBezTo>
                    <a:cubicBezTo>
                      <a:pt x="67" y="0"/>
                      <a:pt x="42" y="0"/>
                      <a:pt x="23" y="9"/>
                    </a:cubicBezTo>
                    <a:cubicBezTo>
                      <a:pt x="23" y="9"/>
                      <a:pt x="16" y="14"/>
                      <a:pt x="13" y="14"/>
                    </a:cubicBezTo>
                    <a:cubicBezTo>
                      <a:pt x="13" y="14"/>
                      <a:pt x="6" y="15"/>
                      <a:pt x="5" y="17"/>
                    </a:cubicBezTo>
                    <a:close/>
                    <a:moveTo>
                      <a:pt x="35" y="19"/>
                    </a:moveTo>
                    <a:cubicBezTo>
                      <a:pt x="36" y="20"/>
                      <a:pt x="36" y="20"/>
                      <a:pt x="36" y="20"/>
                    </a:cubicBezTo>
                    <a:cubicBezTo>
                      <a:pt x="43" y="26"/>
                      <a:pt x="24" y="37"/>
                      <a:pt x="24" y="37"/>
                    </a:cubicBezTo>
                    <a:cubicBezTo>
                      <a:pt x="18" y="35"/>
                      <a:pt x="19" y="25"/>
                      <a:pt x="19" y="25"/>
                    </a:cubicBezTo>
                    <a:cubicBezTo>
                      <a:pt x="20" y="18"/>
                      <a:pt x="35" y="19"/>
                      <a:pt x="35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6" name="isļïḍe"/>
              <p:cNvSpPr/>
              <p:nvPr/>
            </p:nvSpPr>
            <p:spPr bwMode="auto">
              <a:xfrm>
                <a:off x="5227638" y="3540125"/>
                <a:ext cx="85725" cy="103188"/>
              </a:xfrm>
              <a:custGeom>
                <a:avLst/>
                <a:gdLst>
                  <a:gd name="T0" fmla="*/ 4 w 26"/>
                  <a:gd name="T1" fmla="*/ 5 h 31"/>
                  <a:gd name="T2" fmla="*/ 2 w 26"/>
                  <a:gd name="T3" fmla="*/ 23 h 31"/>
                  <a:gd name="T4" fmla="*/ 11 w 26"/>
                  <a:gd name="T5" fmla="*/ 28 h 31"/>
                  <a:gd name="T6" fmla="*/ 17 w 26"/>
                  <a:gd name="T7" fmla="*/ 19 h 31"/>
                  <a:gd name="T8" fmla="*/ 25 w 26"/>
                  <a:gd name="T9" fmla="*/ 9 h 31"/>
                  <a:gd name="T10" fmla="*/ 23 w 26"/>
                  <a:gd name="T11" fmla="*/ 7 h 31"/>
                  <a:gd name="T12" fmla="*/ 12 w 26"/>
                  <a:gd name="T13" fmla="*/ 3 h 31"/>
                  <a:gd name="T14" fmla="*/ 4 w 26"/>
                  <a:gd name="T15" fmla="*/ 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31">
                    <a:moveTo>
                      <a:pt x="4" y="5"/>
                    </a:moveTo>
                    <a:cubicBezTo>
                      <a:pt x="4" y="5"/>
                      <a:pt x="0" y="15"/>
                      <a:pt x="2" y="23"/>
                    </a:cubicBezTo>
                    <a:cubicBezTo>
                      <a:pt x="2" y="23"/>
                      <a:pt x="4" y="31"/>
                      <a:pt x="11" y="28"/>
                    </a:cubicBezTo>
                    <a:cubicBezTo>
                      <a:pt x="11" y="28"/>
                      <a:pt x="14" y="26"/>
                      <a:pt x="17" y="19"/>
                    </a:cubicBezTo>
                    <a:cubicBezTo>
                      <a:pt x="17" y="19"/>
                      <a:pt x="20" y="10"/>
                      <a:pt x="25" y="9"/>
                    </a:cubicBezTo>
                    <a:cubicBezTo>
                      <a:pt x="25" y="9"/>
                      <a:pt x="26" y="6"/>
                      <a:pt x="23" y="7"/>
                    </a:cubicBezTo>
                    <a:cubicBezTo>
                      <a:pt x="23" y="7"/>
                      <a:pt x="16" y="8"/>
                      <a:pt x="12" y="3"/>
                    </a:cubicBezTo>
                    <a:cubicBezTo>
                      <a:pt x="12" y="3"/>
                      <a:pt x="6" y="0"/>
                      <a:pt x="4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7" name="íṣḷíḋê"/>
              <p:cNvSpPr/>
              <p:nvPr/>
            </p:nvSpPr>
            <p:spPr bwMode="auto">
              <a:xfrm>
                <a:off x="5502276" y="3421063"/>
                <a:ext cx="134938" cy="158750"/>
              </a:xfrm>
              <a:custGeom>
                <a:avLst/>
                <a:gdLst>
                  <a:gd name="T0" fmla="*/ 0 w 41"/>
                  <a:gd name="T1" fmla="*/ 18 h 48"/>
                  <a:gd name="T2" fmla="*/ 35 w 41"/>
                  <a:gd name="T3" fmla="*/ 19 h 48"/>
                  <a:gd name="T4" fmla="*/ 29 w 41"/>
                  <a:gd name="T5" fmla="*/ 41 h 48"/>
                  <a:gd name="T6" fmla="*/ 14 w 41"/>
                  <a:gd name="T7" fmla="*/ 37 h 48"/>
                  <a:gd name="T8" fmla="*/ 0 w 41"/>
                  <a:gd name="T9" fmla="*/ 1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48">
                    <a:moveTo>
                      <a:pt x="0" y="18"/>
                    </a:moveTo>
                    <a:cubicBezTo>
                      <a:pt x="0" y="18"/>
                      <a:pt x="14" y="0"/>
                      <a:pt x="35" y="19"/>
                    </a:cubicBezTo>
                    <a:cubicBezTo>
                      <a:pt x="35" y="19"/>
                      <a:pt x="41" y="28"/>
                      <a:pt x="29" y="41"/>
                    </a:cubicBezTo>
                    <a:cubicBezTo>
                      <a:pt x="29" y="41"/>
                      <a:pt x="21" y="48"/>
                      <a:pt x="14" y="37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8" name="iṧľïdé"/>
              <p:cNvSpPr/>
              <p:nvPr/>
            </p:nvSpPr>
            <p:spPr bwMode="auto">
              <a:xfrm>
                <a:off x="5707063" y="3151188"/>
                <a:ext cx="257175" cy="455613"/>
              </a:xfrm>
              <a:custGeom>
                <a:avLst/>
                <a:gdLst>
                  <a:gd name="T0" fmla="*/ 48 w 78"/>
                  <a:gd name="T1" fmla="*/ 1 h 137"/>
                  <a:gd name="T2" fmla="*/ 40 w 78"/>
                  <a:gd name="T3" fmla="*/ 15 h 137"/>
                  <a:gd name="T4" fmla="*/ 34 w 78"/>
                  <a:gd name="T5" fmla="*/ 27 h 137"/>
                  <a:gd name="T6" fmla="*/ 26 w 78"/>
                  <a:gd name="T7" fmla="*/ 38 h 137"/>
                  <a:gd name="T8" fmla="*/ 33 w 78"/>
                  <a:gd name="T9" fmla="*/ 64 h 137"/>
                  <a:gd name="T10" fmla="*/ 31 w 78"/>
                  <a:gd name="T11" fmla="*/ 81 h 137"/>
                  <a:gd name="T12" fmla="*/ 20 w 78"/>
                  <a:gd name="T13" fmla="*/ 87 h 137"/>
                  <a:gd name="T14" fmla="*/ 2 w 78"/>
                  <a:gd name="T15" fmla="*/ 102 h 137"/>
                  <a:gd name="T16" fmla="*/ 9 w 78"/>
                  <a:gd name="T17" fmla="*/ 109 h 137"/>
                  <a:gd name="T18" fmla="*/ 19 w 78"/>
                  <a:gd name="T19" fmla="*/ 102 h 137"/>
                  <a:gd name="T20" fmla="*/ 27 w 78"/>
                  <a:gd name="T21" fmla="*/ 107 h 137"/>
                  <a:gd name="T22" fmla="*/ 32 w 78"/>
                  <a:gd name="T23" fmla="*/ 129 h 137"/>
                  <a:gd name="T24" fmla="*/ 35 w 78"/>
                  <a:gd name="T25" fmla="*/ 123 h 137"/>
                  <a:gd name="T26" fmla="*/ 41 w 78"/>
                  <a:gd name="T27" fmla="*/ 100 h 137"/>
                  <a:gd name="T28" fmla="*/ 55 w 78"/>
                  <a:gd name="T29" fmla="*/ 88 h 137"/>
                  <a:gd name="T30" fmla="*/ 60 w 78"/>
                  <a:gd name="T31" fmla="*/ 88 h 137"/>
                  <a:gd name="T32" fmla="*/ 60 w 78"/>
                  <a:gd name="T33" fmla="*/ 105 h 137"/>
                  <a:gd name="T34" fmla="*/ 57 w 78"/>
                  <a:gd name="T35" fmla="*/ 109 h 137"/>
                  <a:gd name="T36" fmla="*/ 53 w 78"/>
                  <a:gd name="T37" fmla="*/ 102 h 137"/>
                  <a:gd name="T38" fmla="*/ 49 w 78"/>
                  <a:gd name="T39" fmla="*/ 107 h 137"/>
                  <a:gd name="T40" fmla="*/ 53 w 78"/>
                  <a:gd name="T41" fmla="*/ 114 h 137"/>
                  <a:gd name="T42" fmla="*/ 55 w 78"/>
                  <a:gd name="T43" fmla="*/ 126 h 137"/>
                  <a:gd name="T44" fmla="*/ 64 w 78"/>
                  <a:gd name="T45" fmla="*/ 135 h 137"/>
                  <a:gd name="T46" fmla="*/ 71 w 78"/>
                  <a:gd name="T47" fmla="*/ 122 h 137"/>
                  <a:gd name="T48" fmla="*/ 70 w 78"/>
                  <a:gd name="T49" fmla="*/ 98 h 137"/>
                  <a:gd name="T50" fmla="*/ 71 w 78"/>
                  <a:gd name="T51" fmla="*/ 84 h 137"/>
                  <a:gd name="T52" fmla="*/ 70 w 78"/>
                  <a:gd name="T53" fmla="*/ 70 h 137"/>
                  <a:gd name="T54" fmla="*/ 72 w 78"/>
                  <a:gd name="T55" fmla="*/ 55 h 137"/>
                  <a:gd name="T56" fmla="*/ 59 w 78"/>
                  <a:gd name="T57" fmla="*/ 30 h 137"/>
                  <a:gd name="T58" fmla="*/ 42 w 78"/>
                  <a:gd name="T59" fmla="*/ 48 h 137"/>
                  <a:gd name="T60" fmla="*/ 37 w 78"/>
                  <a:gd name="T61" fmla="*/ 39 h 137"/>
                  <a:gd name="T62" fmla="*/ 39 w 78"/>
                  <a:gd name="T63" fmla="*/ 30 h 137"/>
                  <a:gd name="T64" fmla="*/ 72 w 78"/>
                  <a:gd name="T65" fmla="*/ 8 h 137"/>
                  <a:gd name="T66" fmla="*/ 63 w 78"/>
                  <a:gd name="T67" fmla="*/ 1 h 137"/>
                  <a:gd name="T68" fmla="*/ 48 w 78"/>
                  <a:gd name="T69" fmla="*/ 1 h 137"/>
                  <a:gd name="T70" fmla="*/ 60 w 78"/>
                  <a:gd name="T71" fmla="*/ 64 h 137"/>
                  <a:gd name="T72" fmla="*/ 54 w 78"/>
                  <a:gd name="T73" fmla="*/ 62 h 137"/>
                  <a:gd name="T74" fmla="*/ 47 w 78"/>
                  <a:gd name="T75" fmla="*/ 65 h 137"/>
                  <a:gd name="T76" fmla="*/ 43 w 78"/>
                  <a:gd name="T77" fmla="*/ 72 h 137"/>
                  <a:gd name="T78" fmla="*/ 53 w 78"/>
                  <a:gd name="T79" fmla="*/ 45 h 137"/>
                  <a:gd name="T80" fmla="*/ 60 w 78"/>
                  <a:gd name="T81" fmla="*/ 6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37">
                    <a:moveTo>
                      <a:pt x="48" y="1"/>
                    </a:moveTo>
                    <a:cubicBezTo>
                      <a:pt x="48" y="1"/>
                      <a:pt x="41" y="1"/>
                      <a:pt x="40" y="15"/>
                    </a:cubicBezTo>
                    <a:cubicBezTo>
                      <a:pt x="40" y="15"/>
                      <a:pt x="39" y="25"/>
                      <a:pt x="34" y="27"/>
                    </a:cubicBezTo>
                    <a:cubicBezTo>
                      <a:pt x="34" y="27"/>
                      <a:pt x="21" y="29"/>
                      <a:pt x="26" y="38"/>
                    </a:cubicBezTo>
                    <a:cubicBezTo>
                      <a:pt x="26" y="38"/>
                      <a:pt x="37" y="50"/>
                      <a:pt x="33" y="64"/>
                    </a:cubicBezTo>
                    <a:cubicBezTo>
                      <a:pt x="33" y="64"/>
                      <a:pt x="30" y="71"/>
                      <a:pt x="31" y="81"/>
                    </a:cubicBezTo>
                    <a:cubicBezTo>
                      <a:pt x="31" y="81"/>
                      <a:pt x="34" y="87"/>
                      <a:pt x="20" y="87"/>
                    </a:cubicBezTo>
                    <a:cubicBezTo>
                      <a:pt x="20" y="87"/>
                      <a:pt x="6" y="84"/>
                      <a:pt x="2" y="102"/>
                    </a:cubicBezTo>
                    <a:cubicBezTo>
                      <a:pt x="2" y="102"/>
                      <a:pt x="0" y="110"/>
                      <a:pt x="9" y="109"/>
                    </a:cubicBezTo>
                    <a:cubicBezTo>
                      <a:pt x="9" y="109"/>
                      <a:pt x="17" y="106"/>
                      <a:pt x="19" y="102"/>
                    </a:cubicBezTo>
                    <a:cubicBezTo>
                      <a:pt x="19" y="102"/>
                      <a:pt x="26" y="98"/>
                      <a:pt x="27" y="107"/>
                    </a:cubicBezTo>
                    <a:cubicBezTo>
                      <a:pt x="27" y="107"/>
                      <a:pt x="23" y="123"/>
                      <a:pt x="32" y="129"/>
                    </a:cubicBezTo>
                    <a:cubicBezTo>
                      <a:pt x="32" y="129"/>
                      <a:pt x="34" y="129"/>
                      <a:pt x="35" y="123"/>
                    </a:cubicBezTo>
                    <a:cubicBezTo>
                      <a:pt x="41" y="100"/>
                      <a:pt x="41" y="100"/>
                      <a:pt x="41" y="100"/>
                    </a:cubicBezTo>
                    <a:cubicBezTo>
                      <a:pt x="41" y="100"/>
                      <a:pt x="53" y="92"/>
                      <a:pt x="55" y="88"/>
                    </a:cubicBezTo>
                    <a:cubicBezTo>
                      <a:pt x="55" y="88"/>
                      <a:pt x="59" y="84"/>
                      <a:pt x="60" y="88"/>
                    </a:cubicBezTo>
                    <a:cubicBezTo>
                      <a:pt x="60" y="105"/>
                      <a:pt x="60" y="105"/>
                      <a:pt x="60" y="105"/>
                    </a:cubicBezTo>
                    <a:cubicBezTo>
                      <a:pt x="60" y="105"/>
                      <a:pt x="60" y="111"/>
                      <a:pt x="57" y="109"/>
                    </a:cubicBezTo>
                    <a:cubicBezTo>
                      <a:pt x="53" y="102"/>
                      <a:pt x="53" y="102"/>
                      <a:pt x="53" y="102"/>
                    </a:cubicBezTo>
                    <a:cubicBezTo>
                      <a:pt x="53" y="102"/>
                      <a:pt x="49" y="98"/>
                      <a:pt x="49" y="107"/>
                    </a:cubicBezTo>
                    <a:cubicBezTo>
                      <a:pt x="49" y="107"/>
                      <a:pt x="51" y="113"/>
                      <a:pt x="53" y="114"/>
                    </a:cubicBezTo>
                    <a:cubicBezTo>
                      <a:pt x="53" y="114"/>
                      <a:pt x="56" y="122"/>
                      <a:pt x="55" y="126"/>
                    </a:cubicBezTo>
                    <a:cubicBezTo>
                      <a:pt x="55" y="126"/>
                      <a:pt x="56" y="137"/>
                      <a:pt x="64" y="135"/>
                    </a:cubicBezTo>
                    <a:cubicBezTo>
                      <a:pt x="64" y="135"/>
                      <a:pt x="71" y="132"/>
                      <a:pt x="71" y="122"/>
                    </a:cubicBezTo>
                    <a:cubicBezTo>
                      <a:pt x="71" y="122"/>
                      <a:pt x="72" y="101"/>
                      <a:pt x="70" y="98"/>
                    </a:cubicBezTo>
                    <a:cubicBezTo>
                      <a:pt x="70" y="98"/>
                      <a:pt x="69" y="89"/>
                      <a:pt x="71" y="84"/>
                    </a:cubicBezTo>
                    <a:cubicBezTo>
                      <a:pt x="71" y="84"/>
                      <a:pt x="73" y="73"/>
                      <a:pt x="70" y="70"/>
                    </a:cubicBezTo>
                    <a:cubicBezTo>
                      <a:pt x="70" y="70"/>
                      <a:pt x="70" y="63"/>
                      <a:pt x="72" y="55"/>
                    </a:cubicBezTo>
                    <a:cubicBezTo>
                      <a:pt x="72" y="55"/>
                      <a:pt x="78" y="34"/>
                      <a:pt x="59" y="30"/>
                    </a:cubicBezTo>
                    <a:cubicBezTo>
                      <a:pt x="59" y="30"/>
                      <a:pt x="48" y="30"/>
                      <a:pt x="42" y="4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0" y="32"/>
                      <a:pt x="39" y="30"/>
                    </a:cubicBezTo>
                    <a:cubicBezTo>
                      <a:pt x="39" y="30"/>
                      <a:pt x="76" y="28"/>
                      <a:pt x="72" y="8"/>
                    </a:cubicBezTo>
                    <a:cubicBezTo>
                      <a:pt x="72" y="8"/>
                      <a:pt x="70" y="0"/>
                      <a:pt x="63" y="1"/>
                    </a:cubicBezTo>
                    <a:cubicBezTo>
                      <a:pt x="63" y="1"/>
                      <a:pt x="51" y="5"/>
                      <a:pt x="48" y="1"/>
                    </a:cubicBezTo>
                    <a:close/>
                    <a:moveTo>
                      <a:pt x="60" y="64"/>
                    </a:moveTo>
                    <a:cubicBezTo>
                      <a:pt x="60" y="68"/>
                      <a:pt x="54" y="62"/>
                      <a:pt x="54" y="62"/>
                    </a:cubicBezTo>
                    <a:cubicBezTo>
                      <a:pt x="47" y="53"/>
                      <a:pt x="47" y="65"/>
                      <a:pt x="47" y="65"/>
                    </a:cubicBezTo>
                    <a:cubicBezTo>
                      <a:pt x="46" y="71"/>
                      <a:pt x="43" y="72"/>
                      <a:pt x="43" y="72"/>
                    </a:cubicBezTo>
                    <a:cubicBezTo>
                      <a:pt x="42" y="43"/>
                      <a:pt x="53" y="45"/>
                      <a:pt x="53" y="45"/>
                    </a:cubicBezTo>
                    <a:cubicBezTo>
                      <a:pt x="57" y="46"/>
                      <a:pt x="60" y="64"/>
                      <a:pt x="60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9" name="ïṡḷïḓé"/>
              <p:cNvSpPr/>
              <p:nvPr/>
            </p:nvSpPr>
            <p:spPr bwMode="auto">
              <a:xfrm>
                <a:off x="5973763" y="3162300"/>
                <a:ext cx="238125" cy="171450"/>
              </a:xfrm>
              <a:custGeom>
                <a:avLst/>
                <a:gdLst>
                  <a:gd name="T0" fmla="*/ 13 w 72"/>
                  <a:gd name="T1" fmla="*/ 18 h 52"/>
                  <a:gd name="T2" fmla="*/ 31 w 72"/>
                  <a:gd name="T3" fmla="*/ 5 h 52"/>
                  <a:gd name="T4" fmla="*/ 53 w 72"/>
                  <a:gd name="T5" fmla="*/ 13 h 52"/>
                  <a:gd name="T6" fmla="*/ 48 w 72"/>
                  <a:gd name="T7" fmla="*/ 22 h 52"/>
                  <a:gd name="T8" fmla="*/ 50 w 72"/>
                  <a:gd name="T9" fmla="*/ 27 h 52"/>
                  <a:gd name="T10" fmla="*/ 67 w 72"/>
                  <a:gd name="T11" fmla="*/ 23 h 52"/>
                  <a:gd name="T12" fmla="*/ 68 w 72"/>
                  <a:gd name="T13" fmla="*/ 28 h 52"/>
                  <a:gd name="T14" fmla="*/ 43 w 72"/>
                  <a:gd name="T15" fmla="*/ 35 h 52"/>
                  <a:gd name="T16" fmla="*/ 29 w 72"/>
                  <a:gd name="T17" fmla="*/ 39 h 52"/>
                  <a:gd name="T18" fmla="*/ 5 w 72"/>
                  <a:gd name="T19" fmla="*/ 49 h 52"/>
                  <a:gd name="T20" fmla="*/ 8 w 72"/>
                  <a:gd name="T21" fmla="*/ 40 h 52"/>
                  <a:gd name="T22" fmla="*/ 25 w 72"/>
                  <a:gd name="T23" fmla="*/ 29 h 52"/>
                  <a:gd name="T24" fmla="*/ 17 w 72"/>
                  <a:gd name="T25" fmla="*/ 22 h 52"/>
                  <a:gd name="T26" fmla="*/ 13 w 72"/>
                  <a:gd name="T27" fmla="*/ 1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52">
                    <a:moveTo>
                      <a:pt x="13" y="18"/>
                    </a:moveTo>
                    <a:cubicBezTo>
                      <a:pt x="13" y="18"/>
                      <a:pt x="19" y="6"/>
                      <a:pt x="31" y="5"/>
                    </a:cubicBezTo>
                    <a:cubicBezTo>
                      <a:pt x="31" y="5"/>
                      <a:pt x="48" y="0"/>
                      <a:pt x="53" y="13"/>
                    </a:cubicBezTo>
                    <a:cubicBezTo>
                      <a:pt x="53" y="13"/>
                      <a:pt x="54" y="18"/>
                      <a:pt x="48" y="22"/>
                    </a:cubicBezTo>
                    <a:cubicBezTo>
                      <a:pt x="48" y="22"/>
                      <a:pt x="43" y="28"/>
                      <a:pt x="50" y="27"/>
                    </a:cubicBezTo>
                    <a:cubicBezTo>
                      <a:pt x="50" y="27"/>
                      <a:pt x="60" y="28"/>
                      <a:pt x="67" y="23"/>
                    </a:cubicBezTo>
                    <a:cubicBezTo>
                      <a:pt x="67" y="23"/>
                      <a:pt x="72" y="23"/>
                      <a:pt x="68" y="28"/>
                    </a:cubicBezTo>
                    <a:cubicBezTo>
                      <a:pt x="68" y="28"/>
                      <a:pt x="60" y="38"/>
                      <a:pt x="43" y="35"/>
                    </a:cubicBezTo>
                    <a:cubicBezTo>
                      <a:pt x="43" y="35"/>
                      <a:pt x="37" y="31"/>
                      <a:pt x="29" y="39"/>
                    </a:cubicBezTo>
                    <a:cubicBezTo>
                      <a:pt x="29" y="39"/>
                      <a:pt x="12" y="52"/>
                      <a:pt x="5" y="49"/>
                    </a:cubicBezTo>
                    <a:cubicBezTo>
                      <a:pt x="5" y="49"/>
                      <a:pt x="0" y="42"/>
                      <a:pt x="8" y="40"/>
                    </a:cubicBezTo>
                    <a:cubicBezTo>
                      <a:pt x="8" y="40"/>
                      <a:pt x="25" y="38"/>
                      <a:pt x="25" y="29"/>
                    </a:cubicBezTo>
                    <a:cubicBezTo>
                      <a:pt x="25" y="29"/>
                      <a:pt x="23" y="24"/>
                      <a:pt x="17" y="22"/>
                    </a:cubicBezTo>
                    <a:lnTo>
                      <a:pt x="13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87" name="îṥ1ïḋè"/>
              <p:cNvSpPr/>
              <p:nvPr/>
            </p:nvSpPr>
            <p:spPr bwMode="auto">
              <a:xfrm>
                <a:off x="5954713" y="3290888"/>
                <a:ext cx="328613" cy="279400"/>
              </a:xfrm>
              <a:custGeom>
                <a:avLst/>
                <a:gdLst>
                  <a:gd name="T0" fmla="*/ 21 w 100"/>
                  <a:gd name="T1" fmla="*/ 22 h 84"/>
                  <a:gd name="T2" fmla="*/ 45 w 100"/>
                  <a:gd name="T3" fmla="*/ 10 h 84"/>
                  <a:gd name="T4" fmla="*/ 60 w 100"/>
                  <a:gd name="T5" fmla="*/ 12 h 84"/>
                  <a:gd name="T6" fmla="*/ 55 w 100"/>
                  <a:gd name="T7" fmla="*/ 20 h 84"/>
                  <a:gd name="T8" fmla="*/ 56 w 100"/>
                  <a:gd name="T9" fmla="*/ 54 h 84"/>
                  <a:gd name="T10" fmla="*/ 81 w 100"/>
                  <a:gd name="T11" fmla="*/ 58 h 84"/>
                  <a:gd name="T12" fmla="*/ 83 w 100"/>
                  <a:gd name="T13" fmla="*/ 43 h 84"/>
                  <a:gd name="T14" fmla="*/ 91 w 100"/>
                  <a:gd name="T15" fmla="*/ 60 h 84"/>
                  <a:gd name="T16" fmla="*/ 85 w 100"/>
                  <a:gd name="T17" fmla="*/ 83 h 84"/>
                  <a:gd name="T18" fmla="*/ 75 w 100"/>
                  <a:gd name="T19" fmla="*/ 84 h 84"/>
                  <a:gd name="T20" fmla="*/ 42 w 100"/>
                  <a:gd name="T21" fmla="*/ 55 h 84"/>
                  <a:gd name="T22" fmla="*/ 40 w 100"/>
                  <a:gd name="T23" fmla="*/ 38 h 84"/>
                  <a:gd name="T24" fmla="*/ 33 w 100"/>
                  <a:gd name="T25" fmla="*/ 29 h 84"/>
                  <a:gd name="T26" fmla="*/ 28 w 100"/>
                  <a:gd name="T27" fmla="*/ 38 h 84"/>
                  <a:gd name="T28" fmla="*/ 6 w 100"/>
                  <a:gd name="T29" fmla="*/ 78 h 84"/>
                  <a:gd name="T30" fmla="*/ 3 w 100"/>
                  <a:gd name="T31" fmla="*/ 71 h 84"/>
                  <a:gd name="T32" fmla="*/ 7 w 100"/>
                  <a:gd name="T33" fmla="*/ 59 h 84"/>
                  <a:gd name="T34" fmla="*/ 10 w 100"/>
                  <a:gd name="T35" fmla="*/ 51 h 84"/>
                  <a:gd name="T36" fmla="*/ 21 w 100"/>
                  <a:gd name="T37" fmla="*/ 2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84">
                    <a:moveTo>
                      <a:pt x="21" y="22"/>
                    </a:moveTo>
                    <a:cubicBezTo>
                      <a:pt x="21" y="22"/>
                      <a:pt x="40" y="19"/>
                      <a:pt x="45" y="10"/>
                    </a:cubicBezTo>
                    <a:cubicBezTo>
                      <a:pt x="45" y="10"/>
                      <a:pt x="54" y="0"/>
                      <a:pt x="60" y="12"/>
                    </a:cubicBezTo>
                    <a:cubicBezTo>
                      <a:pt x="60" y="12"/>
                      <a:pt x="62" y="14"/>
                      <a:pt x="55" y="20"/>
                    </a:cubicBezTo>
                    <a:cubicBezTo>
                      <a:pt x="55" y="20"/>
                      <a:pt x="45" y="40"/>
                      <a:pt x="56" y="54"/>
                    </a:cubicBezTo>
                    <a:cubicBezTo>
                      <a:pt x="56" y="54"/>
                      <a:pt x="76" y="77"/>
                      <a:pt x="81" y="58"/>
                    </a:cubicBezTo>
                    <a:cubicBezTo>
                      <a:pt x="83" y="43"/>
                      <a:pt x="83" y="43"/>
                      <a:pt x="83" y="43"/>
                    </a:cubicBezTo>
                    <a:cubicBezTo>
                      <a:pt x="83" y="43"/>
                      <a:pt x="86" y="43"/>
                      <a:pt x="91" y="60"/>
                    </a:cubicBezTo>
                    <a:cubicBezTo>
                      <a:pt x="91" y="60"/>
                      <a:pt x="100" y="82"/>
                      <a:pt x="85" y="83"/>
                    </a:cubicBezTo>
                    <a:cubicBezTo>
                      <a:pt x="85" y="83"/>
                      <a:pt x="80" y="81"/>
                      <a:pt x="75" y="84"/>
                    </a:cubicBezTo>
                    <a:cubicBezTo>
                      <a:pt x="75" y="84"/>
                      <a:pt x="46" y="79"/>
                      <a:pt x="42" y="55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8"/>
                      <a:pt x="42" y="28"/>
                      <a:pt x="33" y="29"/>
                    </a:cubicBezTo>
                    <a:cubicBezTo>
                      <a:pt x="33" y="29"/>
                      <a:pt x="28" y="31"/>
                      <a:pt x="28" y="38"/>
                    </a:cubicBezTo>
                    <a:cubicBezTo>
                      <a:pt x="28" y="38"/>
                      <a:pt x="21" y="75"/>
                      <a:pt x="6" y="78"/>
                    </a:cubicBezTo>
                    <a:cubicBezTo>
                      <a:pt x="6" y="78"/>
                      <a:pt x="0" y="76"/>
                      <a:pt x="3" y="71"/>
                    </a:cubicBezTo>
                    <a:cubicBezTo>
                      <a:pt x="3" y="71"/>
                      <a:pt x="7" y="66"/>
                      <a:pt x="7" y="59"/>
                    </a:cubicBezTo>
                    <a:cubicBezTo>
                      <a:pt x="7" y="59"/>
                      <a:pt x="7" y="55"/>
                      <a:pt x="10" y="51"/>
                    </a:cubicBezTo>
                    <a:cubicBezTo>
                      <a:pt x="10" y="51"/>
                      <a:pt x="23" y="29"/>
                      <a:pt x="21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88" name="ïsľîdé"/>
              <p:cNvSpPr/>
              <p:nvPr/>
            </p:nvSpPr>
            <p:spPr bwMode="auto">
              <a:xfrm>
                <a:off x="6310313" y="3105150"/>
                <a:ext cx="471488" cy="511175"/>
              </a:xfrm>
              <a:custGeom>
                <a:avLst/>
                <a:gdLst>
                  <a:gd name="T0" fmla="*/ 38 w 143"/>
                  <a:gd name="T1" fmla="*/ 18 h 154"/>
                  <a:gd name="T2" fmla="*/ 51 w 143"/>
                  <a:gd name="T3" fmla="*/ 9 h 154"/>
                  <a:gd name="T4" fmla="*/ 78 w 143"/>
                  <a:gd name="T5" fmla="*/ 11 h 154"/>
                  <a:gd name="T6" fmla="*/ 83 w 143"/>
                  <a:gd name="T7" fmla="*/ 26 h 154"/>
                  <a:gd name="T8" fmla="*/ 82 w 143"/>
                  <a:gd name="T9" fmla="*/ 33 h 154"/>
                  <a:gd name="T10" fmla="*/ 115 w 143"/>
                  <a:gd name="T11" fmla="*/ 23 h 154"/>
                  <a:gd name="T12" fmla="*/ 124 w 143"/>
                  <a:gd name="T13" fmla="*/ 25 h 154"/>
                  <a:gd name="T14" fmla="*/ 132 w 143"/>
                  <a:gd name="T15" fmla="*/ 44 h 154"/>
                  <a:gd name="T16" fmla="*/ 122 w 143"/>
                  <a:gd name="T17" fmla="*/ 46 h 154"/>
                  <a:gd name="T18" fmla="*/ 98 w 143"/>
                  <a:gd name="T19" fmla="*/ 51 h 154"/>
                  <a:gd name="T20" fmla="*/ 97 w 143"/>
                  <a:gd name="T21" fmla="*/ 57 h 154"/>
                  <a:gd name="T22" fmla="*/ 94 w 143"/>
                  <a:gd name="T23" fmla="*/ 66 h 154"/>
                  <a:gd name="T24" fmla="*/ 76 w 143"/>
                  <a:gd name="T25" fmla="*/ 78 h 154"/>
                  <a:gd name="T26" fmla="*/ 71 w 143"/>
                  <a:gd name="T27" fmla="*/ 84 h 154"/>
                  <a:gd name="T28" fmla="*/ 71 w 143"/>
                  <a:gd name="T29" fmla="*/ 89 h 154"/>
                  <a:gd name="T30" fmla="*/ 86 w 143"/>
                  <a:gd name="T31" fmla="*/ 83 h 154"/>
                  <a:gd name="T32" fmla="*/ 92 w 143"/>
                  <a:gd name="T33" fmla="*/ 92 h 154"/>
                  <a:gd name="T34" fmla="*/ 79 w 143"/>
                  <a:gd name="T35" fmla="*/ 103 h 154"/>
                  <a:gd name="T36" fmla="*/ 77 w 143"/>
                  <a:gd name="T37" fmla="*/ 110 h 154"/>
                  <a:gd name="T38" fmla="*/ 80 w 143"/>
                  <a:gd name="T39" fmla="*/ 117 h 154"/>
                  <a:gd name="T40" fmla="*/ 105 w 143"/>
                  <a:gd name="T41" fmla="*/ 110 h 154"/>
                  <a:gd name="T42" fmla="*/ 113 w 143"/>
                  <a:gd name="T43" fmla="*/ 112 h 154"/>
                  <a:gd name="T44" fmla="*/ 119 w 143"/>
                  <a:gd name="T45" fmla="*/ 125 h 154"/>
                  <a:gd name="T46" fmla="*/ 105 w 143"/>
                  <a:gd name="T47" fmla="*/ 130 h 154"/>
                  <a:gd name="T48" fmla="*/ 41 w 143"/>
                  <a:gd name="T49" fmla="*/ 148 h 154"/>
                  <a:gd name="T50" fmla="*/ 28 w 143"/>
                  <a:gd name="T51" fmla="*/ 145 h 154"/>
                  <a:gd name="T52" fmla="*/ 36 w 143"/>
                  <a:gd name="T53" fmla="*/ 131 h 154"/>
                  <a:gd name="T54" fmla="*/ 61 w 143"/>
                  <a:gd name="T55" fmla="*/ 118 h 154"/>
                  <a:gd name="T56" fmla="*/ 56 w 143"/>
                  <a:gd name="T57" fmla="*/ 113 h 154"/>
                  <a:gd name="T58" fmla="*/ 48 w 143"/>
                  <a:gd name="T59" fmla="*/ 98 h 154"/>
                  <a:gd name="T60" fmla="*/ 75 w 143"/>
                  <a:gd name="T61" fmla="*/ 67 h 154"/>
                  <a:gd name="T62" fmla="*/ 83 w 143"/>
                  <a:gd name="T63" fmla="*/ 50 h 154"/>
                  <a:gd name="T64" fmla="*/ 100 w 143"/>
                  <a:gd name="T65" fmla="*/ 42 h 154"/>
                  <a:gd name="T66" fmla="*/ 93 w 143"/>
                  <a:gd name="T67" fmla="*/ 38 h 154"/>
                  <a:gd name="T68" fmla="*/ 58 w 143"/>
                  <a:gd name="T69" fmla="*/ 54 h 154"/>
                  <a:gd name="T70" fmla="*/ 40 w 143"/>
                  <a:gd name="T71" fmla="*/ 62 h 154"/>
                  <a:gd name="T72" fmla="*/ 30 w 143"/>
                  <a:gd name="T73" fmla="*/ 70 h 154"/>
                  <a:gd name="T74" fmla="*/ 11 w 143"/>
                  <a:gd name="T75" fmla="*/ 77 h 154"/>
                  <a:gd name="T76" fmla="*/ 8 w 143"/>
                  <a:gd name="T77" fmla="*/ 55 h 154"/>
                  <a:gd name="T78" fmla="*/ 27 w 143"/>
                  <a:gd name="T79" fmla="*/ 36 h 154"/>
                  <a:gd name="T80" fmla="*/ 32 w 143"/>
                  <a:gd name="T81" fmla="*/ 42 h 154"/>
                  <a:gd name="T82" fmla="*/ 35 w 143"/>
                  <a:gd name="T83" fmla="*/ 49 h 154"/>
                  <a:gd name="T84" fmla="*/ 60 w 143"/>
                  <a:gd name="T85" fmla="*/ 39 h 154"/>
                  <a:gd name="T86" fmla="*/ 53 w 143"/>
                  <a:gd name="T87" fmla="*/ 31 h 154"/>
                  <a:gd name="T88" fmla="*/ 53 w 143"/>
                  <a:gd name="T89" fmla="*/ 31 h 154"/>
                  <a:gd name="T90" fmla="*/ 38 w 143"/>
                  <a:gd name="T91" fmla="*/ 18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43" h="154">
                    <a:moveTo>
                      <a:pt x="38" y="18"/>
                    </a:moveTo>
                    <a:cubicBezTo>
                      <a:pt x="38" y="18"/>
                      <a:pt x="42" y="10"/>
                      <a:pt x="51" y="9"/>
                    </a:cubicBezTo>
                    <a:cubicBezTo>
                      <a:pt x="51" y="9"/>
                      <a:pt x="68" y="0"/>
                      <a:pt x="78" y="11"/>
                    </a:cubicBezTo>
                    <a:cubicBezTo>
                      <a:pt x="78" y="11"/>
                      <a:pt x="87" y="19"/>
                      <a:pt x="83" y="26"/>
                    </a:cubicBezTo>
                    <a:cubicBezTo>
                      <a:pt x="83" y="26"/>
                      <a:pt x="77" y="29"/>
                      <a:pt x="82" y="33"/>
                    </a:cubicBezTo>
                    <a:cubicBezTo>
                      <a:pt x="115" y="23"/>
                      <a:pt x="115" y="23"/>
                      <a:pt x="115" y="23"/>
                    </a:cubicBezTo>
                    <a:cubicBezTo>
                      <a:pt x="115" y="23"/>
                      <a:pt x="119" y="21"/>
                      <a:pt x="124" y="25"/>
                    </a:cubicBezTo>
                    <a:cubicBezTo>
                      <a:pt x="124" y="25"/>
                      <a:pt x="143" y="36"/>
                      <a:pt x="132" y="44"/>
                    </a:cubicBezTo>
                    <a:cubicBezTo>
                      <a:pt x="132" y="44"/>
                      <a:pt x="126" y="47"/>
                      <a:pt x="122" y="46"/>
                    </a:cubicBezTo>
                    <a:cubicBezTo>
                      <a:pt x="98" y="51"/>
                      <a:pt x="98" y="51"/>
                      <a:pt x="98" y="51"/>
                    </a:cubicBezTo>
                    <a:cubicBezTo>
                      <a:pt x="98" y="51"/>
                      <a:pt x="94" y="53"/>
                      <a:pt x="97" y="57"/>
                    </a:cubicBezTo>
                    <a:cubicBezTo>
                      <a:pt x="97" y="57"/>
                      <a:pt x="99" y="63"/>
                      <a:pt x="94" y="66"/>
                    </a:cubicBezTo>
                    <a:cubicBezTo>
                      <a:pt x="94" y="66"/>
                      <a:pt x="76" y="75"/>
                      <a:pt x="76" y="78"/>
                    </a:cubicBezTo>
                    <a:cubicBezTo>
                      <a:pt x="71" y="84"/>
                      <a:pt x="71" y="84"/>
                      <a:pt x="71" y="84"/>
                    </a:cubicBezTo>
                    <a:cubicBezTo>
                      <a:pt x="71" y="84"/>
                      <a:pt x="65" y="87"/>
                      <a:pt x="71" y="89"/>
                    </a:cubicBezTo>
                    <a:cubicBezTo>
                      <a:pt x="86" y="83"/>
                      <a:pt x="86" y="83"/>
                      <a:pt x="86" y="83"/>
                    </a:cubicBezTo>
                    <a:cubicBezTo>
                      <a:pt x="86" y="83"/>
                      <a:pt x="94" y="81"/>
                      <a:pt x="92" y="92"/>
                    </a:cubicBezTo>
                    <a:cubicBezTo>
                      <a:pt x="92" y="92"/>
                      <a:pt x="86" y="101"/>
                      <a:pt x="79" y="103"/>
                    </a:cubicBezTo>
                    <a:cubicBezTo>
                      <a:pt x="79" y="103"/>
                      <a:pt x="79" y="107"/>
                      <a:pt x="77" y="110"/>
                    </a:cubicBezTo>
                    <a:cubicBezTo>
                      <a:pt x="77" y="110"/>
                      <a:pt x="77" y="116"/>
                      <a:pt x="80" y="117"/>
                    </a:cubicBezTo>
                    <a:cubicBezTo>
                      <a:pt x="105" y="110"/>
                      <a:pt x="105" y="110"/>
                      <a:pt x="105" y="110"/>
                    </a:cubicBezTo>
                    <a:cubicBezTo>
                      <a:pt x="105" y="110"/>
                      <a:pt x="110" y="109"/>
                      <a:pt x="113" y="112"/>
                    </a:cubicBezTo>
                    <a:cubicBezTo>
                      <a:pt x="113" y="112"/>
                      <a:pt x="121" y="117"/>
                      <a:pt x="119" y="125"/>
                    </a:cubicBezTo>
                    <a:cubicBezTo>
                      <a:pt x="119" y="125"/>
                      <a:pt x="114" y="132"/>
                      <a:pt x="105" y="130"/>
                    </a:cubicBezTo>
                    <a:cubicBezTo>
                      <a:pt x="105" y="130"/>
                      <a:pt x="64" y="132"/>
                      <a:pt x="41" y="148"/>
                    </a:cubicBezTo>
                    <a:cubicBezTo>
                      <a:pt x="41" y="148"/>
                      <a:pt x="33" y="154"/>
                      <a:pt x="28" y="145"/>
                    </a:cubicBezTo>
                    <a:cubicBezTo>
                      <a:pt x="28" y="145"/>
                      <a:pt x="26" y="133"/>
                      <a:pt x="36" y="131"/>
                    </a:cubicBezTo>
                    <a:cubicBezTo>
                      <a:pt x="36" y="131"/>
                      <a:pt x="69" y="129"/>
                      <a:pt x="61" y="118"/>
                    </a:cubicBezTo>
                    <a:cubicBezTo>
                      <a:pt x="56" y="113"/>
                      <a:pt x="56" y="113"/>
                      <a:pt x="56" y="113"/>
                    </a:cubicBezTo>
                    <a:cubicBezTo>
                      <a:pt x="56" y="113"/>
                      <a:pt x="44" y="105"/>
                      <a:pt x="48" y="98"/>
                    </a:cubicBezTo>
                    <a:cubicBezTo>
                      <a:pt x="48" y="98"/>
                      <a:pt x="73" y="86"/>
                      <a:pt x="75" y="67"/>
                    </a:cubicBezTo>
                    <a:cubicBezTo>
                      <a:pt x="75" y="67"/>
                      <a:pt x="73" y="52"/>
                      <a:pt x="83" y="50"/>
                    </a:cubicBezTo>
                    <a:cubicBezTo>
                      <a:pt x="83" y="50"/>
                      <a:pt x="95" y="52"/>
                      <a:pt x="100" y="42"/>
                    </a:cubicBezTo>
                    <a:cubicBezTo>
                      <a:pt x="100" y="42"/>
                      <a:pt x="104" y="31"/>
                      <a:pt x="93" y="38"/>
                    </a:cubicBezTo>
                    <a:cubicBezTo>
                      <a:pt x="93" y="38"/>
                      <a:pt x="66" y="46"/>
                      <a:pt x="58" y="54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35" y="62"/>
                      <a:pt x="30" y="70"/>
                    </a:cubicBezTo>
                    <a:cubicBezTo>
                      <a:pt x="30" y="70"/>
                      <a:pt x="21" y="86"/>
                      <a:pt x="11" y="77"/>
                    </a:cubicBezTo>
                    <a:cubicBezTo>
                      <a:pt x="11" y="77"/>
                      <a:pt x="0" y="69"/>
                      <a:pt x="8" y="55"/>
                    </a:cubicBezTo>
                    <a:cubicBezTo>
                      <a:pt x="8" y="55"/>
                      <a:pt x="15" y="42"/>
                      <a:pt x="27" y="36"/>
                    </a:cubicBezTo>
                    <a:cubicBezTo>
                      <a:pt x="27" y="36"/>
                      <a:pt x="33" y="38"/>
                      <a:pt x="32" y="42"/>
                    </a:cubicBezTo>
                    <a:cubicBezTo>
                      <a:pt x="32" y="42"/>
                      <a:pt x="29" y="50"/>
                      <a:pt x="35" y="49"/>
                    </a:cubicBezTo>
                    <a:cubicBezTo>
                      <a:pt x="35" y="49"/>
                      <a:pt x="52" y="51"/>
                      <a:pt x="60" y="39"/>
                    </a:cubicBezTo>
                    <a:cubicBezTo>
                      <a:pt x="60" y="39"/>
                      <a:pt x="58" y="33"/>
                      <a:pt x="53" y="31"/>
                    </a:cubicBezTo>
                    <a:cubicBezTo>
                      <a:pt x="53" y="31"/>
                      <a:pt x="53" y="31"/>
                      <a:pt x="53" y="31"/>
                    </a:cubicBezTo>
                    <a:cubicBezTo>
                      <a:pt x="48" y="28"/>
                      <a:pt x="41" y="18"/>
                      <a:pt x="38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89" name="íṩlíďê"/>
              <p:cNvSpPr/>
              <p:nvPr/>
            </p:nvSpPr>
            <p:spPr bwMode="auto">
              <a:xfrm>
                <a:off x="6448426" y="3314700"/>
                <a:ext cx="79375" cy="88900"/>
              </a:xfrm>
              <a:custGeom>
                <a:avLst/>
                <a:gdLst>
                  <a:gd name="T0" fmla="*/ 23 w 24"/>
                  <a:gd name="T1" fmla="*/ 3 h 27"/>
                  <a:gd name="T2" fmla="*/ 18 w 24"/>
                  <a:gd name="T3" fmla="*/ 13 h 27"/>
                  <a:gd name="T4" fmla="*/ 5 w 24"/>
                  <a:gd name="T5" fmla="*/ 16 h 27"/>
                  <a:gd name="T6" fmla="*/ 3 w 24"/>
                  <a:gd name="T7" fmla="*/ 3 h 27"/>
                  <a:gd name="T8" fmla="*/ 7 w 24"/>
                  <a:gd name="T9" fmla="*/ 3 h 27"/>
                  <a:gd name="T10" fmla="*/ 20 w 24"/>
                  <a:gd name="T11" fmla="*/ 1 h 27"/>
                  <a:gd name="T12" fmla="*/ 23 w 24"/>
                  <a:gd name="T13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27">
                    <a:moveTo>
                      <a:pt x="23" y="3"/>
                    </a:moveTo>
                    <a:cubicBezTo>
                      <a:pt x="23" y="3"/>
                      <a:pt x="20" y="11"/>
                      <a:pt x="18" y="13"/>
                    </a:cubicBezTo>
                    <a:cubicBezTo>
                      <a:pt x="18" y="13"/>
                      <a:pt x="11" y="27"/>
                      <a:pt x="5" y="16"/>
                    </a:cubicBezTo>
                    <a:cubicBezTo>
                      <a:pt x="5" y="16"/>
                      <a:pt x="0" y="13"/>
                      <a:pt x="3" y="3"/>
                    </a:cubicBezTo>
                    <a:cubicBezTo>
                      <a:pt x="3" y="3"/>
                      <a:pt x="6" y="0"/>
                      <a:pt x="7" y="3"/>
                    </a:cubicBezTo>
                    <a:cubicBezTo>
                      <a:pt x="7" y="3"/>
                      <a:pt x="13" y="8"/>
                      <a:pt x="20" y="1"/>
                    </a:cubicBezTo>
                    <a:cubicBezTo>
                      <a:pt x="20" y="1"/>
                      <a:pt x="24" y="0"/>
                      <a:pt x="23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4" name="işḷïďè"/>
              <p:cNvSpPr/>
              <p:nvPr/>
            </p:nvSpPr>
            <p:spPr bwMode="auto">
              <a:xfrm>
                <a:off x="6448426" y="3314700"/>
                <a:ext cx="79375" cy="88900"/>
              </a:xfrm>
              <a:custGeom>
                <a:avLst/>
                <a:gdLst>
                  <a:gd name="T0" fmla="*/ 23 w 24"/>
                  <a:gd name="T1" fmla="*/ 3 h 27"/>
                  <a:gd name="T2" fmla="*/ 18 w 24"/>
                  <a:gd name="T3" fmla="*/ 13 h 27"/>
                  <a:gd name="T4" fmla="*/ 5 w 24"/>
                  <a:gd name="T5" fmla="*/ 16 h 27"/>
                  <a:gd name="T6" fmla="*/ 3 w 24"/>
                  <a:gd name="T7" fmla="*/ 3 h 27"/>
                  <a:gd name="T8" fmla="*/ 7 w 24"/>
                  <a:gd name="T9" fmla="*/ 3 h 27"/>
                  <a:gd name="T10" fmla="*/ 20 w 24"/>
                  <a:gd name="T11" fmla="*/ 1 h 27"/>
                  <a:gd name="T12" fmla="*/ 23 w 24"/>
                  <a:gd name="T13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27">
                    <a:moveTo>
                      <a:pt x="23" y="3"/>
                    </a:moveTo>
                    <a:cubicBezTo>
                      <a:pt x="23" y="3"/>
                      <a:pt x="20" y="11"/>
                      <a:pt x="18" y="13"/>
                    </a:cubicBezTo>
                    <a:cubicBezTo>
                      <a:pt x="18" y="13"/>
                      <a:pt x="11" y="27"/>
                      <a:pt x="5" y="16"/>
                    </a:cubicBezTo>
                    <a:cubicBezTo>
                      <a:pt x="5" y="16"/>
                      <a:pt x="0" y="13"/>
                      <a:pt x="3" y="3"/>
                    </a:cubicBezTo>
                    <a:cubicBezTo>
                      <a:pt x="3" y="3"/>
                      <a:pt x="6" y="0"/>
                      <a:pt x="7" y="3"/>
                    </a:cubicBezTo>
                    <a:cubicBezTo>
                      <a:pt x="7" y="3"/>
                      <a:pt x="13" y="8"/>
                      <a:pt x="20" y="1"/>
                    </a:cubicBezTo>
                    <a:cubicBezTo>
                      <a:pt x="20" y="1"/>
                      <a:pt x="24" y="0"/>
                      <a:pt x="23" y="3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5" name="îṡlíḑê"/>
              <p:cNvSpPr/>
              <p:nvPr/>
            </p:nvSpPr>
            <p:spPr bwMode="auto">
              <a:xfrm>
                <a:off x="6904038" y="3122613"/>
                <a:ext cx="138113" cy="125413"/>
              </a:xfrm>
              <a:custGeom>
                <a:avLst/>
                <a:gdLst>
                  <a:gd name="T0" fmla="*/ 22 w 42"/>
                  <a:gd name="T1" fmla="*/ 3 h 38"/>
                  <a:gd name="T2" fmla="*/ 9 w 42"/>
                  <a:gd name="T3" fmla="*/ 16 h 38"/>
                  <a:gd name="T4" fmla="*/ 4 w 42"/>
                  <a:gd name="T5" fmla="*/ 27 h 38"/>
                  <a:gd name="T6" fmla="*/ 4 w 42"/>
                  <a:gd name="T7" fmla="*/ 38 h 38"/>
                  <a:gd name="T8" fmla="*/ 16 w 42"/>
                  <a:gd name="T9" fmla="*/ 24 h 38"/>
                  <a:gd name="T10" fmla="*/ 28 w 42"/>
                  <a:gd name="T11" fmla="*/ 23 h 38"/>
                  <a:gd name="T12" fmla="*/ 41 w 42"/>
                  <a:gd name="T13" fmla="*/ 10 h 38"/>
                  <a:gd name="T14" fmla="*/ 22 w 42"/>
                  <a:gd name="T15" fmla="*/ 3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" h="38">
                    <a:moveTo>
                      <a:pt x="22" y="3"/>
                    </a:moveTo>
                    <a:cubicBezTo>
                      <a:pt x="22" y="3"/>
                      <a:pt x="13" y="2"/>
                      <a:pt x="9" y="16"/>
                    </a:cubicBezTo>
                    <a:cubicBezTo>
                      <a:pt x="9" y="16"/>
                      <a:pt x="11" y="24"/>
                      <a:pt x="4" y="27"/>
                    </a:cubicBezTo>
                    <a:cubicBezTo>
                      <a:pt x="4" y="27"/>
                      <a:pt x="0" y="32"/>
                      <a:pt x="4" y="38"/>
                    </a:cubicBezTo>
                    <a:cubicBezTo>
                      <a:pt x="4" y="38"/>
                      <a:pt x="8" y="33"/>
                      <a:pt x="16" y="24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42" y="26"/>
                      <a:pt x="41" y="10"/>
                    </a:cubicBezTo>
                    <a:cubicBezTo>
                      <a:pt x="41" y="10"/>
                      <a:pt x="38" y="0"/>
                      <a:pt x="2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6" name="iṡľïḍê"/>
              <p:cNvSpPr/>
              <p:nvPr/>
            </p:nvSpPr>
            <p:spPr bwMode="auto">
              <a:xfrm>
                <a:off x="6815138" y="3228975"/>
                <a:ext cx="227013" cy="377825"/>
              </a:xfrm>
              <a:custGeom>
                <a:avLst/>
                <a:gdLst>
                  <a:gd name="T0" fmla="*/ 35 w 69"/>
                  <a:gd name="T1" fmla="*/ 11 h 114"/>
                  <a:gd name="T2" fmla="*/ 30 w 69"/>
                  <a:gd name="T3" fmla="*/ 23 h 114"/>
                  <a:gd name="T4" fmla="*/ 30 w 69"/>
                  <a:gd name="T5" fmla="*/ 48 h 114"/>
                  <a:gd name="T6" fmla="*/ 19 w 69"/>
                  <a:gd name="T7" fmla="*/ 56 h 114"/>
                  <a:gd name="T8" fmla="*/ 11 w 69"/>
                  <a:gd name="T9" fmla="*/ 54 h 114"/>
                  <a:gd name="T10" fmla="*/ 4 w 69"/>
                  <a:gd name="T11" fmla="*/ 64 h 114"/>
                  <a:gd name="T12" fmla="*/ 10 w 69"/>
                  <a:gd name="T13" fmla="*/ 76 h 114"/>
                  <a:gd name="T14" fmla="*/ 22 w 69"/>
                  <a:gd name="T15" fmla="*/ 76 h 114"/>
                  <a:gd name="T16" fmla="*/ 18 w 69"/>
                  <a:gd name="T17" fmla="*/ 84 h 114"/>
                  <a:gd name="T18" fmla="*/ 17 w 69"/>
                  <a:gd name="T19" fmla="*/ 100 h 114"/>
                  <a:gd name="T20" fmla="*/ 25 w 69"/>
                  <a:gd name="T21" fmla="*/ 87 h 114"/>
                  <a:gd name="T22" fmla="*/ 36 w 69"/>
                  <a:gd name="T23" fmla="*/ 69 h 114"/>
                  <a:gd name="T24" fmla="*/ 54 w 69"/>
                  <a:gd name="T25" fmla="*/ 68 h 114"/>
                  <a:gd name="T26" fmla="*/ 52 w 69"/>
                  <a:gd name="T27" fmla="*/ 84 h 114"/>
                  <a:gd name="T28" fmla="*/ 49 w 69"/>
                  <a:gd name="T29" fmla="*/ 77 h 114"/>
                  <a:gd name="T30" fmla="*/ 43 w 69"/>
                  <a:gd name="T31" fmla="*/ 82 h 114"/>
                  <a:gd name="T32" fmla="*/ 62 w 69"/>
                  <a:gd name="T33" fmla="*/ 104 h 114"/>
                  <a:gd name="T34" fmla="*/ 61 w 69"/>
                  <a:gd name="T35" fmla="*/ 58 h 114"/>
                  <a:gd name="T36" fmla="*/ 64 w 69"/>
                  <a:gd name="T37" fmla="*/ 51 h 114"/>
                  <a:gd name="T38" fmla="*/ 63 w 69"/>
                  <a:gd name="T39" fmla="*/ 43 h 114"/>
                  <a:gd name="T40" fmla="*/ 60 w 69"/>
                  <a:gd name="T41" fmla="*/ 36 h 114"/>
                  <a:gd name="T42" fmla="*/ 63 w 69"/>
                  <a:gd name="T43" fmla="*/ 23 h 114"/>
                  <a:gd name="T44" fmla="*/ 67 w 69"/>
                  <a:gd name="T45" fmla="*/ 16 h 114"/>
                  <a:gd name="T46" fmla="*/ 65 w 69"/>
                  <a:gd name="T47" fmla="*/ 9 h 114"/>
                  <a:gd name="T48" fmla="*/ 51 w 69"/>
                  <a:gd name="T49" fmla="*/ 6 h 114"/>
                  <a:gd name="T50" fmla="*/ 43 w 69"/>
                  <a:gd name="T51" fmla="*/ 16 h 114"/>
                  <a:gd name="T52" fmla="*/ 53 w 69"/>
                  <a:gd name="T53" fmla="*/ 16 h 114"/>
                  <a:gd name="T54" fmla="*/ 56 w 69"/>
                  <a:gd name="T55" fmla="*/ 20 h 114"/>
                  <a:gd name="T56" fmla="*/ 52 w 69"/>
                  <a:gd name="T57" fmla="*/ 30 h 114"/>
                  <a:gd name="T58" fmla="*/ 43 w 69"/>
                  <a:gd name="T59" fmla="*/ 29 h 114"/>
                  <a:gd name="T60" fmla="*/ 38 w 69"/>
                  <a:gd name="T61" fmla="*/ 27 h 114"/>
                  <a:gd name="T62" fmla="*/ 35 w 69"/>
                  <a:gd name="T63" fmla="*/ 11 h 114"/>
                  <a:gd name="T64" fmla="*/ 38 w 69"/>
                  <a:gd name="T65" fmla="*/ 36 h 114"/>
                  <a:gd name="T66" fmla="*/ 44 w 69"/>
                  <a:gd name="T67" fmla="*/ 45 h 114"/>
                  <a:gd name="T68" fmla="*/ 38 w 69"/>
                  <a:gd name="T69" fmla="*/ 51 h 114"/>
                  <a:gd name="T70" fmla="*/ 38 w 69"/>
                  <a:gd name="T71" fmla="*/ 36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9" h="114">
                    <a:moveTo>
                      <a:pt x="35" y="11"/>
                    </a:moveTo>
                    <a:cubicBezTo>
                      <a:pt x="35" y="11"/>
                      <a:pt x="27" y="13"/>
                      <a:pt x="30" y="23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30" y="48"/>
                      <a:pt x="28" y="59"/>
                      <a:pt x="19" y="56"/>
                    </a:cubicBezTo>
                    <a:cubicBezTo>
                      <a:pt x="11" y="54"/>
                      <a:pt x="11" y="54"/>
                      <a:pt x="11" y="54"/>
                    </a:cubicBezTo>
                    <a:cubicBezTo>
                      <a:pt x="11" y="54"/>
                      <a:pt x="7" y="51"/>
                      <a:pt x="4" y="64"/>
                    </a:cubicBezTo>
                    <a:cubicBezTo>
                      <a:pt x="4" y="64"/>
                      <a:pt x="0" y="78"/>
                      <a:pt x="10" y="76"/>
                    </a:cubicBezTo>
                    <a:cubicBezTo>
                      <a:pt x="10" y="76"/>
                      <a:pt x="17" y="72"/>
                      <a:pt x="22" y="76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18" y="84"/>
                      <a:pt x="12" y="90"/>
                      <a:pt x="17" y="100"/>
                    </a:cubicBezTo>
                    <a:cubicBezTo>
                      <a:pt x="17" y="100"/>
                      <a:pt x="22" y="100"/>
                      <a:pt x="25" y="87"/>
                    </a:cubicBezTo>
                    <a:cubicBezTo>
                      <a:pt x="25" y="87"/>
                      <a:pt x="29" y="68"/>
                      <a:pt x="36" y="69"/>
                    </a:cubicBezTo>
                    <a:cubicBezTo>
                      <a:pt x="36" y="69"/>
                      <a:pt x="52" y="55"/>
                      <a:pt x="54" y="68"/>
                    </a:cubicBezTo>
                    <a:cubicBezTo>
                      <a:pt x="54" y="68"/>
                      <a:pt x="58" y="82"/>
                      <a:pt x="52" y="84"/>
                    </a:cubicBezTo>
                    <a:cubicBezTo>
                      <a:pt x="52" y="84"/>
                      <a:pt x="50" y="83"/>
                      <a:pt x="49" y="77"/>
                    </a:cubicBezTo>
                    <a:cubicBezTo>
                      <a:pt x="49" y="77"/>
                      <a:pt x="44" y="71"/>
                      <a:pt x="43" y="82"/>
                    </a:cubicBezTo>
                    <a:cubicBezTo>
                      <a:pt x="43" y="82"/>
                      <a:pt x="54" y="114"/>
                      <a:pt x="62" y="104"/>
                    </a:cubicBezTo>
                    <a:cubicBezTo>
                      <a:pt x="62" y="104"/>
                      <a:pt x="67" y="73"/>
                      <a:pt x="61" y="58"/>
                    </a:cubicBezTo>
                    <a:cubicBezTo>
                      <a:pt x="61" y="58"/>
                      <a:pt x="60" y="54"/>
                      <a:pt x="64" y="51"/>
                    </a:cubicBezTo>
                    <a:cubicBezTo>
                      <a:pt x="64" y="51"/>
                      <a:pt x="68" y="43"/>
                      <a:pt x="63" y="43"/>
                    </a:cubicBezTo>
                    <a:cubicBezTo>
                      <a:pt x="63" y="43"/>
                      <a:pt x="55" y="44"/>
                      <a:pt x="60" y="36"/>
                    </a:cubicBezTo>
                    <a:cubicBezTo>
                      <a:pt x="60" y="36"/>
                      <a:pt x="65" y="28"/>
                      <a:pt x="63" y="23"/>
                    </a:cubicBezTo>
                    <a:cubicBezTo>
                      <a:pt x="63" y="23"/>
                      <a:pt x="63" y="18"/>
                      <a:pt x="67" y="16"/>
                    </a:cubicBezTo>
                    <a:cubicBezTo>
                      <a:pt x="67" y="16"/>
                      <a:pt x="69" y="14"/>
                      <a:pt x="65" y="9"/>
                    </a:cubicBezTo>
                    <a:cubicBezTo>
                      <a:pt x="65" y="9"/>
                      <a:pt x="59" y="0"/>
                      <a:pt x="51" y="6"/>
                    </a:cubicBezTo>
                    <a:cubicBezTo>
                      <a:pt x="51" y="6"/>
                      <a:pt x="42" y="11"/>
                      <a:pt x="43" y="16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3" y="16"/>
                      <a:pt x="56" y="16"/>
                      <a:pt x="56" y="20"/>
                    </a:cubicBezTo>
                    <a:cubicBezTo>
                      <a:pt x="56" y="20"/>
                      <a:pt x="59" y="31"/>
                      <a:pt x="52" y="30"/>
                    </a:cubicBezTo>
                    <a:cubicBezTo>
                      <a:pt x="52" y="30"/>
                      <a:pt x="48" y="26"/>
                      <a:pt x="43" y="29"/>
                    </a:cubicBezTo>
                    <a:cubicBezTo>
                      <a:pt x="43" y="29"/>
                      <a:pt x="38" y="32"/>
                      <a:pt x="38" y="27"/>
                    </a:cubicBezTo>
                    <a:cubicBezTo>
                      <a:pt x="38" y="27"/>
                      <a:pt x="42" y="15"/>
                      <a:pt x="35" y="11"/>
                    </a:cubicBezTo>
                    <a:close/>
                    <a:moveTo>
                      <a:pt x="38" y="36"/>
                    </a:moveTo>
                    <a:cubicBezTo>
                      <a:pt x="43" y="35"/>
                      <a:pt x="44" y="45"/>
                      <a:pt x="44" y="45"/>
                    </a:cubicBezTo>
                    <a:cubicBezTo>
                      <a:pt x="44" y="54"/>
                      <a:pt x="38" y="51"/>
                      <a:pt x="38" y="51"/>
                    </a:cubicBezTo>
                    <a:cubicBezTo>
                      <a:pt x="38" y="48"/>
                      <a:pt x="38" y="36"/>
                      <a:pt x="38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7" name="iṥľíḑe"/>
              <p:cNvSpPr/>
              <p:nvPr/>
            </p:nvSpPr>
            <p:spPr bwMode="auto">
              <a:xfrm>
                <a:off x="7132638" y="3165475"/>
                <a:ext cx="114300" cy="88900"/>
              </a:xfrm>
              <a:custGeom>
                <a:avLst/>
                <a:gdLst>
                  <a:gd name="T0" fmla="*/ 27 w 35"/>
                  <a:gd name="T1" fmla="*/ 0 h 27"/>
                  <a:gd name="T2" fmla="*/ 33 w 35"/>
                  <a:gd name="T3" fmla="*/ 9 h 27"/>
                  <a:gd name="T4" fmla="*/ 25 w 35"/>
                  <a:gd name="T5" fmla="*/ 21 h 27"/>
                  <a:gd name="T6" fmla="*/ 1 w 35"/>
                  <a:gd name="T7" fmla="*/ 13 h 27"/>
                  <a:gd name="T8" fmla="*/ 9 w 35"/>
                  <a:gd name="T9" fmla="*/ 2 h 27"/>
                  <a:gd name="T10" fmla="*/ 27 w 35"/>
                  <a:gd name="T11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" h="27">
                    <a:moveTo>
                      <a:pt x="27" y="0"/>
                    </a:moveTo>
                    <a:cubicBezTo>
                      <a:pt x="27" y="0"/>
                      <a:pt x="35" y="1"/>
                      <a:pt x="33" y="9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7" y="27"/>
                      <a:pt x="1" y="13"/>
                    </a:cubicBezTo>
                    <a:cubicBezTo>
                      <a:pt x="1" y="13"/>
                      <a:pt x="0" y="4"/>
                      <a:pt x="9" y="2"/>
                    </a:cubicBezTo>
                    <a:cubicBezTo>
                      <a:pt x="9" y="2"/>
                      <a:pt x="23" y="4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8" name="íṥḷîḍé"/>
              <p:cNvSpPr/>
              <p:nvPr/>
            </p:nvSpPr>
            <p:spPr bwMode="auto">
              <a:xfrm>
                <a:off x="7059613" y="3217863"/>
                <a:ext cx="244475" cy="123825"/>
              </a:xfrm>
              <a:custGeom>
                <a:avLst/>
                <a:gdLst>
                  <a:gd name="T0" fmla="*/ 2 w 74"/>
                  <a:gd name="T1" fmla="*/ 25 h 37"/>
                  <a:gd name="T2" fmla="*/ 43 w 74"/>
                  <a:gd name="T3" fmla="*/ 14 h 37"/>
                  <a:gd name="T4" fmla="*/ 63 w 74"/>
                  <a:gd name="T5" fmla="*/ 2 h 37"/>
                  <a:gd name="T6" fmla="*/ 70 w 74"/>
                  <a:gd name="T7" fmla="*/ 4 h 37"/>
                  <a:gd name="T8" fmla="*/ 70 w 74"/>
                  <a:gd name="T9" fmla="*/ 12 h 37"/>
                  <a:gd name="T10" fmla="*/ 18 w 74"/>
                  <a:gd name="T11" fmla="*/ 31 h 37"/>
                  <a:gd name="T12" fmla="*/ 13 w 74"/>
                  <a:gd name="T13" fmla="*/ 34 h 37"/>
                  <a:gd name="T14" fmla="*/ 8 w 74"/>
                  <a:gd name="T15" fmla="*/ 34 h 37"/>
                  <a:gd name="T16" fmla="*/ 1 w 74"/>
                  <a:gd name="T17" fmla="*/ 30 h 37"/>
                  <a:gd name="T18" fmla="*/ 2 w 74"/>
                  <a:gd name="T19" fmla="*/ 2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4" h="37">
                    <a:moveTo>
                      <a:pt x="2" y="25"/>
                    </a:move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61" y="5"/>
                      <a:pt x="63" y="2"/>
                    </a:cubicBezTo>
                    <a:cubicBezTo>
                      <a:pt x="63" y="2"/>
                      <a:pt x="66" y="0"/>
                      <a:pt x="70" y="4"/>
                    </a:cubicBezTo>
                    <a:cubicBezTo>
                      <a:pt x="70" y="4"/>
                      <a:pt x="74" y="9"/>
                      <a:pt x="70" y="12"/>
                    </a:cubicBezTo>
                    <a:cubicBezTo>
                      <a:pt x="70" y="12"/>
                      <a:pt x="19" y="31"/>
                      <a:pt x="18" y="31"/>
                    </a:cubicBezTo>
                    <a:cubicBezTo>
                      <a:pt x="18" y="31"/>
                      <a:pt x="15" y="30"/>
                      <a:pt x="13" y="34"/>
                    </a:cubicBezTo>
                    <a:cubicBezTo>
                      <a:pt x="13" y="34"/>
                      <a:pt x="12" y="37"/>
                      <a:pt x="8" y="34"/>
                    </a:cubicBezTo>
                    <a:cubicBezTo>
                      <a:pt x="8" y="34"/>
                      <a:pt x="2" y="36"/>
                      <a:pt x="1" y="30"/>
                    </a:cubicBezTo>
                    <a:cubicBezTo>
                      <a:pt x="1" y="30"/>
                      <a:pt x="0" y="26"/>
                      <a:pt x="2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9" name="íṩľiḓé"/>
              <p:cNvSpPr/>
              <p:nvPr/>
            </p:nvSpPr>
            <p:spPr bwMode="auto">
              <a:xfrm>
                <a:off x="7045326" y="3308350"/>
                <a:ext cx="293688" cy="261938"/>
              </a:xfrm>
              <a:custGeom>
                <a:avLst/>
                <a:gdLst>
                  <a:gd name="T0" fmla="*/ 29 w 89"/>
                  <a:gd name="T1" fmla="*/ 13 h 79"/>
                  <a:gd name="T2" fmla="*/ 43 w 89"/>
                  <a:gd name="T3" fmla="*/ 9 h 79"/>
                  <a:gd name="T4" fmla="*/ 58 w 89"/>
                  <a:gd name="T5" fmla="*/ 7 h 79"/>
                  <a:gd name="T6" fmla="*/ 56 w 89"/>
                  <a:gd name="T7" fmla="*/ 13 h 79"/>
                  <a:gd name="T8" fmla="*/ 56 w 89"/>
                  <a:gd name="T9" fmla="*/ 14 h 79"/>
                  <a:gd name="T10" fmla="*/ 51 w 89"/>
                  <a:gd name="T11" fmla="*/ 28 h 79"/>
                  <a:gd name="T12" fmla="*/ 60 w 89"/>
                  <a:gd name="T13" fmla="*/ 55 h 79"/>
                  <a:gd name="T14" fmla="*/ 77 w 89"/>
                  <a:gd name="T15" fmla="*/ 50 h 79"/>
                  <a:gd name="T16" fmla="*/ 80 w 89"/>
                  <a:gd name="T17" fmla="*/ 43 h 79"/>
                  <a:gd name="T18" fmla="*/ 85 w 89"/>
                  <a:gd name="T19" fmla="*/ 45 h 79"/>
                  <a:gd name="T20" fmla="*/ 89 w 89"/>
                  <a:gd name="T21" fmla="*/ 63 h 79"/>
                  <a:gd name="T22" fmla="*/ 68 w 89"/>
                  <a:gd name="T23" fmla="*/ 72 h 79"/>
                  <a:gd name="T24" fmla="*/ 43 w 89"/>
                  <a:gd name="T25" fmla="*/ 46 h 79"/>
                  <a:gd name="T26" fmla="*/ 42 w 89"/>
                  <a:gd name="T27" fmla="*/ 28 h 79"/>
                  <a:gd name="T28" fmla="*/ 38 w 89"/>
                  <a:gd name="T29" fmla="*/ 22 h 79"/>
                  <a:gd name="T30" fmla="*/ 32 w 89"/>
                  <a:gd name="T31" fmla="*/ 30 h 79"/>
                  <a:gd name="T32" fmla="*/ 10 w 89"/>
                  <a:gd name="T33" fmla="*/ 64 h 79"/>
                  <a:gd name="T34" fmla="*/ 1 w 89"/>
                  <a:gd name="T35" fmla="*/ 62 h 79"/>
                  <a:gd name="T36" fmla="*/ 8 w 89"/>
                  <a:gd name="T37" fmla="*/ 57 h 79"/>
                  <a:gd name="T38" fmla="*/ 21 w 89"/>
                  <a:gd name="T39" fmla="*/ 29 h 79"/>
                  <a:gd name="T40" fmla="*/ 17 w 89"/>
                  <a:gd name="T41" fmla="*/ 18 h 79"/>
                  <a:gd name="T42" fmla="*/ 29 w 89"/>
                  <a:gd name="T43" fmla="*/ 13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9" h="79">
                    <a:moveTo>
                      <a:pt x="29" y="13"/>
                    </a:moveTo>
                    <a:cubicBezTo>
                      <a:pt x="29" y="13"/>
                      <a:pt x="39" y="17"/>
                      <a:pt x="43" y="9"/>
                    </a:cubicBezTo>
                    <a:cubicBezTo>
                      <a:pt x="43" y="9"/>
                      <a:pt x="52" y="0"/>
                      <a:pt x="58" y="7"/>
                    </a:cubicBezTo>
                    <a:cubicBezTo>
                      <a:pt x="58" y="7"/>
                      <a:pt x="61" y="9"/>
                      <a:pt x="56" y="13"/>
                    </a:cubicBezTo>
                    <a:cubicBezTo>
                      <a:pt x="56" y="13"/>
                      <a:pt x="56" y="13"/>
                      <a:pt x="56" y="14"/>
                    </a:cubicBezTo>
                    <a:cubicBezTo>
                      <a:pt x="51" y="18"/>
                      <a:pt x="51" y="17"/>
                      <a:pt x="51" y="28"/>
                    </a:cubicBezTo>
                    <a:cubicBezTo>
                      <a:pt x="51" y="28"/>
                      <a:pt x="50" y="50"/>
                      <a:pt x="60" y="55"/>
                    </a:cubicBezTo>
                    <a:cubicBezTo>
                      <a:pt x="60" y="55"/>
                      <a:pt x="72" y="62"/>
                      <a:pt x="77" y="50"/>
                    </a:cubicBezTo>
                    <a:cubicBezTo>
                      <a:pt x="80" y="43"/>
                      <a:pt x="80" y="43"/>
                      <a:pt x="80" y="43"/>
                    </a:cubicBezTo>
                    <a:cubicBezTo>
                      <a:pt x="80" y="43"/>
                      <a:pt x="82" y="38"/>
                      <a:pt x="85" y="45"/>
                    </a:cubicBezTo>
                    <a:cubicBezTo>
                      <a:pt x="89" y="63"/>
                      <a:pt x="89" y="63"/>
                      <a:pt x="89" y="63"/>
                    </a:cubicBezTo>
                    <a:cubicBezTo>
                      <a:pt x="89" y="63"/>
                      <a:pt x="84" y="79"/>
                      <a:pt x="68" y="72"/>
                    </a:cubicBezTo>
                    <a:cubicBezTo>
                      <a:pt x="68" y="72"/>
                      <a:pt x="46" y="64"/>
                      <a:pt x="43" y="4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5" y="19"/>
                      <a:pt x="38" y="22"/>
                    </a:cubicBezTo>
                    <a:cubicBezTo>
                      <a:pt x="38" y="22"/>
                      <a:pt x="33" y="23"/>
                      <a:pt x="32" y="30"/>
                    </a:cubicBezTo>
                    <a:cubicBezTo>
                      <a:pt x="32" y="30"/>
                      <a:pt x="27" y="60"/>
                      <a:pt x="10" y="64"/>
                    </a:cubicBezTo>
                    <a:cubicBezTo>
                      <a:pt x="10" y="64"/>
                      <a:pt x="2" y="67"/>
                      <a:pt x="1" y="62"/>
                    </a:cubicBezTo>
                    <a:cubicBezTo>
                      <a:pt x="1" y="62"/>
                      <a:pt x="0" y="59"/>
                      <a:pt x="8" y="57"/>
                    </a:cubicBezTo>
                    <a:cubicBezTo>
                      <a:pt x="8" y="57"/>
                      <a:pt x="23" y="47"/>
                      <a:pt x="21" y="29"/>
                    </a:cubicBezTo>
                    <a:cubicBezTo>
                      <a:pt x="21" y="29"/>
                      <a:pt x="19" y="20"/>
                      <a:pt x="17" y="18"/>
                    </a:cubicBezTo>
                    <a:cubicBezTo>
                      <a:pt x="17" y="18"/>
                      <a:pt x="15" y="7"/>
                      <a:pt x="29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0" name="ïŝļîdê"/>
              <p:cNvSpPr/>
              <p:nvPr/>
            </p:nvSpPr>
            <p:spPr bwMode="auto">
              <a:xfrm>
                <a:off x="7421563" y="3122613"/>
                <a:ext cx="512763" cy="460375"/>
              </a:xfrm>
              <a:custGeom>
                <a:avLst/>
                <a:gdLst>
                  <a:gd name="T0" fmla="*/ 34 w 155"/>
                  <a:gd name="T1" fmla="*/ 20 h 139"/>
                  <a:gd name="T2" fmla="*/ 79 w 155"/>
                  <a:gd name="T3" fmla="*/ 6 h 139"/>
                  <a:gd name="T4" fmla="*/ 92 w 155"/>
                  <a:gd name="T5" fmla="*/ 11 h 139"/>
                  <a:gd name="T6" fmla="*/ 78 w 155"/>
                  <a:gd name="T7" fmla="*/ 30 h 139"/>
                  <a:gd name="T8" fmla="*/ 68 w 155"/>
                  <a:gd name="T9" fmla="*/ 37 h 139"/>
                  <a:gd name="T10" fmla="*/ 74 w 155"/>
                  <a:gd name="T11" fmla="*/ 45 h 139"/>
                  <a:gd name="T12" fmla="*/ 86 w 155"/>
                  <a:gd name="T13" fmla="*/ 44 h 139"/>
                  <a:gd name="T14" fmla="*/ 101 w 155"/>
                  <a:gd name="T15" fmla="*/ 49 h 139"/>
                  <a:gd name="T16" fmla="*/ 85 w 155"/>
                  <a:gd name="T17" fmla="*/ 59 h 139"/>
                  <a:gd name="T18" fmla="*/ 70 w 155"/>
                  <a:gd name="T19" fmla="*/ 70 h 139"/>
                  <a:gd name="T20" fmla="*/ 73 w 155"/>
                  <a:gd name="T21" fmla="*/ 75 h 139"/>
                  <a:gd name="T22" fmla="*/ 75 w 155"/>
                  <a:gd name="T23" fmla="*/ 77 h 139"/>
                  <a:gd name="T24" fmla="*/ 149 w 155"/>
                  <a:gd name="T25" fmla="*/ 116 h 139"/>
                  <a:gd name="T26" fmla="*/ 148 w 155"/>
                  <a:gd name="T27" fmla="*/ 120 h 139"/>
                  <a:gd name="T28" fmla="*/ 95 w 155"/>
                  <a:gd name="T29" fmla="*/ 119 h 139"/>
                  <a:gd name="T30" fmla="*/ 60 w 155"/>
                  <a:gd name="T31" fmla="*/ 90 h 139"/>
                  <a:gd name="T32" fmla="*/ 54 w 155"/>
                  <a:gd name="T33" fmla="*/ 92 h 139"/>
                  <a:gd name="T34" fmla="*/ 26 w 155"/>
                  <a:gd name="T35" fmla="*/ 116 h 139"/>
                  <a:gd name="T36" fmla="*/ 2 w 155"/>
                  <a:gd name="T37" fmla="*/ 114 h 139"/>
                  <a:gd name="T38" fmla="*/ 8 w 155"/>
                  <a:gd name="T39" fmla="*/ 108 h 139"/>
                  <a:gd name="T40" fmla="*/ 38 w 155"/>
                  <a:gd name="T41" fmla="*/ 85 h 139"/>
                  <a:gd name="T42" fmla="*/ 26 w 155"/>
                  <a:gd name="T43" fmla="*/ 75 h 139"/>
                  <a:gd name="T44" fmla="*/ 22 w 155"/>
                  <a:gd name="T45" fmla="*/ 66 h 139"/>
                  <a:gd name="T46" fmla="*/ 33 w 155"/>
                  <a:gd name="T47" fmla="*/ 58 h 139"/>
                  <a:gd name="T48" fmla="*/ 49 w 155"/>
                  <a:gd name="T49" fmla="*/ 50 h 139"/>
                  <a:gd name="T50" fmla="*/ 37 w 155"/>
                  <a:gd name="T51" fmla="*/ 33 h 139"/>
                  <a:gd name="T52" fmla="*/ 30 w 155"/>
                  <a:gd name="T53" fmla="*/ 27 h 139"/>
                  <a:gd name="T54" fmla="*/ 34 w 155"/>
                  <a:gd name="T55" fmla="*/ 2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55" h="139">
                    <a:moveTo>
                      <a:pt x="34" y="20"/>
                    </a:moveTo>
                    <a:cubicBezTo>
                      <a:pt x="34" y="20"/>
                      <a:pt x="67" y="13"/>
                      <a:pt x="79" y="6"/>
                    </a:cubicBezTo>
                    <a:cubicBezTo>
                      <a:pt x="79" y="6"/>
                      <a:pt x="89" y="0"/>
                      <a:pt x="92" y="11"/>
                    </a:cubicBezTo>
                    <a:cubicBezTo>
                      <a:pt x="92" y="11"/>
                      <a:pt x="89" y="26"/>
                      <a:pt x="78" y="30"/>
                    </a:cubicBezTo>
                    <a:cubicBezTo>
                      <a:pt x="78" y="30"/>
                      <a:pt x="68" y="30"/>
                      <a:pt x="68" y="37"/>
                    </a:cubicBezTo>
                    <a:cubicBezTo>
                      <a:pt x="68" y="37"/>
                      <a:pt x="65" y="43"/>
                      <a:pt x="74" y="45"/>
                    </a:cubicBezTo>
                    <a:cubicBezTo>
                      <a:pt x="74" y="45"/>
                      <a:pt x="80" y="46"/>
                      <a:pt x="86" y="44"/>
                    </a:cubicBezTo>
                    <a:cubicBezTo>
                      <a:pt x="86" y="44"/>
                      <a:pt x="97" y="40"/>
                      <a:pt x="101" y="49"/>
                    </a:cubicBezTo>
                    <a:cubicBezTo>
                      <a:pt x="101" y="49"/>
                      <a:pt x="100" y="55"/>
                      <a:pt x="85" y="59"/>
                    </a:cubicBezTo>
                    <a:cubicBezTo>
                      <a:pt x="85" y="59"/>
                      <a:pt x="71" y="61"/>
                      <a:pt x="70" y="70"/>
                    </a:cubicBezTo>
                    <a:cubicBezTo>
                      <a:pt x="70" y="70"/>
                      <a:pt x="69" y="72"/>
                      <a:pt x="73" y="75"/>
                    </a:cubicBezTo>
                    <a:cubicBezTo>
                      <a:pt x="74" y="76"/>
                      <a:pt x="75" y="76"/>
                      <a:pt x="75" y="77"/>
                    </a:cubicBezTo>
                    <a:cubicBezTo>
                      <a:pt x="75" y="77"/>
                      <a:pt x="118" y="117"/>
                      <a:pt x="149" y="116"/>
                    </a:cubicBezTo>
                    <a:cubicBezTo>
                      <a:pt x="149" y="116"/>
                      <a:pt x="155" y="118"/>
                      <a:pt x="148" y="120"/>
                    </a:cubicBezTo>
                    <a:cubicBezTo>
                      <a:pt x="148" y="120"/>
                      <a:pt x="118" y="139"/>
                      <a:pt x="95" y="119"/>
                    </a:cubicBezTo>
                    <a:cubicBezTo>
                      <a:pt x="60" y="90"/>
                      <a:pt x="60" y="90"/>
                      <a:pt x="60" y="90"/>
                    </a:cubicBezTo>
                    <a:cubicBezTo>
                      <a:pt x="60" y="90"/>
                      <a:pt x="56" y="87"/>
                      <a:pt x="54" y="92"/>
                    </a:cubicBezTo>
                    <a:cubicBezTo>
                      <a:pt x="54" y="92"/>
                      <a:pt x="43" y="113"/>
                      <a:pt x="26" y="116"/>
                    </a:cubicBezTo>
                    <a:cubicBezTo>
                      <a:pt x="26" y="116"/>
                      <a:pt x="3" y="124"/>
                      <a:pt x="2" y="114"/>
                    </a:cubicBezTo>
                    <a:cubicBezTo>
                      <a:pt x="2" y="114"/>
                      <a:pt x="0" y="108"/>
                      <a:pt x="8" y="108"/>
                    </a:cubicBezTo>
                    <a:cubicBezTo>
                      <a:pt x="8" y="108"/>
                      <a:pt x="38" y="104"/>
                      <a:pt x="38" y="85"/>
                    </a:cubicBezTo>
                    <a:cubicBezTo>
                      <a:pt x="38" y="85"/>
                      <a:pt x="35" y="76"/>
                      <a:pt x="26" y="75"/>
                    </a:cubicBezTo>
                    <a:cubicBezTo>
                      <a:pt x="26" y="75"/>
                      <a:pt x="20" y="75"/>
                      <a:pt x="22" y="66"/>
                    </a:cubicBezTo>
                    <a:cubicBezTo>
                      <a:pt x="22" y="66"/>
                      <a:pt x="22" y="58"/>
                      <a:pt x="33" y="58"/>
                    </a:cubicBezTo>
                    <a:cubicBezTo>
                      <a:pt x="33" y="58"/>
                      <a:pt x="51" y="60"/>
                      <a:pt x="49" y="50"/>
                    </a:cubicBezTo>
                    <a:cubicBezTo>
                      <a:pt x="49" y="50"/>
                      <a:pt x="42" y="34"/>
                      <a:pt x="37" y="33"/>
                    </a:cubicBezTo>
                    <a:cubicBezTo>
                      <a:pt x="37" y="33"/>
                      <a:pt x="31" y="33"/>
                      <a:pt x="30" y="27"/>
                    </a:cubicBezTo>
                    <a:cubicBezTo>
                      <a:pt x="30" y="27"/>
                      <a:pt x="30" y="21"/>
                      <a:pt x="34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1" name="iṡľîḑé"/>
              <p:cNvSpPr/>
              <p:nvPr/>
            </p:nvSpPr>
            <p:spPr bwMode="auto">
              <a:xfrm>
                <a:off x="7966076" y="3138488"/>
                <a:ext cx="465138" cy="434975"/>
              </a:xfrm>
              <a:custGeom>
                <a:avLst/>
                <a:gdLst>
                  <a:gd name="T0" fmla="*/ 54 w 141"/>
                  <a:gd name="T1" fmla="*/ 0 h 131"/>
                  <a:gd name="T2" fmla="*/ 44 w 141"/>
                  <a:gd name="T3" fmla="*/ 14 h 131"/>
                  <a:gd name="T4" fmla="*/ 49 w 141"/>
                  <a:gd name="T5" fmla="*/ 25 h 131"/>
                  <a:gd name="T6" fmla="*/ 45 w 141"/>
                  <a:gd name="T7" fmla="*/ 47 h 131"/>
                  <a:gd name="T8" fmla="*/ 17 w 141"/>
                  <a:gd name="T9" fmla="*/ 51 h 131"/>
                  <a:gd name="T10" fmla="*/ 1 w 141"/>
                  <a:gd name="T11" fmla="*/ 60 h 131"/>
                  <a:gd name="T12" fmla="*/ 16 w 141"/>
                  <a:gd name="T13" fmla="*/ 68 h 131"/>
                  <a:gd name="T14" fmla="*/ 43 w 141"/>
                  <a:gd name="T15" fmla="*/ 76 h 131"/>
                  <a:gd name="T16" fmla="*/ 17 w 141"/>
                  <a:gd name="T17" fmla="*/ 102 h 131"/>
                  <a:gd name="T18" fmla="*/ 0 w 141"/>
                  <a:gd name="T19" fmla="*/ 113 h 131"/>
                  <a:gd name="T20" fmla="*/ 38 w 141"/>
                  <a:gd name="T21" fmla="*/ 110 h 131"/>
                  <a:gd name="T22" fmla="*/ 52 w 141"/>
                  <a:gd name="T23" fmla="*/ 87 h 131"/>
                  <a:gd name="T24" fmla="*/ 63 w 141"/>
                  <a:gd name="T25" fmla="*/ 85 h 131"/>
                  <a:gd name="T26" fmla="*/ 94 w 141"/>
                  <a:gd name="T27" fmla="*/ 120 h 131"/>
                  <a:gd name="T28" fmla="*/ 109 w 141"/>
                  <a:gd name="T29" fmla="*/ 123 h 131"/>
                  <a:gd name="T30" fmla="*/ 138 w 141"/>
                  <a:gd name="T31" fmla="*/ 117 h 131"/>
                  <a:gd name="T32" fmla="*/ 114 w 141"/>
                  <a:gd name="T33" fmla="*/ 102 h 131"/>
                  <a:gd name="T34" fmla="*/ 82 w 141"/>
                  <a:gd name="T35" fmla="*/ 79 h 131"/>
                  <a:gd name="T36" fmla="*/ 73 w 141"/>
                  <a:gd name="T37" fmla="*/ 58 h 131"/>
                  <a:gd name="T38" fmla="*/ 92 w 141"/>
                  <a:gd name="T39" fmla="*/ 51 h 131"/>
                  <a:gd name="T40" fmla="*/ 102 w 141"/>
                  <a:gd name="T41" fmla="*/ 41 h 131"/>
                  <a:gd name="T42" fmla="*/ 96 w 141"/>
                  <a:gd name="T43" fmla="*/ 33 h 131"/>
                  <a:gd name="T44" fmla="*/ 85 w 141"/>
                  <a:gd name="T45" fmla="*/ 35 h 131"/>
                  <a:gd name="T46" fmla="*/ 69 w 141"/>
                  <a:gd name="T47" fmla="*/ 34 h 131"/>
                  <a:gd name="T48" fmla="*/ 72 w 141"/>
                  <a:gd name="T49" fmla="*/ 25 h 131"/>
                  <a:gd name="T50" fmla="*/ 70 w 141"/>
                  <a:gd name="T51" fmla="*/ 5 h 131"/>
                  <a:gd name="T52" fmla="*/ 61 w 141"/>
                  <a:gd name="T53" fmla="*/ 3 h 131"/>
                  <a:gd name="T54" fmla="*/ 54 w 141"/>
                  <a:gd name="T55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41" h="131">
                    <a:moveTo>
                      <a:pt x="54" y="0"/>
                    </a:moveTo>
                    <a:cubicBezTo>
                      <a:pt x="54" y="0"/>
                      <a:pt x="40" y="3"/>
                      <a:pt x="44" y="14"/>
                    </a:cubicBezTo>
                    <a:cubicBezTo>
                      <a:pt x="44" y="14"/>
                      <a:pt x="45" y="22"/>
                      <a:pt x="49" y="25"/>
                    </a:cubicBezTo>
                    <a:cubicBezTo>
                      <a:pt x="49" y="25"/>
                      <a:pt x="55" y="45"/>
                      <a:pt x="45" y="47"/>
                    </a:cubicBezTo>
                    <a:cubicBezTo>
                      <a:pt x="45" y="47"/>
                      <a:pt x="27" y="54"/>
                      <a:pt x="17" y="51"/>
                    </a:cubicBezTo>
                    <a:cubicBezTo>
                      <a:pt x="17" y="51"/>
                      <a:pt x="2" y="49"/>
                      <a:pt x="1" y="60"/>
                    </a:cubicBezTo>
                    <a:cubicBezTo>
                      <a:pt x="1" y="60"/>
                      <a:pt x="0" y="70"/>
                      <a:pt x="16" y="68"/>
                    </a:cubicBezTo>
                    <a:cubicBezTo>
                      <a:pt x="16" y="68"/>
                      <a:pt x="43" y="65"/>
                      <a:pt x="43" y="76"/>
                    </a:cubicBezTo>
                    <a:cubicBezTo>
                      <a:pt x="43" y="76"/>
                      <a:pt x="45" y="96"/>
                      <a:pt x="17" y="102"/>
                    </a:cubicBezTo>
                    <a:cubicBezTo>
                      <a:pt x="17" y="102"/>
                      <a:pt x="0" y="104"/>
                      <a:pt x="0" y="113"/>
                    </a:cubicBezTo>
                    <a:cubicBezTo>
                      <a:pt x="0" y="113"/>
                      <a:pt x="13" y="130"/>
                      <a:pt x="38" y="110"/>
                    </a:cubicBezTo>
                    <a:cubicBezTo>
                      <a:pt x="38" y="110"/>
                      <a:pt x="49" y="95"/>
                      <a:pt x="52" y="87"/>
                    </a:cubicBezTo>
                    <a:cubicBezTo>
                      <a:pt x="52" y="87"/>
                      <a:pt x="56" y="79"/>
                      <a:pt x="63" y="85"/>
                    </a:cubicBezTo>
                    <a:cubicBezTo>
                      <a:pt x="94" y="120"/>
                      <a:pt x="94" y="120"/>
                      <a:pt x="94" y="120"/>
                    </a:cubicBezTo>
                    <a:cubicBezTo>
                      <a:pt x="94" y="120"/>
                      <a:pt x="98" y="125"/>
                      <a:pt x="109" y="123"/>
                    </a:cubicBezTo>
                    <a:cubicBezTo>
                      <a:pt x="109" y="123"/>
                      <a:pt x="141" y="131"/>
                      <a:pt x="138" y="117"/>
                    </a:cubicBezTo>
                    <a:cubicBezTo>
                      <a:pt x="138" y="117"/>
                      <a:pt x="125" y="111"/>
                      <a:pt x="114" y="102"/>
                    </a:cubicBezTo>
                    <a:cubicBezTo>
                      <a:pt x="114" y="102"/>
                      <a:pt x="84" y="80"/>
                      <a:pt x="82" y="79"/>
                    </a:cubicBezTo>
                    <a:cubicBezTo>
                      <a:pt x="82" y="79"/>
                      <a:pt x="68" y="70"/>
                      <a:pt x="73" y="58"/>
                    </a:cubicBezTo>
                    <a:cubicBezTo>
                      <a:pt x="73" y="58"/>
                      <a:pt x="78" y="49"/>
                      <a:pt x="92" y="51"/>
                    </a:cubicBezTo>
                    <a:cubicBezTo>
                      <a:pt x="92" y="51"/>
                      <a:pt x="108" y="48"/>
                      <a:pt x="102" y="41"/>
                    </a:cubicBezTo>
                    <a:cubicBezTo>
                      <a:pt x="102" y="41"/>
                      <a:pt x="97" y="36"/>
                      <a:pt x="96" y="33"/>
                    </a:cubicBezTo>
                    <a:cubicBezTo>
                      <a:pt x="96" y="33"/>
                      <a:pt x="94" y="30"/>
                      <a:pt x="85" y="35"/>
                    </a:cubicBezTo>
                    <a:cubicBezTo>
                      <a:pt x="85" y="35"/>
                      <a:pt x="70" y="44"/>
                      <a:pt x="69" y="34"/>
                    </a:cubicBezTo>
                    <a:cubicBezTo>
                      <a:pt x="69" y="34"/>
                      <a:pt x="67" y="30"/>
                      <a:pt x="72" y="25"/>
                    </a:cubicBezTo>
                    <a:cubicBezTo>
                      <a:pt x="72" y="25"/>
                      <a:pt x="82" y="14"/>
                      <a:pt x="70" y="5"/>
                    </a:cubicBezTo>
                    <a:cubicBezTo>
                      <a:pt x="70" y="5"/>
                      <a:pt x="62" y="3"/>
                      <a:pt x="61" y="3"/>
                    </a:cubicBezTo>
                    <a:lnTo>
                      <a:pt x="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2" name="iṩ1íḋè"/>
              <p:cNvSpPr/>
              <p:nvPr/>
            </p:nvSpPr>
            <p:spPr bwMode="auto">
              <a:xfrm>
                <a:off x="8455026" y="3019425"/>
                <a:ext cx="458788" cy="395288"/>
              </a:xfrm>
              <a:custGeom>
                <a:avLst/>
                <a:gdLst>
                  <a:gd name="T0" fmla="*/ 16 w 139"/>
                  <a:gd name="T1" fmla="*/ 30 h 119"/>
                  <a:gd name="T2" fmla="*/ 29 w 139"/>
                  <a:gd name="T3" fmla="*/ 53 h 119"/>
                  <a:gd name="T4" fmla="*/ 31 w 139"/>
                  <a:gd name="T5" fmla="*/ 79 h 119"/>
                  <a:gd name="T6" fmla="*/ 40 w 139"/>
                  <a:gd name="T7" fmla="*/ 76 h 119"/>
                  <a:gd name="T8" fmla="*/ 36 w 139"/>
                  <a:gd name="T9" fmla="*/ 40 h 119"/>
                  <a:gd name="T10" fmla="*/ 39 w 139"/>
                  <a:gd name="T11" fmla="*/ 29 h 119"/>
                  <a:gd name="T12" fmla="*/ 49 w 139"/>
                  <a:gd name="T13" fmla="*/ 37 h 119"/>
                  <a:gd name="T14" fmla="*/ 47 w 139"/>
                  <a:gd name="T15" fmla="*/ 58 h 119"/>
                  <a:gd name="T16" fmla="*/ 47 w 139"/>
                  <a:gd name="T17" fmla="*/ 72 h 119"/>
                  <a:gd name="T18" fmla="*/ 52 w 139"/>
                  <a:gd name="T19" fmla="*/ 72 h 119"/>
                  <a:gd name="T20" fmla="*/ 58 w 139"/>
                  <a:gd name="T21" fmla="*/ 61 h 119"/>
                  <a:gd name="T22" fmla="*/ 58 w 139"/>
                  <a:gd name="T23" fmla="*/ 54 h 119"/>
                  <a:gd name="T24" fmla="*/ 65 w 139"/>
                  <a:gd name="T25" fmla="*/ 50 h 119"/>
                  <a:gd name="T26" fmla="*/ 60 w 139"/>
                  <a:gd name="T27" fmla="*/ 50 h 119"/>
                  <a:gd name="T28" fmla="*/ 54 w 139"/>
                  <a:gd name="T29" fmla="*/ 47 h 119"/>
                  <a:gd name="T30" fmla="*/ 53 w 139"/>
                  <a:gd name="T31" fmla="*/ 34 h 119"/>
                  <a:gd name="T32" fmla="*/ 61 w 139"/>
                  <a:gd name="T33" fmla="*/ 31 h 119"/>
                  <a:gd name="T34" fmla="*/ 66 w 139"/>
                  <a:gd name="T35" fmla="*/ 22 h 119"/>
                  <a:gd name="T36" fmla="*/ 73 w 139"/>
                  <a:gd name="T37" fmla="*/ 11 h 119"/>
                  <a:gd name="T38" fmla="*/ 86 w 139"/>
                  <a:gd name="T39" fmla="*/ 22 h 119"/>
                  <a:gd name="T40" fmla="*/ 77 w 139"/>
                  <a:gd name="T41" fmla="*/ 28 h 119"/>
                  <a:gd name="T42" fmla="*/ 74 w 139"/>
                  <a:gd name="T43" fmla="*/ 35 h 119"/>
                  <a:gd name="T44" fmla="*/ 77 w 139"/>
                  <a:gd name="T45" fmla="*/ 38 h 119"/>
                  <a:gd name="T46" fmla="*/ 80 w 139"/>
                  <a:gd name="T47" fmla="*/ 46 h 119"/>
                  <a:gd name="T48" fmla="*/ 79 w 139"/>
                  <a:gd name="T49" fmla="*/ 69 h 119"/>
                  <a:gd name="T50" fmla="*/ 87 w 139"/>
                  <a:gd name="T51" fmla="*/ 65 h 119"/>
                  <a:gd name="T52" fmla="*/ 82 w 139"/>
                  <a:gd name="T53" fmla="*/ 55 h 119"/>
                  <a:gd name="T54" fmla="*/ 95 w 139"/>
                  <a:gd name="T55" fmla="*/ 49 h 119"/>
                  <a:gd name="T56" fmla="*/ 84 w 139"/>
                  <a:gd name="T57" fmla="*/ 41 h 119"/>
                  <a:gd name="T58" fmla="*/ 85 w 139"/>
                  <a:gd name="T59" fmla="*/ 36 h 119"/>
                  <a:gd name="T60" fmla="*/ 101 w 139"/>
                  <a:gd name="T61" fmla="*/ 30 h 119"/>
                  <a:gd name="T62" fmla="*/ 95 w 139"/>
                  <a:gd name="T63" fmla="*/ 20 h 119"/>
                  <a:gd name="T64" fmla="*/ 97 w 139"/>
                  <a:gd name="T65" fmla="*/ 15 h 119"/>
                  <a:gd name="T66" fmla="*/ 108 w 139"/>
                  <a:gd name="T67" fmla="*/ 4 h 119"/>
                  <a:gd name="T68" fmla="*/ 112 w 139"/>
                  <a:gd name="T69" fmla="*/ 4 h 119"/>
                  <a:gd name="T70" fmla="*/ 126 w 139"/>
                  <a:gd name="T71" fmla="*/ 11 h 119"/>
                  <a:gd name="T72" fmla="*/ 118 w 139"/>
                  <a:gd name="T73" fmla="*/ 21 h 119"/>
                  <a:gd name="T74" fmla="*/ 113 w 139"/>
                  <a:gd name="T75" fmla="*/ 31 h 119"/>
                  <a:gd name="T76" fmla="*/ 103 w 139"/>
                  <a:gd name="T77" fmla="*/ 55 h 119"/>
                  <a:gd name="T78" fmla="*/ 109 w 139"/>
                  <a:gd name="T79" fmla="*/ 64 h 119"/>
                  <a:gd name="T80" fmla="*/ 126 w 139"/>
                  <a:gd name="T81" fmla="*/ 59 h 119"/>
                  <a:gd name="T82" fmla="*/ 135 w 139"/>
                  <a:gd name="T83" fmla="*/ 63 h 119"/>
                  <a:gd name="T84" fmla="*/ 138 w 139"/>
                  <a:gd name="T85" fmla="*/ 68 h 119"/>
                  <a:gd name="T86" fmla="*/ 139 w 139"/>
                  <a:gd name="T87" fmla="*/ 75 h 119"/>
                  <a:gd name="T88" fmla="*/ 97 w 139"/>
                  <a:gd name="T89" fmla="*/ 78 h 119"/>
                  <a:gd name="T90" fmla="*/ 87 w 139"/>
                  <a:gd name="T91" fmla="*/ 74 h 119"/>
                  <a:gd name="T92" fmla="*/ 79 w 139"/>
                  <a:gd name="T93" fmla="*/ 74 h 119"/>
                  <a:gd name="T94" fmla="*/ 67 w 139"/>
                  <a:gd name="T95" fmla="*/ 77 h 119"/>
                  <a:gd name="T96" fmla="*/ 48 w 139"/>
                  <a:gd name="T97" fmla="*/ 87 h 119"/>
                  <a:gd name="T98" fmla="*/ 33 w 139"/>
                  <a:gd name="T99" fmla="*/ 95 h 119"/>
                  <a:gd name="T100" fmla="*/ 20 w 139"/>
                  <a:gd name="T101" fmla="*/ 106 h 119"/>
                  <a:gd name="T102" fmla="*/ 3 w 139"/>
                  <a:gd name="T103" fmla="*/ 108 h 119"/>
                  <a:gd name="T104" fmla="*/ 11 w 139"/>
                  <a:gd name="T105" fmla="*/ 80 h 119"/>
                  <a:gd name="T106" fmla="*/ 19 w 139"/>
                  <a:gd name="T107" fmla="*/ 81 h 119"/>
                  <a:gd name="T108" fmla="*/ 23 w 139"/>
                  <a:gd name="T109" fmla="*/ 85 h 119"/>
                  <a:gd name="T110" fmla="*/ 24 w 139"/>
                  <a:gd name="T111" fmla="*/ 85 h 119"/>
                  <a:gd name="T112" fmla="*/ 24 w 139"/>
                  <a:gd name="T113" fmla="*/ 80 h 119"/>
                  <a:gd name="T114" fmla="*/ 23 w 139"/>
                  <a:gd name="T115" fmla="*/ 70 h 119"/>
                  <a:gd name="T116" fmla="*/ 21 w 139"/>
                  <a:gd name="T117" fmla="*/ 60 h 119"/>
                  <a:gd name="T118" fmla="*/ 20 w 139"/>
                  <a:gd name="T119" fmla="*/ 54 h 119"/>
                  <a:gd name="T120" fmla="*/ 18 w 139"/>
                  <a:gd name="T121" fmla="*/ 48 h 119"/>
                  <a:gd name="T122" fmla="*/ 16 w 139"/>
                  <a:gd name="T123" fmla="*/ 3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9" h="119">
                    <a:moveTo>
                      <a:pt x="16" y="30"/>
                    </a:moveTo>
                    <a:cubicBezTo>
                      <a:pt x="16" y="30"/>
                      <a:pt x="29" y="37"/>
                      <a:pt x="29" y="53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9"/>
                      <a:pt x="37" y="86"/>
                      <a:pt x="40" y="76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29" y="30"/>
                      <a:pt x="39" y="29"/>
                    </a:cubicBezTo>
                    <a:cubicBezTo>
                      <a:pt x="39" y="29"/>
                      <a:pt x="48" y="26"/>
                      <a:pt x="49" y="37"/>
                    </a:cubicBezTo>
                    <a:cubicBezTo>
                      <a:pt x="47" y="58"/>
                      <a:pt x="47" y="58"/>
                      <a:pt x="47" y="58"/>
                    </a:cubicBezTo>
                    <a:cubicBezTo>
                      <a:pt x="47" y="72"/>
                      <a:pt x="47" y="72"/>
                      <a:pt x="47" y="72"/>
                    </a:cubicBezTo>
                    <a:cubicBezTo>
                      <a:pt x="47" y="72"/>
                      <a:pt x="49" y="75"/>
                      <a:pt x="52" y="72"/>
                    </a:cubicBezTo>
                    <a:cubicBezTo>
                      <a:pt x="52" y="72"/>
                      <a:pt x="59" y="72"/>
                      <a:pt x="58" y="61"/>
                    </a:cubicBezTo>
                    <a:cubicBezTo>
                      <a:pt x="58" y="61"/>
                      <a:pt x="55" y="54"/>
                      <a:pt x="58" y="54"/>
                    </a:cubicBezTo>
                    <a:cubicBezTo>
                      <a:pt x="58" y="54"/>
                      <a:pt x="66" y="54"/>
                      <a:pt x="65" y="50"/>
                    </a:cubicBezTo>
                    <a:cubicBezTo>
                      <a:pt x="65" y="50"/>
                      <a:pt x="63" y="48"/>
                      <a:pt x="60" y="50"/>
                    </a:cubicBezTo>
                    <a:cubicBezTo>
                      <a:pt x="60" y="50"/>
                      <a:pt x="54" y="51"/>
                      <a:pt x="54" y="47"/>
                    </a:cubicBezTo>
                    <a:cubicBezTo>
                      <a:pt x="53" y="34"/>
                      <a:pt x="53" y="34"/>
                      <a:pt x="53" y="34"/>
                    </a:cubicBezTo>
                    <a:cubicBezTo>
                      <a:pt x="61" y="31"/>
                      <a:pt x="61" y="31"/>
                      <a:pt x="61" y="31"/>
                    </a:cubicBezTo>
                    <a:cubicBezTo>
                      <a:pt x="61" y="31"/>
                      <a:pt x="66" y="29"/>
                      <a:pt x="66" y="22"/>
                    </a:cubicBezTo>
                    <a:cubicBezTo>
                      <a:pt x="66" y="22"/>
                      <a:pt x="64" y="12"/>
                      <a:pt x="73" y="11"/>
                    </a:cubicBezTo>
                    <a:cubicBezTo>
                      <a:pt x="73" y="11"/>
                      <a:pt x="86" y="8"/>
                      <a:pt x="86" y="22"/>
                    </a:cubicBezTo>
                    <a:cubicBezTo>
                      <a:pt x="86" y="22"/>
                      <a:pt x="84" y="26"/>
                      <a:pt x="77" y="28"/>
                    </a:cubicBezTo>
                    <a:cubicBezTo>
                      <a:pt x="77" y="28"/>
                      <a:pt x="73" y="32"/>
                      <a:pt x="74" y="35"/>
                    </a:cubicBezTo>
                    <a:cubicBezTo>
                      <a:pt x="74" y="35"/>
                      <a:pt x="73" y="38"/>
                      <a:pt x="77" y="38"/>
                    </a:cubicBezTo>
                    <a:cubicBezTo>
                      <a:pt x="77" y="38"/>
                      <a:pt x="83" y="41"/>
                      <a:pt x="80" y="46"/>
                    </a:cubicBezTo>
                    <a:cubicBezTo>
                      <a:pt x="80" y="46"/>
                      <a:pt x="66" y="62"/>
                      <a:pt x="79" y="69"/>
                    </a:cubicBezTo>
                    <a:cubicBezTo>
                      <a:pt x="79" y="69"/>
                      <a:pt x="89" y="71"/>
                      <a:pt x="87" y="65"/>
                    </a:cubicBezTo>
                    <a:cubicBezTo>
                      <a:pt x="87" y="65"/>
                      <a:pt x="80" y="60"/>
                      <a:pt x="82" y="55"/>
                    </a:cubicBezTo>
                    <a:cubicBezTo>
                      <a:pt x="82" y="55"/>
                      <a:pt x="98" y="53"/>
                      <a:pt x="95" y="49"/>
                    </a:cubicBezTo>
                    <a:cubicBezTo>
                      <a:pt x="95" y="49"/>
                      <a:pt x="86" y="47"/>
                      <a:pt x="84" y="41"/>
                    </a:cubicBezTo>
                    <a:cubicBezTo>
                      <a:pt x="84" y="41"/>
                      <a:pt x="80" y="34"/>
                      <a:pt x="85" y="36"/>
                    </a:cubicBezTo>
                    <a:cubicBezTo>
                      <a:pt x="85" y="36"/>
                      <a:pt x="103" y="39"/>
                      <a:pt x="101" y="30"/>
                    </a:cubicBezTo>
                    <a:cubicBezTo>
                      <a:pt x="101" y="30"/>
                      <a:pt x="103" y="23"/>
                      <a:pt x="95" y="20"/>
                    </a:cubicBezTo>
                    <a:cubicBezTo>
                      <a:pt x="95" y="20"/>
                      <a:pt x="92" y="15"/>
                      <a:pt x="97" y="15"/>
                    </a:cubicBezTo>
                    <a:cubicBezTo>
                      <a:pt x="97" y="15"/>
                      <a:pt x="107" y="9"/>
                      <a:pt x="108" y="4"/>
                    </a:cubicBezTo>
                    <a:cubicBezTo>
                      <a:pt x="108" y="4"/>
                      <a:pt x="109" y="3"/>
                      <a:pt x="112" y="4"/>
                    </a:cubicBezTo>
                    <a:cubicBezTo>
                      <a:pt x="112" y="4"/>
                      <a:pt x="123" y="0"/>
                      <a:pt x="126" y="11"/>
                    </a:cubicBezTo>
                    <a:cubicBezTo>
                      <a:pt x="126" y="11"/>
                      <a:pt x="127" y="17"/>
                      <a:pt x="118" y="21"/>
                    </a:cubicBezTo>
                    <a:cubicBezTo>
                      <a:pt x="118" y="21"/>
                      <a:pt x="114" y="26"/>
                      <a:pt x="113" y="31"/>
                    </a:cubicBezTo>
                    <a:cubicBezTo>
                      <a:pt x="103" y="55"/>
                      <a:pt x="103" y="55"/>
                      <a:pt x="103" y="55"/>
                    </a:cubicBezTo>
                    <a:cubicBezTo>
                      <a:pt x="103" y="55"/>
                      <a:pt x="97" y="66"/>
                      <a:pt x="109" y="64"/>
                    </a:cubicBezTo>
                    <a:cubicBezTo>
                      <a:pt x="126" y="59"/>
                      <a:pt x="126" y="59"/>
                      <a:pt x="126" y="59"/>
                    </a:cubicBezTo>
                    <a:cubicBezTo>
                      <a:pt x="126" y="59"/>
                      <a:pt x="131" y="57"/>
                      <a:pt x="135" y="63"/>
                    </a:cubicBezTo>
                    <a:cubicBezTo>
                      <a:pt x="135" y="63"/>
                      <a:pt x="139" y="64"/>
                      <a:pt x="138" y="68"/>
                    </a:cubicBezTo>
                    <a:cubicBezTo>
                      <a:pt x="139" y="75"/>
                      <a:pt x="139" y="75"/>
                      <a:pt x="139" y="75"/>
                    </a:cubicBezTo>
                    <a:cubicBezTo>
                      <a:pt x="139" y="75"/>
                      <a:pt x="110" y="81"/>
                      <a:pt x="97" y="78"/>
                    </a:cubicBezTo>
                    <a:cubicBezTo>
                      <a:pt x="97" y="78"/>
                      <a:pt x="89" y="76"/>
                      <a:pt x="87" y="74"/>
                    </a:cubicBezTo>
                    <a:cubicBezTo>
                      <a:pt x="87" y="74"/>
                      <a:pt x="82" y="71"/>
                      <a:pt x="79" y="74"/>
                    </a:cubicBezTo>
                    <a:cubicBezTo>
                      <a:pt x="79" y="74"/>
                      <a:pt x="73" y="80"/>
                      <a:pt x="67" y="77"/>
                    </a:cubicBezTo>
                    <a:cubicBezTo>
                      <a:pt x="67" y="77"/>
                      <a:pt x="55" y="87"/>
                      <a:pt x="48" y="87"/>
                    </a:cubicBezTo>
                    <a:cubicBezTo>
                      <a:pt x="48" y="87"/>
                      <a:pt x="39" y="89"/>
                      <a:pt x="33" y="95"/>
                    </a:cubicBezTo>
                    <a:cubicBezTo>
                      <a:pt x="33" y="95"/>
                      <a:pt x="24" y="100"/>
                      <a:pt x="20" y="106"/>
                    </a:cubicBezTo>
                    <a:cubicBezTo>
                      <a:pt x="20" y="106"/>
                      <a:pt x="9" y="119"/>
                      <a:pt x="3" y="108"/>
                    </a:cubicBezTo>
                    <a:cubicBezTo>
                      <a:pt x="3" y="108"/>
                      <a:pt x="0" y="94"/>
                      <a:pt x="11" y="80"/>
                    </a:cubicBezTo>
                    <a:cubicBezTo>
                      <a:pt x="11" y="80"/>
                      <a:pt x="17" y="74"/>
                      <a:pt x="19" y="81"/>
                    </a:cubicBezTo>
                    <a:cubicBezTo>
                      <a:pt x="19" y="81"/>
                      <a:pt x="19" y="85"/>
                      <a:pt x="23" y="85"/>
                    </a:cubicBezTo>
                    <a:cubicBezTo>
                      <a:pt x="26" y="85"/>
                      <a:pt x="24" y="85"/>
                      <a:pt x="24" y="85"/>
                    </a:cubicBezTo>
                    <a:cubicBezTo>
                      <a:pt x="24" y="85"/>
                      <a:pt x="26" y="84"/>
                      <a:pt x="24" y="80"/>
                    </a:cubicBezTo>
                    <a:cubicBezTo>
                      <a:pt x="24" y="80"/>
                      <a:pt x="22" y="74"/>
                      <a:pt x="23" y="70"/>
                    </a:cubicBezTo>
                    <a:cubicBezTo>
                      <a:pt x="23" y="70"/>
                      <a:pt x="24" y="63"/>
                      <a:pt x="21" y="60"/>
                    </a:cubicBezTo>
                    <a:cubicBezTo>
                      <a:pt x="21" y="60"/>
                      <a:pt x="18" y="55"/>
                      <a:pt x="20" y="54"/>
                    </a:cubicBezTo>
                    <a:cubicBezTo>
                      <a:pt x="20" y="54"/>
                      <a:pt x="21" y="51"/>
                      <a:pt x="18" y="48"/>
                    </a:cubicBezTo>
                    <a:cubicBezTo>
                      <a:pt x="18" y="48"/>
                      <a:pt x="11" y="38"/>
                      <a:pt x="16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3" name="íṣľíḍè"/>
              <p:cNvSpPr/>
              <p:nvPr/>
            </p:nvSpPr>
            <p:spPr bwMode="auto">
              <a:xfrm>
                <a:off x="8537576" y="3284538"/>
                <a:ext cx="280988" cy="342900"/>
              </a:xfrm>
              <a:custGeom>
                <a:avLst/>
                <a:gdLst>
                  <a:gd name="T0" fmla="*/ 24 w 85"/>
                  <a:gd name="T1" fmla="*/ 14 h 103"/>
                  <a:gd name="T2" fmla="*/ 47 w 85"/>
                  <a:gd name="T3" fmla="*/ 7 h 103"/>
                  <a:gd name="T4" fmla="*/ 64 w 85"/>
                  <a:gd name="T5" fmla="*/ 3 h 103"/>
                  <a:gd name="T6" fmla="*/ 71 w 85"/>
                  <a:gd name="T7" fmla="*/ 7 h 103"/>
                  <a:gd name="T8" fmla="*/ 60 w 85"/>
                  <a:gd name="T9" fmla="*/ 13 h 103"/>
                  <a:gd name="T10" fmla="*/ 48 w 85"/>
                  <a:gd name="T11" fmla="*/ 26 h 103"/>
                  <a:gd name="T12" fmla="*/ 55 w 85"/>
                  <a:gd name="T13" fmla="*/ 32 h 103"/>
                  <a:gd name="T14" fmla="*/ 72 w 85"/>
                  <a:gd name="T15" fmla="*/ 27 h 103"/>
                  <a:gd name="T16" fmla="*/ 83 w 85"/>
                  <a:gd name="T17" fmla="*/ 33 h 103"/>
                  <a:gd name="T18" fmla="*/ 77 w 85"/>
                  <a:gd name="T19" fmla="*/ 40 h 103"/>
                  <a:gd name="T20" fmla="*/ 71 w 85"/>
                  <a:gd name="T21" fmla="*/ 38 h 103"/>
                  <a:gd name="T22" fmla="*/ 58 w 85"/>
                  <a:gd name="T23" fmla="*/ 42 h 103"/>
                  <a:gd name="T24" fmla="*/ 56 w 85"/>
                  <a:gd name="T25" fmla="*/ 53 h 103"/>
                  <a:gd name="T26" fmla="*/ 50 w 85"/>
                  <a:gd name="T27" fmla="*/ 84 h 103"/>
                  <a:gd name="T28" fmla="*/ 50 w 85"/>
                  <a:gd name="T29" fmla="*/ 84 h 103"/>
                  <a:gd name="T30" fmla="*/ 29 w 85"/>
                  <a:gd name="T31" fmla="*/ 92 h 103"/>
                  <a:gd name="T32" fmla="*/ 14 w 85"/>
                  <a:gd name="T33" fmla="*/ 72 h 103"/>
                  <a:gd name="T34" fmla="*/ 21 w 85"/>
                  <a:gd name="T35" fmla="*/ 71 h 103"/>
                  <a:gd name="T36" fmla="*/ 44 w 85"/>
                  <a:gd name="T37" fmla="*/ 66 h 103"/>
                  <a:gd name="T38" fmla="*/ 43 w 85"/>
                  <a:gd name="T39" fmla="*/ 57 h 103"/>
                  <a:gd name="T40" fmla="*/ 34 w 85"/>
                  <a:gd name="T41" fmla="*/ 49 h 103"/>
                  <a:gd name="T42" fmla="*/ 13 w 85"/>
                  <a:gd name="T43" fmla="*/ 52 h 103"/>
                  <a:gd name="T44" fmla="*/ 0 w 85"/>
                  <a:gd name="T45" fmla="*/ 44 h 103"/>
                  <a:gd name="T46" fmla="*/ 12 w 85"/>
                  <a:gd name="T47" fmla="*/ 40 h 103"/>
                  <a:gd name="T48" fmla="*/ 38 w 85"/>
                  <a:gd name="T49" fmla="*/ 35 h 103"/>
                  <a:gd name="T50" fmla="*/ 39 w 85"/>
                  <a:gd name="T51" fmla="*/ 20 h 103"/>
                  <a:gd name="T52" fmla="*/ 30 w 85"/>
                  <a:gd name="T53" fmla="*/ 21 h 103"/>
                  <a:gd name="T54" fmla="*/ 16 w 85"/>
                  <a:gd name="T55" fmla="*/ 22 h 103"/>
                  <a:gd name="T56" fmla="*/ 24 w 85"/>
                  <a:gd name="T57" fmla="*/ 1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5" h="103">
                    <a:moveTo>
                      <a:pt x="24" y="14"/>
                    </a:moveTo>
                    <a:cubicBezTo>
                      <a:pt x="26" y="14"/>
                      <a:pt x="36" y="14"/>
                      <a:pt x="47" y="7"/>
                    </a:cubicBezTo>
                    <a:cubicBezTo>
                      <a:pt x="47" y="7"/>
                      <a:pt x="58" y="0"/>
                      <a:pt x="64" y="3"/>
                    </a:cubicBezTo>
                    <a:cubicBezTo>
                      <a:pt x="64" y="3"/>
                      <a:pt x="72" y="3"/>
                      <a:pt x="71" y="7"/>
                    </a:cubicBezTo>
                    <a:cubicBezTo>
                      <a:pt x="71" y="7"/>
                      <a:pt x="69" y="12"/>
                      <a:pt x="60" y="13"/>
                    </a:cubicBezTo>
                    <a:cubicBezTo>
                      <a:pt x="60" y="13"/>
                      <a:pt x="48" y="17"/>
                      <a:pt x="48" y="26"/>
                    </a:cubicBezTo>
                    <a:cubicBezTo>
                      <a:pt x="48" y="26"/>
                      <a:pt x="47" y="32"/>
                      <a:pt x="55" y="32"/>
                    </a:cubicBezTo>
                    <a:cubicBezTo>
                      <a:pt x="72" y="27"/>
                      <a:pt x="72" y="27"/>
                      <a:pt x="72" y="27"/>
                    </a:cubicBezTo>
                    <a:cubicBezTo>
                      <a:pt x="72" y="27"/>
                      <a:pt x="79" y="24"/>
                      <a:pt x="83" y="33"/>
                    </a:cubicBezTo>
                    <a:cubicBezTo>
                      <a:pt x="83" y="33"/>
                      <a:pt x="85" y="40"/>
                      <a:pt x="77" y="40"/>
                    </a:cubicBezTo>
                    <a:cubicBezTo>
                      <a:pt x="77" y="40"/>
                      <a:pt x="75" y="37"/>
                      <a:pt x="71" y="38"/>
                    </a:cubicBezTo>
                    <a:cubicBezTo>
                      <a:pt x="58" y="42"/>
                      <a:pt x="58" y="42"/>
                      <a:pt x="58" y="42"/>
                    </a:cubicBezTo>
                    <a:cubicBezTo>
                      <a:pt x="58" y="42"/>
                      <a:pt x="53" y="44"/>
                      <a:pt x="56" y="53"/>
                    </a:cubicBezTo>
                    <a:cubicBezTo>
                      <a:pt x="56" y="53"/>
                      <a:pt x="56" y="78"/>
                      <a:pt x="50" y="84"/>
                    </a:cubicBezTo>
                    <a:cubicBezTo>
                      <a:pt x="50" y="84"/>
                      <a:pt x="50" y="84"/>
                      <a:pt x="50" y="84"/>
                    </a:cubicBezTo>
                    <a:cubicBezTo>
                      <a:pt x="43" y="90"/>
                      <a:pt x="38" y="103"/>
                      <a:pt x="29" y="92"/>
                    </a:cubicBezTo>
                    <a:cubicBezTo>
                      <a:pt x="29" y="92"/>
                      <a:pt x="15" y="84"/>
                      <a:pt x="14" y="72"/>
                    </a:cubicBezTo>
                    <a:cubicBezTo>
                      <a:pt x="14" y="72"/>
                      <a:pt x="15" y="68"/>
                      <a:pt x="21" y="71"/>
                    </a:cubicBezTo>
                    <a:cubicBezTo>
                      <a:pt x="21" y="71"/>
                      <a:pt x="38" y="77"/>
                      <a:pt x="44" y="66"/>
                    </a:cubicBezTo>
                    <a:cubicBezTo>
                      <a:pt x="44" y="66"/>
                      <a:pt x="44" y="59"/>
                      <a:pt x="43" y="57"/>
                    </a:cubicBezTo>
                    <a:cubicBezTo>
                      <a:pt x="43" y="57"/>
                      <a:pt x="42" y="48"/>
                      <a:pt x="34" y="49"/>
                    </a:cubicBezTo>
                    <a:cubicBezTo>
                      <a:pt x="34" y="49"/>
                      <a:pt x="20" y="49"/>
                      <a:pt x="13" y="52"/>
                    </a:cubicBezTo>
                    <a:cubicBezTo>
                      <a:pt x="13" y="52"/>
                      <a:pt x="5" y="58"/>
                      <a:pt x="0" y="44"/>
                    </a:cubicBezTo>
                    <a:cubicBezTo>
                      <a:pt x="0" y="44"/>
                      <a:pt x="5" y="39"/>
                      <a:pt x="12" y="40"/>
                    </a:cubicBezTo>
                    <a:cubicBezTo>
                      <a:pt x="12" y="40"/>
                      <a:pt x="34" y="44"/>
                      <a:pt x="38" y="35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39" y="20"/>
                      <a:pt x="36" y="18"/>
                      <a:pt x="30" y="21"/>
                    </a:cubicBezTo>
                    <a:cubicBezTo>
                      <a:pt x="30" y="21"/>
                      <a:pt x="20" y="30"/>
                      <a:pt x="16" y="22"/>
                    </a:cubicBezTo>
                    <a:cubicBezTo>
                      <a:pt x="16" y="22"/>
                      <a:pt x="10" y="16"/>
                      <a:pt x="2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</p:grpSp>
        <p:grpSp>
          <p:nvGrpSpPr>
            <p:cNvPr id="44" name="íṥľíḓé"/>
            <p:cNvGrpSpPr/>
            <p:nvPr/>
          </p:nvGrpSpPr>
          <p:grpSpPr>
            <a:xfrm>
              <a:off x="3645458" y="3873595"/>
              <a:ext cx="7018182" cy="227590"/>
              <a:chOff x="4624388" y="3695700"/>
              <a:chExt cx="4210051" cy="136526"/>
            </a:xfrm>
            <a:grpFill/>
          </p:grpSpPr>
          <p:sp>
            <p:nvSpPr>
              <p:cNvPr id="45" name="îš1îde"/>
              <p:cNvSpPr/>
              <p:nvPr/>
            </p:nvSpPr>
            <p:spPr bwMode="auto">
              <a:xfrm>
                <a:off x="4624388" y="3700463"/>
                <a:ext cx="98425" cy="131763"/>
              </a:xfrm>
              <a:custGeom>
                <a:avLst/>
                <a:gdLst>
                  <a:gd name="T0" fmla="*/ 0 w 30"/>
                  <a:gd name="T1" fmla="*/ 40 h 40"/>
                  <a:gd name="T2" fmla="*/ 0 w 30"/>
                  <a:gd name="T3" fmla="*/ 0 h 40"/>
                  <a:gd name="T4" fmla="*/ 15 w 30"/>
                  <a:gd name="T5" fmla="*/ 0 h 40"/>
                  <a:gd name="T6" fmla="*/ 22 w 30"/>
                  <a:gd name="T7" fmla="*/ 1 h 40"/>
                  <a:gd name="T8" fmla="*/ 27 w 30"/>
                  <a:gd name="T9" fmla="*/ 5 h 40"/>
                  <a:gd name="T10" fmla="*/ 28 w 30"/>
                  <a:gd name="T11" fmla="*/ 10 h 40"/>
                  <a:gd name="T12" fmla="*/ 27 w 30"/>
                  <a:gd name="T13" fmla="*/ 15 h 40"/>
                  <a:gd name="T14" fmla="*/ 23 w 30"/>
                  <a:gd name="T15" fmla="*/ 19 h 40"/>
                  <a:gd name="T16" fmla="*/ 28 w 30"/>
                  <a:gd name="T17" fmla="*/ 22 h 40"/>
                  <a:gd name="T18" fmla="*/ 30 w 30"/>
                  <a:gd name="T19" fmla="*/ 28 h 40"/>
                  <a:gd name="T20" fmla="*/ 29 w 30"/>
                  <a:gd name="T21" fmla="*/ 33 h 40"/>
                  <a:gd name="T22" fmla="*/ 26 w 30"/>
                  <a:gd name="T23" fmla="*/ 37 h 40"/>
                  <a:gd name="T24" fmla="*/ 22 w 30"/>
                  <a:gd name="T25" fmla="*/ 39 h 40"/>
                  <a:gd name="T26" fmla="*/ 15 w 30"/>
                  <a:gd name="T27" fmla="*/ 40 h 40"/>
                  <a:gd name="T28" fmla="*/ 0 w 30"/>
                  <a:gd name="T29" fmla="*/ 40 h 40"/>
                  <a:gd name="T30" fmla="*/ 5 w 30"/>
                  <a:gd name="T31" fmla="*/ 17 h 40"/>
                  <a:gd name="T32" fmla="*/ 14 w 30"/>
                  <a:gd name="T33" fmla="*/ 17 h 40"/>
                  <a:gd name="T34" fmla="*/ 19 w 30"/>
                  <a:gd name="T35" fmla="*/ 16 h 40"/>
                  <a:gd name="T36" fmla="*/ 22 w 30"/>
                  <a:gd name="T37" fmla="*/ 14 h 40"/>
                  <a:gd name="T38" fmla="*/ 23 w 30"/>
                  <a:gd name="T39" fmla="*/ 11 h 40"/>
                  <a:gd name="T40" fmla="*/ 22 w 30"/>
                  <a:gd name="T41" fmla="*/ 7 h 40"/>
                  <a:gd name="T42" fmla="*/ 19 w 30"/>
                  <a:gd name="T43" fmla="*/ 5 h 40"/>
                  <a:gd name="T44" fmla="*/ 13 w 30"/>
                  <a:gd name="T45" fmla="*/ 5 h 40"/>
                  <a:gd name="T46" fmla="*/ 5 w 30"/>
                  <a:gd name="T47" fmla="*/ 5 h 40"/>
                  <a:gd name="T48" fmla="*/ 5 w 30"/>
                  <a:gd name="T49" fmla="*/ 17 h 40"/>
                  <a:gd name="T50" fmla="*/ 5 w 30"/>
                  <a:gd name="T51" fmla="*/ 35 h 40"/>
                  <a:gd name="T52" fmla="*/ 15 w 30"/>
                  <a:gd name="T53" fmla="*/ 35 h 40"/>
                  <a:gd name="T54" fmla="*/ 19 w 30"/>
                  <a:gd name="T55" fmla="*/ 35 h 40"/>
                  <a:gd name="T56" fmla="*/ 22 w 30"/>
                  <a:gd name="T57" fmla="*/ 34 h 40"/>
                  <a:gd name="T58" fmla="*/ 24 w 30"/>
                  <a:gd name="T59" fmla="*/ 31 h 40"/>
                  <a:gd name="T60" fmla="*/ 25 w 30"/>
                  <a:gd name="T61" fmla="*/ 28 h 40"/>
                  <a:gd name="T62" fmla="*/ 23 w 30"/>
                  <a:gd name="T63" fmla="*/ 24 h 40"/>
                  <a:gd name="T64" fmla="*/ 20 w 30"/>
                  <a:gd name="T65" fmla="*/ 22 h 40"/>
                  <a:gd name="T66" fmla="*/ 15 w 30"/>
                  <a:gd name="T67" fmla="*/ 21 h 40"/>
                  <a:gd name="T68" fmla="*/ 5 w 30"/>
                  <a:gd name="T69" fmla="*/ 21 h 40"/>
                  <a:gd name="T70" fmla="*/ 5 w 30"/>
                  <a:gd name="T71" fmla="*/ 3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0" h="40">
                    <a:moveTo>
                      <a:pt x="0" y="4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8" y="0"/>
                      <a:pt x="20" y="0"/>
                      <a:pt x="22" y="1"/>
                    </a:cubicBezTo>
                    <a:cubicBezTo>
                      <a:pt x="24" y="2"/>
                      <a:pt x="25" y="3"/>
                      <a:pt x="27" y="5"/>
                    </a:cubicBezTo>
                    <a:cubicBezTo>
                      <a:pt x="28" y="7"/>
                      <a:pt x="28" y="8"/>
                      <a:pt x="28" y="10"/>
                    </a:cubicBezTo>
                    <a:cubicBezTo>
                      <a:pt x="28" y="12"/>
                      <a:pt x="28" y="13"/>
                      <a:pt x="27" y="15"/>
                    </a:cubicBezTo>
                    <a:cubicBezTo>
                      <a:pt x="26" y="16"/>
                      <a:pt x="24" y="18"/>
                      <a:pt x="23" y="19"/>
                    </a:cubicBezTo>
                    <a:cubicBezTo>
                      <a:pt x="25" y="19"/>
                      <a:pt x="27" y="20"/>
                      <a:pt x="28" y="22"/>
                    </a:cubicBezTo>
                    <a:cubicBezTo>
                      <a:pt x="29" y="24"/>
                      <a:pt x="30" y="26"/>
                      <a:pt x="30" y="28"/>
                    </a:cubicBezTo>
                    <a:cubicBezTo>
                      <a:pt x="30" y="30"/>
                      <a:pt x="30" y="32"/>
                      <a:pt x="29" y="33"/>
                    </a:cubicBezTo>
                    <a:cubicBezTo>
                      <a:pt x="28" y="35"/>
                      <a:pt x="27" y="36"/>
                      <a:pt x="26" y="37"/>
                    </a:cubicBezTo>
                    <a:cubicBezTo>
                      <a:pt x="25" y="38"/>
                      <a:pt x="23" y="39"/>
                      <a:pt x="22" y="39"/>
                    </a:cubicBezTo>
                    <a:cubicBezTo>
                      <a:pt x="20" y="39"/>
                      <a:pt x="18" y="40"/>
                      <a:pt x="15" y="40"/>
                    </a:cubicBezTo>
                    <a:cubicBezTo>
                      <a:pt x="0" y="40"/>
                      <a:pt x="0" y="40"/>
                      <a:pt x="0" y="40"/>
                    </a:cubicBezTo>
                    <a:close/>
                    <a:moveTo>
                      <a:pt x="5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6" y="17"/>
                      <a:pt x="18" y="17"/>
                      <a:pt x="19" y="16"/>
                    </a:cubicBezTo>
                    <a:cubicBezTo>
                      <a:pt x="20" y="16"/>
                      <a:pt x="21" y="15"/>
                      <a:pt x="22" y="14"/>
                    </a:cubicBezTo>
                    <a:cubicBezTo>
                      <a:pt x="23" y="13"/>
                      <a:pt x="23" y="12"/>
                      <a:pt x="23" y="11"/>
                    </a:cubicBezTo>
                    <a:cubicBezTo>
                      <a:pt x="23" y="10"/>
                      <a:pt x="23" y="8"/>
                      <a:pt x="22" y="7"/>
                    </a:cubicBezTo>
                    <a:cubicBezTo>
                      <a:pt x="21" y="6"/>
                      <a:pt x="20" y="6"/>
                      <a:pt x="19" y="5"/>
                    </a:cubicBezTo>
                    <a:cubicBezTo>
                      <a:pt x="18" y="5"/>
                      <a:pt x="16" y="5"/>
                      <a:pt x="13" y="5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17"/>
                      <a:pt x="5" y="17"/>
                      <a:pt x="5" y="17"/>
                    </a:cubicBezTo>
                    <a:close/>
                    <a:moveTo>
                      <a:pt x="5" y="35"/>
                    </a:moveTo>
                    <a:cubicBezTo>
                      <a:pt x="15" y="35"/>
                      <a:pt x="15" y="35"/>
                      <a:pt x="15" y="35"/>
                    </a:cubicBezTo>
                    <a:cubicBezTo>
                      <a:pt x="17" y="35"/>
                      <a:pt x="18" y="35"/>
                      <a:pt x="19" y="35"/>
                    </a:cubicBezTo>
                    <a:cubicBezTo>
                      <a:pt x="20" y="35"/>
                      <a:pt x="21" y="34"/>
                      <a:pt x="22" y="34"/>
                    </a:cubicBezTo>
                    <a:cubicBezTo>
                      <a:pt x="23" y="33"/>
                      <a:pt x="23" y="32"/>
                      <a:pt x="24" y="31"/>
                    </a:cubicBezTo>
                    <a:cubicBezTo>
                      <a:pt x="24" y="31"/>
                      <a:pt x="25" y="29"/>
                      <a:pt x="25" y="28"/>
                    </a:cubicBezTo>
                    <a:cubicBezTo>
                      <a:pt x="25" y="27"/>
                      <a:pt x="24" y="25"/>
                      <a:pt x="23" y="24"/>
                    </a:cubicBezTo>
                    <a:cubicBezTo>
                      <a:pt x="23" y="23"/>
                      <a:pt x="22" y="22"/>
                      <a:pt x="20" y="22"/>
                    </a:cubicBezTo>
                    <a:cubicBezTo>
                      <a:pt x="19" y="22"/>
                      <a:pt x="17" y="21"/>
                      <a:pt x="15" y="21"/>
                    </a:cubicBezTo>
                    <a:cubicBezTo>
                      <a:pt x="5" y="21"/>
                      <a:pt x="5" y="21"/>
                      <a:pt x="5" y="21"/>
                    </a:cubicBezTo>
                    <a:lnTo>
                      <a:pt x="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46" name="íSļïďé"/>
              <p:cNvSpPr/>
              <p:nvPr/>
            </p:nvSpPr>
            <p:spPr bwMode="auto">
              <a:xfrm>
                <a:off x="4887913" y="3700463"/>
                <a:ext cx="100013" cy="131763"/>
              </a:xfrm>
              <a:custGeom>
                <a:avLst/>
                <a:gdLst>
                  <a:gd name="T0" fmla="*/ 0 w 63"/>
                  <a:gd name="T1" fmla="*/ 83 h 83"/>
                  <a:gd name="T2" fmla="*/ 0 w 63"/>
                  <a:gd name="T3" fmla="*/ 0 h 83"/>
                  <a:gd name="T4" fmla="*/ 61 w 63"/>
                  <a:gd name="T5" fmla="*/ 0 h 83"/>
                  <a:gd name="T6" fmla="*/ 61 w 63"/>
                  <a:gd name="T7" fmla="*/ 10 h 83"/>
                  <a:gd name="T8" fmla="*/ 13 w 63"/>
                  <a:gd name="T9" fmla="*/ 10 h 83"/>
                  <a:gd name="T10" fmla="*/ 13 w 63"/>
                  <a:gd name="T11" fmla="*/ 35 h 83"/>
                  <a:gd name="T12" fmla="*/ 56 w 63"/>
                  <a:gd name="T13" fmla="*/ 35 h 83"/>
                  <a:gd name="T14" fmla="*/ 56 w 63"/>
                  <a:gd name="T15" fmla="*/ 43 h 83"/>
                  <a:gd name="T16" fmla="*/ 13 w 63"/>
                  <a:gd name="T17" fmla="*/ 43 h 83"/>
                  <a:gd name="T18" fmla="*/ 13 w 63"/>
                  <a:gd name="T19" fmla="*/ 73 h 83"/>
                  <a:gd name="T20" fmla="*/ 63 w 63"/>
                  <a:gd name="T21" fmla="*/ 73 h 83"/>
                  <a:gd name="T22" fmla="*/ 63 w 63"/>
                  <a:gd name="T23" fmla="*/ 83 h 83"/>
                  <a:gd name="T24" fmla="*/ 0 w 63"/>
                  <a:gd name="T2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3" h="83">
                    <a:moveTo>
                      <a:pt x="0" y="83"/>
                    </a:moveTo>
                    <a:lnTo>
                      <a:pt x="0" y="0"/>
                    </a:lnTo>
                    <a:lnTo>
                      <a:pt x="61" y="0"/>
                    </a:lnTo>
                    <a:lnTo>
                      <a:pt x="61" y="10"/>
                    </a:lnTo>
                    <a:lnTo>
                      <a:pt x="13" y="10"/>
                    </a:lnTo>
                    <a:lnTo>
                      <a:pt x="13" y="35"/>
                    </a:lnTo>
                    <a:lnTo>
                      <a:pt x="56" y="35"/>
                    </a:lnTo>
                    <a:lnTo>
                      <a:pt x="56" y="43"/>
                    </a:lnTo>
                    <a:lnTo>
                      <a:pt x="13" y="43"/>
                    </a:lnTo>
                    <a:lnTo>
                      <a:pt x="13" y="73"/>
                    </a:lnTo>
                    <a:lnTo>
                      <a:pt x="63" y="73"/>
                    </a:lnTo>
                    <a:lnTo>
                      <a:pt x="63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47" name="íṥľîḍe"/>
              <p:cNvSpPr/>
              <p:nvPr/>
            </p:nvSpPr>
            <p:spPr bwMode="auto">
              <a:xfrm>
                <a:off x="5156201" y="3700463"/>
                <a:ext cx="15875" cy="1317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48" name="îṧ1iḍê"/>
              <p:cNvSpPr/>
              <p:nvPr/>
            </p:nvSpPr>
            <p:spPr bwMode="auto">
              <a:xfrm>
                <a:off x="5346701" y="3700463"/>
                <a:ext cx="103188" cy="131763"/>
              </a:xfrm>
              <a:custGeom>
                <a:avLst/>
                <a:gdLst>
                  <a:gd name="T0" fmla="*/ 0 w 65"/>
                  <a:gd name="T1" fmla="*/ 83 h 83"/>
                  <a:gd name="T2" fmla="*/ 0 w 65"/>
                  <a:gd name="T3" fmla="*/ 0 h 83"/>
                  <a:gd name="T4" fmla="*/ 11 w 65"/>
                  <a:gd name="T5" fmla="*/ 0 h 83"/>
                  <a:gd name="T6" fmla="*/ 11 w 65"/>
                  <a:gd name="T7" fmla="*/ 33 h 83"/>
                  <a:gd name="T8" fmla="*/ 52 w 65"/>
                  <a:gd name="T9" fmla="*/ 33 h 83"/>
                  <a:gd name="T10" fmla="*/ 52 w 65"/>
                  <a:gd name="T11" fmla="*/ 0 h 83"/>
                  <a:gd name="T12" fmla="*/ 65 w 65"/>
                  <a:gd name="T13" fmla="*/ 0 h 83"/>
                  <a:gd name="T14" fmla="*/ 65 w 65"/>
                  <a:gd name="T15" fmla="*/ 83 h 83"/>
                  <a:gd name="T16" fmla="*/ 52 w 65"/>
                  <a:gd name="T17" fmla="*/ 83 h 83"/>
                  <a:gd name="T18" fmla="*/ 52 w 65"/>
                  <a:gd name="T19" fmla="*/ 43 h 83"/>
                  <a:gd name="T20" fmla="*/ 11 w 65"/>
                  <a:gd name="T21" fmla="*/ 43 h 83"/>
                  <a:gd name="T22" fmla="*/ 11 w 65"/>
                  <a:gd name="T23" fmla="*/ 83 h 83"/>
                  <a:gd name="T24" fmla="*/ 0 w 65"/>
                  <a:gd name="T2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5" h="83">
                    <a:moveTo>
                      <a:pt x="0" y="83"/>
                    </a:moveTo>
                    <a:lnTo>
                      <a:pt x="0" y="0"/>
                    </a:lnTo>
                    <a:lnTo>
                      <a:pt x="11" y="0"/>
                    </a:lnTo>
                    <a:lnTo>
                      <a:pt x="11" y="33"/>
                    </a:lnTo>
                    <a:lnTo>
                      <a:pt x="52" y="33"/>
                    </a:lnTo>
                    <a:lnTo>
                      <a:pt x="52" y="0"/>
                    </a:lnTo>
                    <a:lnTo>
                      <a:pt x="65" y="0"/>
                    </a:lnTo>
                    <a:lnTo>
                      <a:pt x="65" y="83"/>
                    </a:lnTo>
                    <a:lnTo>
                      <a:pt x="52" y="83"/>
                    </a:lnTo>
                    <a:lnTo>
                      <a:pt x="52" y="43"/>
                    </a:lnTo>
                    <a:lnTo>
                      <a:pt x="11" y="43"/>
                    </a:lnTo>
                    <a:lnTo>
                      <a:pt x="11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49" name="îšlïḓe"/>
              <p:cNvSpPr/>
              <p:nvPr/>
            </p:nvSpPr>
            <p:spPr bwMode="auto">
              <a:xfrm>
                <a:off x="5603876" y="3700463"/>
                <a:ext cx="122238" cy="131763"/>
              </a:xfrm>
              <a:custGeom>
                <a:avLst/>
                <a:gdLst>
                  <a:gd name="T0" fmla="*/ 0 w 37"/>
                  <a:gd name="T1" fmla="*/ 40 h 40"/>
                  <a:gd name="T2" fmla="*/ 15 w 37"/>
                  <a:gd name="T3" fmla="*/ 0 h 40"/>
                  <a:gd name="T4" fmla="*/ 21 w 37"/>
                  <a:gd name="T5" fmla="*/ 0 h 40"/>
                  <a:gd name="T6" fmla="*/ 37 w 37"/>
                  <a:gd name="T7" fmla="*/ 40 h 40"/>
                  <a:gd name="T8" fmla="*/ 31 w 37"/>
                  <a:gd name="T9" fmla="*/ 40 h 40"/>
                  <a:gd name="T10" fmla="*/ 26 w 37"/>
                  <a:gd name="T11" fmla="*/ 28 h 40"/>
                  <a:gd name="T12" fmla="*/ 10 w 37"/>
                  <a:gd name="T13" fmla="*/ 28 h 40"/>
                  <a:gd name="T14" fmla="*/ 6 w 37"/>
                  <a:gd name="T15" fmla="*/ 40 h 40"/>
                  <a:gd name="T16" fmla="*/ 0 w 37"/>
                  <a:gd name="T17" fmla="*/ 40 h 40"/>
                  <a:gd name="T18" fmla="*/ 11 w 37"/>
                  <a:gd name="T19" fmla="*/ 23 h 40"/>
                  <a:gd name="T20" fmla="*/ 25 w 37"/>
                  <a:gd name="T21" fmla="*/ 23 h 40"/>
                  <a:gd name="T22" fmla="*/ 21 w 37"/>
                  <a:gd name="T23" fmla="*/ 12 h 40"/>
                  <a:gd name="T24" fmla="*/ 18 w 37"/>
                  <a:gd name="T25" fmla="*/ 4 h 40"/>
                  <a:gd name="T26" fmla="*/ 16 w 37"/>
                  <a:gd name="T27" fmla="*/ 12 h 40"/>
                  <a:gd name="T28" fmla="*/ 11 w 37"/>
                  <a:gd name="T29" fmla="*/ 2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7" h="40">
                    <a:moveTo>
                      <a:pt x="0" y="40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26" y="28"/>
                      <a:pt x="26" y="28"/>
                      <a:pt x="26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0" y="40"/>
                      <a:pt x="0" y="40"/>
                      <a:pt x="0" y="40"/>
                    </a:cubicBezTo>
                    <a:close/>
                    <a:moveTo>
                      <a:pt x="11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19" y="9"/>
                      <a:pt x="18" y="6"/>
                      <a:pt x="18" y="4"/>
                    </a:cubicBezTo>
                    <a:cubicBezTo>
                      <a:pt x="17" y="7"/>
                      <a:pt x="17" y="9"/>
                      <a:pt x="16" y="12"/>
                    </a:cubicBezTo>
                    <a:lnTo>
                      <a:pt x="11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0" name="iṩľiďe"/>
              <p:cNvSpPr/>
              <p:nvPr/>
            </p:nvSpPr>
            <p:spPr bwMode="auto">
              <a:xfrm>
                <a:off x="5881688" y="3700463"/>
                <a:ext cx="101600" cy="131763"/>
              </a:xfrm>
              <a:custGeom>
                <a:avLst/>
                <a:gdLst>
                  <a:gd name="T0" fmla="*/ 0 w 64"/>
                  <a:gd name="T1" fmla="*/ 83 h 83"/>
                  <a:gd name="T2" fmla="*/ 0 w 64"/>
                  <a:gd name="T3" fmla="*/ 0 h 83"/>
                  <a:gd name="T4" fmla="*/ 12 w 64"/>
                  <a:gd name="T5" fmla="*/ 0 h 83"/>
                  <a:gd name="T6" fmla="*/ 54 w 64"/>
                  <a:gd name="T7" fmla="*/ 64 h 83"/>
                  <a:gd name="T8" fmla="*/ 54 w 64"/>
                  <a:gd name="T9" fmla="*/ 0 h 83"/>
                  <a:gd name="T10" fmla="*/ 64 w 64"/>
                  <a:gd name="T11" fmla="*/ 0 h 83"/>
                  <a:gd name="T12" fmla="*/ 64 w 64"/>
                  <a:gd name="T13" fmla="*/ 83 h 83"/>
                  <a:gd name="T14" fmla="*/ 54 w 64"/>
                  <a:gd name="T15" fmla="*/ 83 h 83"/>
                  <a:gd name="T16" fmla="*/ 10 w 64"/>
                  <a:gd name="T17" fmla="*/ 18 h 83"/>
                  <a:gd name="T18" fmla="*/ 10 w 64"/>
                  <a:gd name="T19" fmla="*/ 83 h 83"/>
                  <a:gd name="T20" fmla="*/ 0 w 64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4" h="83">
                    <a:moveTo>
                      <a:pt x="0" y="83"/>
                    </a:moveTo>
                    <a:lnTo>
                      <a:pt x="0" y="0"/>
                    </a:lnTo>
                    <a:lnTo>
                      <a:pt x="12" y="0"/>
                    </a:lnTo>
                    <a:lnTo>
                      <a:pt x="54" y="64"/>
                    </a:lnTo>
                    <a:lnTo>
                      <a:pt x="54" y="0"/>
                    </a:lnTo>
                    <a:lnTo>
                      <a:pt x="64" y="0"/>
                    </a:lnTo>
                    <a:lnTo>
                      <a:pt x="64" y="83"/>
                    </a:lnTo>
                    <a:lnTo>
                      <a:pt x="54" y="83"/>
                    </a:lnTo>
                    <a:lnTo>
                      <a:pt x="10" y="18"/>
                    </a:lnTo>
                    <a:lnTo>
                      <a:pt x="10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1" name="ïṩlíḋè"/>
              <p:cNvSpPr/>
              <p:nvPr/>
            </p:nvSpPr>
            <p:spPr bwMode="auto">
              <a:xfrm>
                <a:off x="6151563" y="3695700"/>
                <a:ext cx="119063" cy="136525"/>
              </a:xfrm>
              <a:custGeom>
                <a:avLst/>
                <a:gdLst>
                  <a:gd name="T0" fmla="*/ 20 w 36"/>
                  <a:gd name="T1" fmla="*/ 25 h 41"/>
                  <a:gd name="T2" fmla="*/ 20 w 36"/>
                  <a:gd name="T3" fmla="*/ 20 h 41"/>
                  <a:gd name="T4" fmla="*/ 36 w 36"/>
                  <a:gd name="T5" fmla="*/ 20 h 41"/>
                  <a:gd name="T6" fmla="*/ 36 w 36"/>
                  <a:gd name="T7" fmla="*/ 35 h 41"/>
                  <a:gd name="T8" fmla="*/ 28 w 36"/>
                  <a:gd name="T9" fmla="*/ 40 h 41"/>
                  <a:gd name="T10" fmla="*/ 20 w 36"/>
                  <a:gd name="T11" fmla="*/ 41 h 41"/>
                  <a:gd name="T12" fmla="*/ 9 w 36"/>
                  <a:gd name="T13" fmla="*/ 39 h 41"/>
                  <a:gd name="T14" fmla="*/ 2 w 36"/>
                  <a:gd name="T15" fmla="*/ 32 h 41"/>
                  <a:gd name="T16" fmla="*/ 0 w 36"/>
                  <a:gd name="T17" fmla="*/ 21 h 41"/>
                  <a:gd name="T18" fmla="*/ 2 w 36"/>
                  <a:gd name="T19" fmla="*/ 10 h 41"/>
                  <a:gd name="T20" fmla="*/ 9 w 36"/>
                  <a:gd name="T21" fmla="*/ 3 h 41"/>
                  <a:gd name="T22" fmla="*/ 20 w 36"/>
                  <a:gd name="T23" fmla="*/ 0 h 41"/>
                  <a:gd name="T24" fmla="*/ 27 w 36"/>
                  <a:gd name="T25" fmla="*/ 2 h 41"/>
                  <a:gd name="T26" fmla="*/ 33 w 36"/>
                  <a:gd name="T27" fmla="*/ 6 h 41"/>
                  <a:gd name="T28" fmla="*/ 36 w 36"/>
                  <a:gd name="T29" fmla="*/ 12 h 41"/>
                  <a:gd name="T30" fmla="*/ 31 w 36"/>
                  <a:gd name="T31" fmla="*/ 13 h 41"/>
                  <a:gd name="T32" fmla="*/ 29 w 36"/>
                  <a:gd name="T33" fmla="*/ 9 h 41"/>
                  <a:gd name="T34" fmla="*/ 25 w 36"/>
                  <a:gd name="T35" fmla="*/ 6 h 41"/>
                  <a:gd name="T36" fmla="*/ 20 w 36"/>
                  <a:gd name="T37" fmla="*/ 5 h 41"/>
                  <a:gd name="T38" fmla="*/ 13 w 36"/>
                  <a:gd name="T39" fmla="*/ 6 h 41"/>
                  <a:gd name="T40" fmla="*/ 9 w 36"/>
                  <a:gd name="T41" fmla="*/ 9 h 41"/>
                  <a:gd name="T42" fmla="*/ 7 w 36"/>
                  <a:gd name="T43" fmla="*/ 13 h 41"/>
                  <a:gd name="T44" fmla="*/ 5 w 36"/>
                  <a:gd name="T45" fmla="*/ 21 h 41"/>
                  <a:gd name="T46" fmla="*/ 7 w 36"/>
                  <a:gd name="T47" fmla="*/ 30 h 41"/>
                  <a:gd name="T48" fmla="*/ 12 w 36"/>
                  <a:gd name="T49" fmla="*/ 35 h 41"/>
                  <a:gd name="T50" fmla="*/ 20 w 36"/>
                  <a:gd name="T51" fmla="*/ 37 h 41"/>
                  <a:gd name="T52" fmla="*/ 26 w 36"/>
                  <a:gd name="T53" fmla="*/ 35 h 41"/>
                  <a:gd name="T54" fmla="*/ 31 w 36"/>
                  <a:gd name="T55" fmla="*/ 32 h 41"/>
                  <a:gd name="T56" fmla="*/ 31 w 36"/>
                  <a:gd name="T57" fmla="*/ 25 h 41"/>
                  <a:gd name="T58" fmla="*/ 20 w 36"/>
                  <a:gd name="T59" fmla="*/ 25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6" h="41">
                    <a:moveTo>
                      <a:pt x="20" y="25"/>
                    </a:moveTo>
                    <a:cubicBezTo>
                      <a:pt x="20" y="20"/>
                      <a:pt x="20" y="20"/>
                      <a:pt x="20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4" y="37"/>
                      <a:pt x="31" y="39"/>
                      <a:pt x="28" y="40"/>
                    </a:cubicBezTo>
                    <a:cubicBezTo>
                      <a:pt x="26" y="41"/>
                      <a:pt x="23" y="41"/>
                      <a:pt x="20" y="41"/>
                    </a:cubicBezTo>
                    <a:cubicBezTo>
                      <a:pt x="16" y="41"/>
                      <a:pt x="13" y="40"/>
                      <a:pt x="9" y="39"/>
                    </a:cubicBezTo>
                    <a:cubicBezTo>
                      <a:pt x="6" y="37"/>
                      <a:pt x="4" y="35"/>
                      <a:pt x="2" y="32"/>
                    </a:cubicBezTo>
                    <a:cubicBezTo>
                      <a:pt x="1" y="28"/>
                      <a:pt x="0" y="25"/>
                      <a:pt x="0" y="21"/>
                    </a:cubicBezTo>
                    <a:cubicBezTo>
                      <a:pt x="0" y="17"/>
                      <a:pt x="1" y="14"/>
                      <a:pt x="2" y="10"/>
                    </a:cubicBezTo>
                    <a:cubicBezTo>
                      <a:pt x="4" y="7"/>
                      <a:pt x="6" y="4"/>
                      <a:pt x="9" y="3"/>
                    </a:cubicBezTo>
                    <a:cubicBezTo>
                      <a:pt x="12" y="1"/>
                      <a:pt x="16" y="0"/>
                      <a:pt x="20" y="0"/>
                    </a:cubicBezTo>
                    <a:cubicBezTo>
                      <a:pt x="22" y="0"/>
                      <a:pt x="25" y="1"/>
                      <a:pt x="27" y="2"/>
                    </a:cubicBezTo>
                    <a:cubicBezTo>
                      <a:pt x="30" y="3"/>
                      <a:pt x="31" y="4"/>
                      <a:pt x="33" y="6"/>
                    </a:cubicBezTo>
                    <a:cubicBezTo>
                      <a:pt x="34" y="7"/>
                      <a:pt x="35" y="9"/>
                      <a:pt x="36" y="12"/>
                    </a:cubicBezTo>
                    <a:cubicBezTo>
                      <a:pt x="31" y="13"/>
                      <a:pt x="31" y="13"/>
                      <a:pt x="31" y="13"/>
                    </a:cubicBezTo>
                    <a:cubicBezTo>
                      <a:pt x="30" y="11"/>
                      <a:pt x="30" y="10"/>
                      <a:pt x="29" y="9"/>
                    </a:cubicBezTo>
                    <a:cubicBezTo>
                      <a:pt x="28" y="8"/>
                      <a:pt x="27" y="7"/>
                      <a:pt x="25" y="6"/>
                    </a:cubicBezTo>
                    <a:cubicBezTo>
                      <a:pt x="23" y="5"/>
                      <a:pt x="22" y="5"/>
                      <a:pt x="20" y="5"/>
                    </a:cubicBezTo>
                    <a:cubicBezTo>
                      <a:pt x="17" y="5"/>
                      <a:pt x="15" y="5"/>
                      <a:pt x="13" y="6"/>
                    </a:cubicBezTo>
                    <a:cubicBezTo>
                      <a:pt x="12" y="7"/>
                      <a:pt x="10" y="8"/>
                      <a:pt x="9" y="9"/>
                    </a:cubicBezTo>
                    <a:cubicBezTo>
                      <a:pt x="8" y="10"/>
                      <a:pt x="7" y="11"/>
                      <a:pt x="7" y="13"/>
                    </a:cubicBezTo>
                    <a:cubicBezTo>
                      <a:pt x="6" y="15"/>
                      <a:pt x="5" y="18"/>
                      <a:pt x="5" y="21"/>
                    </a:cubicBezTo>
                    <a:cubicBezTo>
                      <a:pt x="5" y="24"/>
                      <a:pt x="6" y="27"/>
                      <a:pt x="7" y="30"/>
                    </a:cubicBezTo>
                    <a:cubicBezTo>
                      <a:pt x="8" y="32"/>
                      <a:pt x="10" y="34"/>
                      <a:pt x="12" y="35"/>
                    </a:cubicBezTo>
                    <a:cubicBezTo>
                      <a:pt x="15" y="36"/>
                      <a:pt x="17" y="37"/>
                      <a:pt x="20" y="37"/>
                    </a:cubicBezTo>
                    <a:cubicBezTo>
                      <a:pt x="22" y="37"/>
                      <a:pt x="24" y="36"/>
                      <a:pt x="26" y="35"/>
                    </a:cubicBezTo>
                    <a:cubicBezTo>
                      <a:pt x="28" y="34"/>
                      <a:pt x="30" y="33"/>
                      <a:pt x="31" y="32"/>
                    </a:cubicBezTo>
                    <a:cubicBezTo>
                      <a:pt x="31" y="25"/>
                      <a:pt x="31" y="25"/>
                      <a:pt x="31" y="25"/>
                    </a:cubicBezTo>
                    <a:lnTo>
                      <a:pt x="20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2" name="iṩľíḋé"/>
              <p:cNvSpPr/>
              <p:nvPr/>
            </p:nvSpPr>
            <p:spPr bwMode="auto">
              <a:xfrm>
                <a:off x="6478588" y="3700463"/>
                <a:ext cx="106363" cy="131763"/>
              </a:xfrm>
              <a:custGeom>
                <a:avLst/>
                <a:gdLst>
                  <a:gd name="T0" fmla="*/ 26 w 32"/>
                  <a:gd name="T1" fmla="*/ 0 h 40"/>
                  <a:gd name="T2" fmla="*/ 32 w 32"/>
                  <a:gd name="T3" fmla="*/ 0 h 40"/>
                  <a:gd name="T4" fmla="*/ 32 w 32"/>
                  <a:gd name="T5" fmla="*/ 23 h 40"/>
                  <a:gd name="T6" fmla="*/ 30 w 32"/>
                  <a:gd name="T7" fmla="*/ 32 h 40"/>
                  <a:gd name="T8" fmla="*/ 25 w 32"/>
                  <a:gd name="T9" fmla="*/ 38 h 40"/>
                  <a:gd name="T10" fmla="*/ 16 w 32"/>
                  <a:gd name="T11" fmla="*/ 40 h 40"/>
                  <a:gd name="T12" fmla="*/ 7 w 32"/>
                  <a:gd name="T13" fmla="*/ 38 h 40"/>
                  <a:gd name="T14" fmla="*/ 2 w 32"/>
                  <a:gd name="T15" fmla="*/ 33 h 40"/>
                  <a:gd name="T16" fmla="*/ 0 w 32"/>
                  <a:gd name="T17" fmla="*/ 23 h 40"/>
                  <a:gd name="T18" fmla="*/ 0 w 32"/>
                  <a:gd name="T19" fmla="*/ 0 h 40"/>
                  <a:gd name="T20" fmla="*/ 6 w 32"/>
                  <a:gd name="T21" fmla="*/ 0 h 40"/>
                  <a:gd name="T22" fmla="*/ 6 w 32"/>
                  <a:gd name="T23" fmla="*/ 23 h 40"/>
                  <a:gd name="T24" fmla="*/ 7 w 32"/>
                  <a:gd name="T25" fmla="*/ 30 h 40"/>
                  <a:gd name="T26" fmla="*/ 10 w 32"/>
                  <a:gd name="T27" fmla="*/ 34 h 40"/>
                  <a:gd name="T28" fmla="*/ 16 w 32"/>
                  <a:gd name="T29" fmla="*/ 36 h 40"/>
                  <a:gd name="T30" fmla="*/ 24 w 32"/>
                  <a:gd name="T31" fmla="*/ 33 h 40"/>
                  <a:gd name="T32" fmla="*/ 26 w 32"/>
                  <a:gd name="T33" fmla="*/ 23 h 40"/>
                  <a:gd name="T34" fmla="*/ 26 w 32"/>
                  <a:gd name="T3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2" h="40">
                    <a:moveTo>
                      <a:pt x="26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2" y="27"/>
                      <a:pt x="31" y="30"/>
                      <a:pt x="30" y="32"/>
                    </a:cubicBezTo>
                    <a:cubicBezTo>
                      <a:pt x="29" y="35"/>
                      <a:pt x="28" y="37"/>
                      <a:pt x="25" y="38"/>
                    </a:cubicBezTo>
                    <a:cubicBezTo>
                      <a:pt x="23" y="40"/>
                      <a:pt x="20" y="40"/>
                      <a:pt x="16" y="40"/>
                    </a:cubicBezTo>
                    <a:cubicBezTo>
                      <a:pt x="12" y="40"/>
                      <a:pt x="9" y="40"/>
                      <a:pt x="7" y="38"/>
                    </a:cubicBezTo>
                    <a:cubicBezTo>
                      <a:pt x="5" y="37"/>
                      <a:pt x="3" y="35"/>
                      <a:pt x="2" y="33"/>
                    </a:cubicBezTo>
                    <a:cubicBezTo>
                      <a:pt x="1" y="30"/>
                      <a:pt x="0" y="27"/>
                      <a:pt x="0" y="2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6"/>
                      <a:pt x="6" y="29"/>
                      <a:pt x="7" y="30"/>
                    </a:cubicBezTo>
                    <a:cubicBezTo>
                      <a:pt x="7" y="32"/>
                      <a:pt x="8" y="33"/>
                      <a:pt x="10" y="34"/>
                    </a:cubicBezTo>
                    <a:cubicBezTo>
                      <a:pt x="11" y="35"/>
                      <a:pt x="13" y="36"/>
                      <a:pt x="16" y="36"/>
                    </a:cubicBezTo>
                    <a:cubicBezTo>
                      <a:pt x="19" y="36"/>
                      <a:pt x="22" y="35"/>
                      <a:pt x="24" y="33"/>
                    </a:cubicBezTo>
                    <a:cubicBezTo>
                      <a:pt x="25" y="31"/>
                      <a:pt x="26" y="28"/>
                      <a:pt x="26" y="23"/>
                    </a:cubicBezTo>
                    <a:lnTo>
                      <a:pt x="2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3" name="iṧlíḓé"/>
              <p:cNvSpPr/>
              <p:nvPr/>
            </p:nvSpPr>
            <p:spPr bwMode="auto">
              <a:xfrm>
                <a:off x="6753226" y="3700463"/>
                <a:ext cx="101600" cy="131763"/>
              </a:xfrm>
              <a:custGeom>
                <a:avLst/>
                <a:gdLst>
                  <a:gd name="T0" fmla="*/ 0 w 64"/>
                  <a:gd name="T1" fmla="*/ 83 h 83"/>
                  <a:gd name="T2" fmla="*/ 0 w 64"/>
                  <a:gd name="T3" fmla="*/ 0 h 83"/>
                  <a:gd name="T4" fmla="*/ 12 w 64"/>
                  <a:gd name="T5" fmla="*/ 0 h 83"/>
                  <a:gd name="T6" fmla="*/ 54 w 64"/>
                  <a:gd name="T7" fmla="*/ 64 h 83"/>
                  <a:gd name="T8" fmla="*/ 54 w 64"/>
                  <a:gd name="T9" fmla="*/ 0 h 83"/>
                  <a:gd name="T10" fmla="*/ 64 w 64"/>
                  <a:gd name="T11" fmla="*/ 0 h 83"/>
                  <a:gd name="T12" fmla="*/ 64 w 64"/>
                  <a:gd name="T13" fmla="*/ 83 h 83"/>
                  <a:gd name="T14" fmla="*/ 54 w 64"/>
                  <a:gd name="T15" fmla="*/ 83 h 83"/>
                  <a:gd name="T16" fmla="*/ 10 w 64"/>
                  <a:gd name="T17" fmla="*/ 18 h 83"/>
                  <a:gd name="T18" fmla="*/ 10 w 64"/>
                  <a:gd name="T19" fmla="*/ 83 h 83"/>
                  <a:gd name="T20" fmla="*/ 0 w 64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4" h="83">
                    <a:moveTo>
                      <a:pt x="0" y="83"/>
                    </a:moveTo>
                    <a:lnTo>
                      <a:pt x="0" y="0"/>
                    </a:lnTo>
                    <a:lnTo>
                      <a:pt x="12" y="0"/>
                    </a:lnTo>
                    <a:lnTo>
                      <a:pt x="54" y="64"/>
                    </a:lnTo>
                    <a:lnTo>
                      <a:pt x="54" y="0"/>
                    </a:lnTo>
                    <a:lnTo>
                      <a:pt x="64" y="0"/>
                    </a:lnTo>
                    <a:lnTo>
                      <a:pt x="64" y="83"/>
                    </a:lnTo>
                    <a:lnTo>
                      <a:pt x="54" y="83"/>
                    </a:lnTo>
                    <a:lnTo>
                      <a:pt x="10" y="18"/>
                    </a:lnTo>
                    <a:lnTo>
                      <a:pt x="10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4" name="íṥľide"/>
              <p:cNvSpPr/>
              <p:nvPr/>
            </p:nvSpPr>
            <p:spPr bwMode="auto">
              <a:xfrm>
                <a:off x="7029451" y="3700463"/>
                <a:ext cx="15875" cy="1317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5" name="ïṩlîḑè"/>
              <p:cNvSpPr/>
              <p:nvPr/>
            </p:nvSpPr>
            <p:spPr bwMode="auto">
              <a:xfrm>
                <a:off x="7207251" y="3700463"/>
                <a:ext cx="119063" cy="131763"/>
              </a:xfrm>
              <a:custGeom>
                <a:avLst/>
                <a:gdLst>
                  <a:gd name="T0" fmla="*/ 15 w 36"/>
                  <a:gd name="T1" fmla="*/ 40 h 40"/>
                  <a:gd name="T2" fmla="*/ 0 w 36"/>
                  <a:gd name="T3" fmla="*/ 0 h 40"/>
                  <a:gd name="T4" fmla="*/ 5 w 36"/>
                  <a:gd name="T5" fmla="*/ 0 h 40"/>
                  <a:gd name="T6" fmla="*/ 15 w 36"/>
                  <a:gd name="T7" fmla="*/ 29 h 40"/>
                  <a:gd name="T8" fmla="*/ 18 w 36"/>
                  <a:gd name="T9" fmla="*/ 35 h 40"/>
                  <a:gd name="T10" fmla="*/ 20 w 36"/>
                  <a:gd name="T11" fmla="*/ 29 h 40"/>
                  <a:gd name="T12" fmla="*/ 30 w 36"/>
                  <a:gd name="T13" fmla="*/ 0 h 40"/>
                  <a:gd name="T14" fmla="*/ 36 w 36"/>
                  <a:gd name="T15" fmla="*/ 0 h 40"/>
                  <a:gd name="T16" fmla="*/ 20 w 36"/>
                  <a:gd name="T17" fmla="*/ 40 h 40"/>
                  <a:gd name="T18" fmla="*/ 15 w 36"/>
                  <a:gd name="T19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40">
                    <a:moveTo>
                      <a:pt x="15" y="4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6" y="31"/>
                      <a:pt x="17" y="33"/>
                      <a:pt x="18" y="35"/>
                    </a:cubicBezTo>
                    <a:cubicBezTo>
                      <a:pt x="18" y="33"/>
                      <a:pt x="19" y="31"/>
                      <a:pt x="20" y="29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20" y="40"/>
                      <a:pt x="20" y="40"/>
                      <a:pt x="20" y="40"/>
                    </a:cubicBezTo>
                    <a:lnTo>
                      <a:pt x="15" y="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6" name="í$ḷiḓê"/>
              <p:cNvSpPr/>
              <p:nvPr/>
            </p:nvSpPr>
            <p:spPr bwMode="auto">
              <a:xfrm>
                <a:off x="7485063" y="3700463"/>
                <a:ext cx="95250" cy="131763"/>
              </a:xfrm>
              <a:custGeom>
                <a:avLst/>
                <a:gdLst>
                  <a:gd name="T0" fmla="*/ 0 w 60"/>
                  <a:gd name="T1" fmla="*/ 83 h 83"/>
                  <a:gd name="T2" fmla="*/ 0 w 60"/>
                  <a:gd name="T3" fmla="*/ 0 h 83"/>
                  <a:gd name="T4" fmla="*/ 58 w 60"/>
                  <a:gd name="T5" fmla="*/ 0 h 83"/>
                  <a:gd name="T6" fmla="*/ 58 w 60"/>
                  <a:gd name="T7" fmla="*/ 10 h 83"/>
                  <a:gd name="T8" fmla="*/ 10 w 60"/>
                  <a:gd name="T9" fmla="*/ 10 h 83"/>
                  <a:gd name="T10" fmla="*/ 10 w 60"/>
                  <a:gd name="T11" fmla="*/ 35 h 83"/>
                  <a:gd name="T12" fmla="*/ 56 w 60"/>
                  <a:gd name="T13" fmla="*/ 35 h 83"/>
                  <a:gd name="T14" fmla="*/ 56 w 60"/>
                  <a:gd name="T15" fmla="*/ 43 h 83"/>
                  <a:gd name="T16" fmla="*/ 10 w 60"/>
                  <a:gd name="T17" fmla="*/ 43 h 83"/>
                  <a:gd name="T18" fmla="*/ 10 w 60"/>
                  <a:gd name="T19" fmla="*/ 73 h 83"/>
                  <a:gd name="T20" fmla="*/ 60 w 60"/>
                  <a:gd name="T21" fmla="*/ 73 h 83"/>
                  <a:gd name="T22" fmla="*/ 60 w 60"/>
                  <a:gd name="T23" fmla="*/ 83 h 83"/>
                  <a:gd name="T24" fmla="*/ 0 w 60"/>
                  <a:gd name="T2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" h="83">
                    <a:moveTo>
                      <a:pt x="0" y="83"/>
                    </a:moveTo>
                    <a:lnTo>
                      <a:pt x="0" y="0"/>
                    </a:lnTo>
                    <a:lnTo>
                      <a:pt x="58" y="0"/>
                    </a:lnTo>
                    <a:lnTo>
                      <a:pt x="58" y="10"/>
                    </a:lnTo>
                    <a:lnTo>
                      <a:pt x="10" y="10"/>
                    </a:lnTo>
                    <a:lnTo>
                      <a:pt x="10" y="35"/>
                    </a:lnTo>
                    <a:lnTo>
                      <a:pt x="56" y="35"/>
                    </a:lnTo>
                    <a:lnTo>
                      <a:pt x="56" y="43"/>
                    </a:lnTo>
                    <a:lnTo>
                      <a:pt x="10" y="43"/>
                    </a:lnTo>
                    <a:lnTo>
                      <a:pt x="10" y="73"/>
                    </a:lnTo>
                    <a:lnTo>
                      <a:pt x="60" y="73"/>
                    </a:lnTo>
                    <a:lnTo>
                      <a:pt x="60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7" name="ïṡļîdê"/>
              <p:cNvSpPr/>
              <p:nvPr/>
            </p:nvSpPr>
            <p:spPr bwMode="auto">
              <a:xfrm>
                <a:off x="7745413" y="3700463"/>
                <a:ext cx="115888" cy="131763"/>
              </a:xfrm>
              <a:custGeom>
                <a:avLst/>
                <a:gdLst>
                  <a:gd name="T0" fmla="*/ 0 w 35"/>
                  <a:gd name="T1" fmla="*/ 40 h 40"/>
                  <a:gd name="T2" fmla="*/ 0 w 35"/>
                  <a:gd name="T3" fmla="*/ 0 h 40"/>
                  <a:gd name="T4" fmla="*/ 18 w 35"/>
                  <a:gd name="T5" fmla="*/ 0 h 40"/>
                  <a:gd name="T6" fmla="*/ 26 w 35"/>
                  <a:gd name="T7" fmla="*/ 1 h 40"/>
                  <a:gd name="T8" fmla="*/ 30 w 35"/>
                  <a:gd name="T9" fmla="*/ 5 h 40"/>
                  <a:gd name="T10" fmla="*/ 32 w 35"/>
                  <a:gd name="T11" fmla="*/ 11 h 40"/>
                  <a:gd name="T12" fmla="*/ 29 w 35"/>
                  <a:gd name="T13" fmla="*/ 18 h 40"/>
                  <a:gd name="T14" fmla="*/ 21 w 35"/>
                  <a:gd name="T15" fmla="*/ 22 h 40"/>
                  <a:gd name="T16" fmla="*/ 24 w 35"/>
                  <a:gd name="T17" fmla="*/ 24 h 40"/>
                  <a:gd name="T18" fmla="*/ 28 w 35"/>
                  <a:gd name="T19" fmla="*/ 29 h 40"/>
                  <a:gd name="T20" fmla="*/ 35 w 35"/>
                  <a:gd name="T21" fmla="*/ 40 h 40"/>
                  <a:gd name="T22" fmla="*/ 29 w 35"/>
                  <a:gd name="T23" fmla="*/ 40 h 40"/>
                  <a:gd name="T24" fmla="*/ 23 w 35"/>
                  <a:gd name="T25" fmla="*/ 31 h 40"/>
                  <a:gd name="T26" fmla="*/ 20 w 35"/>
                  <a:gd name="T27" fmla="*/ 26 h 40"/>
                  <a:gd name="T28" fmla="*/ 17 w 35"/>
                  <a:gd name="T29" fmla="*/ 23 h 40"/>
                  <a:gd name="T30" fmla="*/ 15 w 35"/>
                  <a:gd name="T31" fmla="*/ 22 h 40"/>
                  <a:gd name="T32" fmla="*/ 12 w 35"/>
                  <a:gd name="T33" fmla="*/ 22 h 40"/>
                  <a:gd name="T34" fmla="*/ 6 w 35"/>
                  <a:gd name="T35" fmla="*/ 22 h 40"/>
                  <a:gd name="T36" fmla="*/ 6 w 35"/>
                  <a:gd name="T37" fmla="*/ 40 h 40"/>
                  <a:gd name="T38" fmla="*/ 0 w 35"/>
                  <a:gd name="T39" fmla="*/ 40 h 40"/>
                  <a:gd name="T40" fmla="*/ 6 w 35"/>
                  <a:gd name="T41" fmla="*/ 18 h 40"/>
                  <a:gd name="T42" fmla="*/ 17 w 35"/>
                  <a:gd name="T43" fmla="*/ 18 h 40"/>
                  <a:gd name="T44" fmla="*/ 22 w 35"/>
                  <a:gd name="T45" fmla="*/ 17 h 40"/>
                  <a:gd name="T46" fmla="*/ 26 w 35"/>
                  <a:gd name="T47" fmla="*/ 14 h 40"/>
                  <a:gd name="T48" fmla="*/ 27 w 35"/>
                  <a:gd name="T49" fmla="*/ 11 h 40"/>
                  <a:gd name="T50" fmla="*/ 25 w 35"/>
                  <a:gd name="T51" fmla="*/ 6 h 40"/>
                  <a:gd name="T52" fmla="*/ 18 w 35"/>
                  <a:gd name="T53" fmla="*/ 4 h 40"/>
                  <a:gd name="T54" fmla="*/ 6 w 35"/>
                  <a:gd name="T55" fmla="*/ 4 h 40"/>
                  <a:gd name="T56" fmla="*/ 6 w 35"/>
                  <a:gd name="T57" fmla="*/ 1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5" h="40">
                    <a:moveTo>
                      <a:pt x="0" y="4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1" y="0"/>
                      <a:pt x="24" y="0"/>
                      <a:pt x="26" y="1"/>
                    </a:cubicBezTo>
                    <a:cubicBezTo>
                      <a:pt x="28" y="2"/>
                      <a:pt x="29" y="3"/>
                      <a:pt x="30" y="5"/>
                    </a:cubicBezTo>
                    <a:cubicBezTo>
                      <a:pt x="31" y="7"/>
                      <a:pt x="32" y="9"/>
                      <a:pt x="32" y="11"/>
                    </a:cubicBezTo>
                    <a:cubicBezTo>
                      <a:pt x="32" y="14"/>
                      <a:pt x="31" y="16"/>
                      <a:pt x="29" y="18"/>
                    </a:cubicBezTo>
                    <a:cubicBezTo>
                      <a:pt x="27" y="20"/>
                      <a:pt x="25" y="21"/>
                      <a:pt x="21" y="22"/>
                    </a:cubicBezTo>
                    <a:cubicBezTo>
                      <a:pt x="22" y="22"/>
                      <a:pt x="23" y="23"/>
                      <a:pt x="24" y="24"/>
                    </a:cubicBezTo>
                    <a:cubicBezTo>
                      <a:pt x="25" y="25"/>
                      <a:pt x="27" y="27"/>
                      <a:pt x="28" y="2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3" y="31"/>
                      <a:pt x="23" y="31"/>
                      <a:pt x="23" y="31"/>
                    </a:cubicBezTo>
                    <a:cubicBezTo>
                      <a:pt x="22" y="29"/>
                      <a:pt x="21" y="27"/>
                      <a:pt x="20" y="26"/>
                    </a:cubicBezTo>
                    <a:cubicBezTo>
                      <a:pt x="19" y="25"/>
                      <a:pt x="18" y="24"/>
                      <a:pt x="17" y="23"/>
                    </a:cubicBezTo>
                    <a:cubicBezTo>
                      <a:pt x="16" y="23"/>
                      <a:pt x="15" y="22"/>
                      <a:pt x="15" y="22"/>
                    </a:cubicBezTo>
                    <a:cubicBezTo>
                      <a:pt x="14" y="22"/>
                      <a:pt x="13" y="22"/>
                      <a:pt x="12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0" y="40"/>
                      <a:pt x="0" y="40"/>
                      <a:pt x="0" y="40"/>
                    </a:cubicBezTo>
                    <a:close/>
                    <a:moveTo>
                      <a:pt x="6" y="18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9" y="18"/>
                      <a:pt x="21" y="17"/>
                      <a:pt x="22" y="17"/>
                    </a:cubicBezTo>
                    <a:cubicBezTo>
                      <a:pt x="24" y="16"/>
                      <a:pt x="25" y="15"/>
                      <a:pt x="26" y="14"/>
                    </a:cubicBezTo>
                    <a:cubicBezTo>
                      <a:pt x="26" y="13"/>
                      <a:pt x="27" y="12"/>
                      <a:pt x="27" y="11"/>
                    </a:cubicBezTo>
                    <a:cubicBezTo>
                      <a:pt x="27" y="9"/>
                      <a:pt x="26" y="7"/>
                      <a:pt x="25" y="6"/>
                    </a:cubicBezTo>
                    <a:cubicBezTo>
                      <a:pt x="23" y="5"/>
                      <a:pt x="21" y="4"/>
                      <a:pt x="18" y="4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8" name="ísḷíďê"/>
              <p:cNvSpPr/>
              <p:nvPr/>
            </p:nvSpPr>
            <p:spPr bwMode="auto">
              <a:xfrm>
                <a:off x="8012113" y="3695700"/>
                <a:ext cx="106363" cy="136525"/>
              </a:xfrm>
              <a:custGeom>
                <a:avLst/>
                <a:gdLst>
                  <a:gd name="T0" fmla="*/ 0 w 32"/>
                  <a:gd name="T1" fmla="*/ 28 h 41"/>
                  <a:gd name="T2" fmla="*/ 5 w 32"/>
                  <a:gd name="T3" fmla="*/ 27 h 41"/>
                  <a:gd name="T4" fmla="*/ 7 w 32"/>
                  <a:gd name="T5" fmla="*/ 32 h 41"/>
                  <a:gd name="T6" fmla="*/ 11 w 32"/>
                  <a:gd name="T7" fmla="*/ 35 h 41"/>
                  <a:gd name="T8" fmla="*/ 17 w 32"/>
                  <a:gd name="T9" fmla="*/ 37 h 41"/>
                  <a:gd name="T10" fmla="*/ 22 w 32"/>
                  <a:gd name="T11" fmla="*/ 36 h 41"/>
                  <a:gd name="T12" fmla="*/ 26 w 32"/>
                  <a:gd name="T13" fmla="*/ 33 h 41"/>
                  <a:gd name="T14" fmla="*/ 27 w 32"/>
                  <a:gd name="T15" fmla="*/ 30 h 41"/>
                  <a:gd name="T16" fmla="*/ 26 w 32"/>
                  <a:gd name="T17" fmla="*/ 27 h 41"/>
                  <a:gd name="T18" fmla="*/ 22 w 32"/>
                  <a:gd name="T19" fmla="*/ 24 h 41"/>
                  <a:gd name="T20" fmla="*/ 15 w 32"/>
                  <a:gd name="T21" fmla="*/ 22 h 41"/>
                  <a:gd name="T22" fmla="*/ 8 w 32"/>
                  <a:gd name="T23" fmla="*/ 20 h 41"/>
                  <a:gd name="T24" fmla="*/ 3 w 32"/>
                  <a:gd name="T25" fmla="*/ 16 h 41"/>
                  <a:gd name="T26" fmla="*/ 2 w 32"/>
                  <a:gd name="T27" fmla="*/ 11 h 41"/>
                  <a:gd name="T28" fmla="*/ 4 w 32"/>
                  <a:gd name="T29" fmla="*/ 6 h 41"/>
                  <a:gd name="T30" fmla="*/ 9 w 32"/>
                  <a:gd name="T31" fmla="*/ 2 h 41"/>
                  <a:gd name="T32" fmla="*/ 16 w 32"/>
                  <a:gd name="T33" fmla="*/ 0 h 41"/>
                  <a:gd name="T34" fmla="*/ 24 w 32"/>
                  <a:gd name="T35" fmla="*/ 2 h 41"/>
                  <a:gd name="T36" fmla="*/ 29 w 32"/>
                  <a:gd name="T37" fmla="*/ 6 h 41"/>
                  <a:gd name="T38" fmla="*/ 31 w 32"/>
                  <a:gd name="T39" fmla="*/ 12 h 41"/>
                  <a:gd name="T40" fmla="*/ 26 w 32"/>
                  <a:gd name="T41" fmla="*/ 13 h 41"/>
                  <a:gd name="T42" fmla="*/ 23 w 32"/>
                  <a:gd name="T43" fmla="*/ 7 h 41"/>
                  <a:gd name="T44" fmla="*/ 16 w 32"/>
                  <a:gd name="T45" fmla="*/ 5 h 41"/>
                  <a:gd name="T46" fmla="*/ 9 w 32"/>
                  <a:gd name="T47" fmla="*/ 7 h 41"/>
                  <a:gd name="T48" fmla="*/ 7 w 32"/>
                  <a:gd name="T49" fmla="*/ 11 h 41"/>
                  <a:gd name="T50" fmla="*/ 8 w 32"/>
                  <a:gd name="T51" fmla="*/ 14 h 41"/>
                  <a:gd name="T52" fmla="*/ 16 w 32"/>
                  <a:gd name="T53" fmla="*/ 17 h 41"/>
                  <a:gd name="T54" fmla="*/ 25 w 32"/>
                  <a:gd name="T55" fmla="*/ 20 h 41"/>
                  <a:gd name="T56" fmla="*/ 30 w 32"/>
                  <a:gd name="T57" fmla="*/ 24 h 41"/>
                  <a:gd name="T58" fmla="*/ 32 w 32"/>
                  <a:gd name="T59" fmla="*/ 29 h 41"/>
                  <a:gd name="T60" fmla="*/ 30 w 32"/>
                  <a:gd name="T61" fmla="*/ 35 h 41"/>
                  <a:gd name="T62" fmla="*/ 25 w 32"/>
                  <a:gd name="T63" fmla="*/ 40 h 41"/>
                  <a:gd name="T64" fmla="*/ 17 w 32"/>
                  <a:gd name="T65" fmla="*/ 41 h 41"/>
                  <a:gd name="T66" fmla="*/ 8 w 32"/>
                  <a:gd name="T67" fmla="*/ 40 h 41"/>
                  <a:gd name="T68" fmla="*/ 3 w 32"/>
                  <a:gd name="T69" fmla="*/ 35 h 41"/>
                  <a:gd name="T70" fmla="*/ 0 w 32"/>
                  <a:gd name="T71" fmla="*/ 28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2" h="41">
                    <a:moveTo>
                      <a:pt x="0" y="28"/>
                    </a:moveTo>
                    <a:cubicBezTo>
                      <a:pt x="5" y="27"/>
                      <a:pt x="5" y="27"/>
                      <a:pt x="5" y="27"/>
                    </a:cubicBezTo>
                    <a:cubicBezTo>
                      <a:pt x="6" y="29"/>
                      <a:pt x="6" y="31"/>
                      <a:pt x="7" y="32"/>
                    </a:cubicBezTo>
                    <a:cubicBezTo>
                      <a:pt x="8" y="34"/>
                      <a:pt x="9" y="35"/>
                      <a:pt x="11" y="35"/>
                    </a:cubicBezTo>
                    <a:cubicBezTo>
                      <a:pt x="13" y="36"/>
                      <a:pt x="15" y="37"/>
                      <a:pt x="17" y="37"/>
                    </a:cubicBezTo>
                    <a:cubicBezTo>
                      <a:pt x="19" y="37"/>
                      <a:pt x="21" y="36"/>
                      <a:pt x="22" y="36"/>
                    </a:cubicBezTo>
                    <a:cubicBezTo>
                      <a:pt x="24" y="35"/>
                      <a:pt x="25" y="34"/>
                      <a:pt x="26" y="33"/>
                    </a:cubicBezTo>
                    <a:cubicBezTo>
                      <a:pt x="26" y="32"/>
                      <a:pt x="27" y="31"/>
                      <a:pt x="27" y="30"/>
                    </a:cubicBezTo>
                    <a:cubicBezTo>
                      <a:pt x="27" y="29"/>
                      <a:pt x="26" y="28"/>
                      <a:pt x="26" y="27"/>
                    </a:cubicBezTo>
                    <a:cubicBezTo>
                      <a:pt x="25" y="26"/>
                      <a:pt x="24" y="25"/>
                      <a:pt x="22" y="24"/>
                    </a:cubicBezTo>
                    <a:cubicBezTo>
                      <a:pt x="21" y="24"/>
                      <a:pt x="19" y="23"/>
                      <a:pt x="15" y="22"/>
                    </a:cubicBezTo>
                    <a:cubicBezTo>
                      <a:pt x="12" y="21"/>
                      <a:pt x="9" y="21"/>
                      <a:pt x="8" y="20"/>
                    </a:cubicBezTo>
                    <a:cubicBezTo>
                      <a:pt x="6" y="19"/>
                      <a:pt x="4" y="18"/>
                      <a:pt x="3" y="16"/>
                    </a:cubicBezTo>
                    <a:cubicBezTo>
                      <a:pt x="2" y="15"/>
                      <a:pt x="2" y="13"/>
                      <a:pt x="2" y="11"/>
                    </a:cubicBezTo>
                    <a:cubicBezTo>
                      <a:pt x="2" y="9"/>
                      <a:pt x="2" y="7"/>
                      <a:pt x="4" y="6"/>
                    </a:cubicBezTo>
                    <a:cubicBezTo>
                      <a:pt x="5" y="4"/>
                      <a:pt x="6" y="3"/>
                      <a:pt x="9" y="2"/>
                    </a:cubicBezTo>
                    <a:cubicBezTo>
                      <a:pt x="11" y="1"/>
                      <a:pt x="13" y="0"/>
                      <a:pt x="16" y="0"/>
                    </a:cubicBezTo>
                    <a:cubicBezTo>
                      <a:pt x="19" y="0"/>
                      <a:pt x="21" y="1"/>
                      <a:pt x="24" y="2"/>
                    </a:cubicBezTo>
                    <a:cubicBezTo>
                      <a:pt x="26" y="3"/>
                      <a:pt x="28" y="4"/>
                      <a:pt x="29" y="6"/>
                    </a:cubicBezTo>
                    <a:cubicBezTo>
                      <a:pt x="30" y="8"/>
                      <a:pt x="31" y="10"/>
                      <a:pt x="31" y="12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5" y="10"/>
                      <a:pt x="24" y="8"/>
                      <a:pt x="23" y="7"/>
                    </a:cubicBezTo>
                    <a:cubicBezTo>
                      <a:pt x="21" y="6"/>
                      <a:pt x="19" y="5"/>
                      <a:pt x="16" y="5"/>
                    </a:cubicBezTo>
                    <a:cubicBezTo>
                      <a:pt x="13" y="5"/>
                      <a:pt x="11" y="6"/>
                      <a:pt x="9" y="7"/>
                    </a:cubicBezTo>
                    <a:cubicBezTo>
                      <a:pt x="8" y="8"/>
                      <a:pt x="7" y="9"/>
                      <a:pt x="7" y="11"/>
                    </a:cubicBezTo>
                    <a:cubicBezTo>
                      <a:pt x="7" y="12"/>
                      <a:pt x="7" y="14"/>
                      <a:pt x="8" y="14"/>
                    </a:cubicBezTo>
                    <a:cubicBezTo>
                      <a:pt x="9" y="15"/>
                      <a:pt x="12" y="16"/>
                      <a:pt x="16" y="17"/>
                    </a:cubicBezTo>
                    <a:cubicBezTo>
                      <a:pt x="21" y="18"/>
                      <a:pt x="24" y="19"/>
                      <a:pt x="25" y="20"/>
                    </a:cubicBezTo>
                    <a:cubicBezTo>
                      <a:pt x="27" y="21"/>
                      <a:pt x="29" y="22"/>
                      <a:pt x="30" y="24"/>
                    </a:cubicBezTo>
                    <a:cubicBezTo>
                      <a:pt x="31" y="25"/>
                      <a:pt x="32" y="27"/>
                      <a:pt x="32" y="29"/>
                    </a:cubicBezTo>
                    <a:cubicBezTo>
                      <a:pt x="32" y="32"/>
                      <a:pt x="31" y="34"/>
                      <a:pt x="30" y="35"/>
                    </a:cubicBezTo>
                    <a:cubicBezTo>
                      <a:pt x="29" y="37"/>
                      <a:pt x="27" y="39"/>
                      <a:pt x="25" y="40"/>
                    </a:cubicBezTo>
                    <a:cubicBezTo>
                      <a:pt x="23" y="41"/>
                      <a:pt x="20" y="41"/>
                      <a:pt x="17" y="41"/>
                    </a:cubicBezTo>
                    <a:cubicBezTo>
                      <a:pt x="14" y="41"/>
                      <a:pt x="11" y="41"/>
                      <a:pt x="8" y="40"/>
                    </a:cubicBezTo>
                    <a:cubicBezTo>
                      <a:pt x="6" y="39"/>
                      <a:pt x="4" y="37"/>
                      <a:pt x="3" y="35"/>
                    </a:cubicBezTo>
                    <a:cubicBezTo>
                      <a:pt x="1" y="33"/>
                      <a:pt x="0" y="31"/>
                      <a:pt x="0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9" name="ïşḷïḑè"/>
              <p:cNvSpPr/>
              <p:nvPr/>
            </p:nvSpPr>
            <p:spPr bwMode="auto">
              <a:xfrm>
                <a:off x="8286751" y="3700463"/>
                <a:ext cx="15875" cy="1317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0" name="ïŝľiḍê"/>
              <p:cNvSpPr/>
              <p:nvPr/>
            </p:nvSpPr>
            <p:spPr bwMode="auto">
              <a:xfrm>
                <a:off x="8464551" y="3700463"/>
                <a:ext cx="106363" cy="131763"/>
              </a:xfrm>
              <a:custGeom>
                <a:avLst/>
                <a:gdLst>
                  <a:gd name="T0" fmla="*/ 27 w 67"/>
                  <a:gd name="T1" fmla="*/ 83 h 83"/>
                  <a:gd name="T2" fmla="*/ 27 w 67"/>
                  <a:gd name="T3" fmla="*/ 10 h 83"/>
                  <a:gd name="T4" fmla="*/ 0 w 67"/>
                  <a:gd name="T5" fmla="*/ 10 h 83"/>
                  <a:gd name="T6" fmla="*/ 0 w 67"/>
                  <a:gd name="T7" fmla="*/ 0 h 83"/>
                  <a:gd name="T8" fmla="*/ 67 w 67"/>
                  <a:gd name="T9" fmla="*/ 0 h 83"/>
                  <a:gd name="T10" fmla="*/ 67 w 67"/>
                  <a:gd name="T11" fmla="*/ 10 h 83"/>
                  <a:gd name="T12" fmla="*/ 40 w 67"/>
                  <a:gd name="T13" fmla="*/ 10 h 83"/>
                  <a:gd name="T14" fmla="*/ 40 w 67"/>
                  <a:gd name="T15" fmla="*/ 83 h 83"/>
                  <a:gd name="T16" fmla="*/ 27 w 67"/>
                  <a:gd name="T17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7" h="83">
                    <a:moveTo>
                      <a:pt x="27" y="83"/>
                    </a:moveTo>
                    <a:lnTo>
                      <a:pt x="27" y="1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10"/>
                    </a:lnTo>
                    <a:lnTo>
                      <a:pt x="40" y="10"/>
                    </a:lnTo>
                    <a:lnTo>
                      <a:pt x="40" y="83"/>
                    </a:lnTo>
                    <a:lnTo>
                      <a:pt x="27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1" name="iṥḻïdê"/>
              <p:cNvSpPr/>
              <p:nvPr/>
            </p:nvSpPr>
            <p:spPr bwMode="auto">
              <a:xfrm>
                <a:off x="8715376" y="3700463"/>
                <a:ext cx="119063" cy="131763"/>
              </a:xfrm>
              <a:custGeom>
                <a:avLst/>
                <a:gdLst>
                  <a:gd name="T0" fmla="*/ 15 w 36"/>
                  <a:gd name="T1" fmla="*/ 40 h 40"/>
                  <a:gd name="T2" fmla="*/ 15 w 36"/>
                  <a:gd name="T3" fmla="*/ 23 h 40"/>
                  <a:gd name="T4" fmla="*/ 0 w 36"/>
                  <a:gd name="T5" fmla="*/ 0 h 40"/>
                  <a:gd name="T6" fmla="*/ 6 w 36"/>
                  <a:gd name="T7" fmla="*/ 0 h 40"/>
                  <a:gd name="T8" fmla="*/ 14 w 36"/>
                  <a:gd name="T9" fmla="*/ 12 h 40"/>
                  <a:gd name="T10" fmla="*/ 18 w 36"/>
                  <a:gd name="T11" fmla="*/ 19 h 40"/>
                  <a:gd name="T12" fmla="*/ 23 w 36"/>
                  <a:gd name="T13" fmla="*/ 12 h 40"/>
                  <a:gd name="T14" fmla="*/ 30 w 36"/>
                  <a:gd name="T15" fmla="*/ 0 h 40"/>
                  <a:gd name="T16" fmla="*/ 36 w 36"/>
                  <a:gd name="T17" fmla="*/ 0 h 40"/>
                  <a:gd name="T18" fmla="*/ 21 w 36"/>
                  <a:gd name="T19" fmla="*/ 23 h 40"/>
                  <a:gd name="T20" fmla="*/ 21 w 36"/>
                  <a:gd name="T21" fmla="*/ 40 h 40"/>
                  <a:gd name="T22" fmla="*/ 15 w 36"/>
                  <a:gd name="T2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6" h="40">
                    <a:moveTo>
                      <a:pt x="15" y="40"/>
                    </a:moveTo>
                    <a:cubicBezTo>
                      <a:pt x="15" y="23"/>
                      <a:pt x="15" y="23"/>
                      <a:pt x="15" y="2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6" y="14"/>
                      <a:pt x="17" y="16"/>
                      <a:pt x="18" y="19"/>
                    </a:cubicBezTo>
                    <a:cubicBezTo>
                      <a:pt x="19" y="17"/>
                      <a:pt x="21" y="14"/>
                      <a:pt x="23" y="12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40"/>
                      <a:pt x="21" y="40"/>
                      <a:pt x="21" y="40"/>
                    </a:cubicBezTo>
                    <a:lnTo>
                      <a:pt x="15" y="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图片-圆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: 形状 92"/>
          <p:cNvSpPr/>
          <p:nvPr userDrawn="1"/>
        </p:nvSpPr>
        <p:spPr>
          <a:xfrm>
            <a:off x="660402" y="1531873"/>
            <a:ext cx="10858500" cy="4491875"/>
          </a:xfrm>
          <a:custGeom>
            <a:avLst/>
            <a:gdLst>
              <a:gd name="connsiteX0" fmla="*/ 2682382 w 10858500"/>
              <a:gd name="connsiteY0" fmla="*/ 0 h 4491875"/>
              <a:gd name="connsiteX1" fmla="*/ 4661514 w 10858500"/>
              <a:gd name="connsiteY1" fmla="*/ 1979131 h 4491875"/>
              <a:gd name="connsiteX2" fmla="*/ 4081840 w 10858500"/>
              <a:gd name="connsiteY2" fmla="*/ 3378588 h 4491875"/>
              <a:gd name="connsiteX3" fmla="*/ 3948253 w 10858500"/>
              <a:gd name="connsiteY3" fmla="*/ 3500000 h 4491875"/>
              <a:gd name="connsiteX4" fmla="*/ 10858500 w 10858500"/>
              <a:gd name="connsiteY4" fmla="*/ 3500000 h 4491875"/>
              <a:gd name="connsiteX5" fmla="*/ 10858500 w 10858500"/>
              <a:gd name="connsiteY5" fmla="*/ 4491875 h 4491875"/>
              <a:gd name="connsiteX6" fmla="*/ 0 w 10858500"/>
              <a:gd name="connsiteY6" fmla="*/ 4491875 h 4491875"/>
              <a:gd name="connsiteX7" fmla="*/ 0 w 10858500"/>
              <a:gd name="connsiteY7" fmla="*/ 3500000 h 4491875"/>
              <a:gd name="connsiteX8" fmla="*/ 1416512 w 10858500"/>
              <a:gd name="connsiteY8" fmla="*/ 3500000 h 4491875"/>
              <a:gd name="connsiteX9" fmla="*/ 1282925 w 10858500"/>
              <a:gd name="connsiteY9" fmla="*/ 3378588 h 4491875"/>
              <a:gd name="connsiteX10" fmla="*/ 703250 w 10858500"/>
              <a:gd name="connsiteY10" fmla="*/ 1979131 h 4491875"/>
              <a:gd name="connsiteX11" fmla="*/ 2682382 w 10858500"/>
              <a:gd name="connsiteY11" fmla="*/ 0 h 449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58500" h="4491875">
                <a:moveTo>
                  <a:pt x="2682382" y="0"/>
                </a:moveTo>
                <a:cubicBezTo>
                  <a:pt x="3775426" y="0"/>
                  <a:pt x="4661514" y="886087"/>
                  <a:pt x="4661514" y="1979131"/>
                </a:cubicBezTo>
                <a:cubicBezTo>
                  <a:pt x="4661514" y="2525653"/>
                  <a:pt x="4439992" y="3020436"/>
                  <a:pt x="4081840" y="3378588"/>
                </a:cubicBezTo>
                <a:lnTo>
                  <a:pt x="3948253" y="3500000"/>
                </a:lnTo>
                <a:lnTo>
                  <a:pt x="10858500" y="3500000"/>
                </a:lnTo>
                <a:lnTo>
                  <a:pt x="10858500" y="4491875"/>
                </a:lnTo>
                <a:lnTo>
                  <a:pt x="0" y="4491875"/>
                </a:lnTo>
                <a:lnTo>
                  <a:pt x="0" y="3500000"/>
                </a:lnTo>
                <a:lnTo>
                  <a:pt x="1416512" y="3500000"/>
                </a:lnTo>
                <a:lnTo>
                  <a:pt x="1282925" y="3378588"/>
                </a:lnTo>
                <a:cubicBezTo>
                  <a:pt x="924772" y="3020436"/>
                  <a:pt x="703250" y="2525653"/>
                  <a:pt x="703250" y="1979131"/>
                </a:cubicBezTo>
                <a:cubicBezTo>
                  <a:pt x="703250" y="886087"/>
                  <a:pt x="1589338" y="0"/>
                  <a:pt x="2682382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660402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53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1" name="任意多边形: 形状 90"/>
          <p:cNvSpPr/>
          <p:nvPr userDrawn="1"/>
        </p:nvSpPr>
        <p:spPr bwMode="auto">
          <a:xfrm rot="5400000">
            <a:off x="93484" y="218082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92" name="图片占位符 91"/>
          <p:cNvSpPr>
            <a:spLocks noGrp="1" noChangeAspect="1"/>
          </p:cNvSpPr>
          <p:nvPr>
            <p:ph type="pic" sz="quarter" idx="13"/>
          </p:nvPr>
        </p:nvSpPr>
        <p:spPr>
          <a:xfrm>
            <a:off x="1451524" y="1608975"/>
            <a:ext cx="3780000" cy="3780000"/>
          </a:xfrm>
          <a:custGeom>
            <a:avLst/>
            <a:gdLst>
              <a:gd name="connsiteX0" fmla="*/ 1657350 w 3314700"/>
              <a:gd name="connsiteY0" fmla="*/ 0 h 3314700"/>
              <a:gd name="connsiteX1" fmla="*/ 3314700 w 3314700"/>
              <a:gd name="connsiteY1" fmla="*/ 1657350 h 3314700"/>
              <a:gd name="connsiteX2" fmla="*/ 1657350 w 3314700"/>
              <a:gd name="connsiteY2" fmla="*/ 3314700 h 3314700"/>
              <a:gd name="connsiteX3" fmla="*/ 0 w 3314700"/>
              <a:gd name="connsiteY3" fmla="*/ 1657350 h 3314700"/>
              <a:gd name="connsiteX4" fmla="*/ 1657350 w 3314700"/>
              <a:gd name="connsiteY4" fmla="*/ 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700" h="3314700">
                <a:moveTo>
                  <a:pt x="1657350" y="0"/>
                </a:moveTo>
                <a:cubicBezTo>
                  <a:pt x="2572679" y="0"/>
                  <a:pt x="3314700" y="742021"/>
                  <a:pt x="3314700" y="1657350"/>
                </a:cubicBezTo>
                <a:cubicBezTo>
                  <a:pt x="3314700" y="2572679"/>
                  <a:pt x="2572679" y="3314700"/>
                  <a:pt x="1657350" y="3314700"/>
                </a:cubicBezTo>
                <a:cubicBezTo>
                  <a:pt x="742021" y="3314700"/>
                  <a:pt x="0" y="2572679"/>
                  <a:pt x="0" y="1657350"/>
                </a:cubicBezTo>
                <a:cubicBezTo>
                  <a:pt x="0" y="742021"/>
                  <a:pt x="742021" y="0"/>
                  <a:pt x="165735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/>
          <a:p>
            <a:endParaRPr lang="zh-CN" altLang="en-US" dirty="0"/>
          </a:p>
        </p:txBody>
      </p:sp>
      <p:sp>
        <p:nvSpPr>
          <p:cNvPr id="90" name="标题 1"/>
          <p:cNvSpPr>
            <a:spLocks noGrp="1"/>
          </p:cNvSpPr>
          <p:nvPr>
            <p:ph type="title"/>
          </p:nvPr>
        </p:nvSpPr>
        <p:spPr>
          <a:xfrm>
            <a:off x="1091255" y="237838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4" name="文本框 93"/>
          <p:cNvSpPr txBox="1"/>
          <p:nvPr userDrawn="1"/>
        </p:nvSpPr>
        <p:spPr>
          <a:xfrm>
            <a:off x="660159" y="6392453"/>
            <a:ext cx="15692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德才兼备   知行合一</a:t>
            </a:r>
          </a:p>
        </p:txBody>
      </p:sp>
      <p:grpSp>
        <p:nvGrpSpPr>
          <p:cNvPr id="43" name="81ebc1f8-0063-4175-a0e9-d76839507c2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9669037" y="465140"/>
            <a:ext cx="1820991" cy="338052"/>
            <a:chOff x="3497261" y="2746242"/>
            <a:chExt cx="7298696" cy="1354943"/>
          </a:xfrm>
          <a:solidFill>
            <a:schemeClr val="accent1"/>
          </a:solidFill>
        </p:grpSpPr>
        <p:grpSp>
          <p:nvGrpSpPr>
            <p:cNvPr id="44" name="ïşļíḓê"/>
            <p:cNvGrpSpPr/>
            <p:nvPr/>
          </p:nvGrpSpPr>
          <p:grpSpPr>
            <a:xfrm>
              <a:off x="3497261" y="2746242"/>
              <a:ext cx="7298696" cy="1095599"/>
              <a:chOff x="4535488" y="3019425"/>
              <a:chExt cx="4378326" cy="657226"/>
            </a:xfrm>
            <a:grpFill/>
          </p:grpSpPr>
          <p:sp>
            <p:nvSpPr>
              <p:cNvPr id="63" name="îṥļiďe"/>
              <p:cNvSpPr/>
              <p:nvPr/>
            </p:nvSpPr>
            <p:spPr bwMode="auto">
              <a:xfrm>
                <a:off x="4535488" y="3192463"/>
                <a:ext cx="290513" cy="484188"/>
              </a:xfrm>
              <a:custGeom>
                <a:avLst/>
                <a:gdLst>
                  <a:gd name="T0" fmla="*/ 88 w 88"/>
                  <a:gd name="T1" fmla="*/ 31 h 146"/>
                  <a:gd name="T2" fmla="*/ 71 w 88"/>
                  <a:gd name="T3" fmla="*/ 93 h 146"/>
                  <a:gd name="T4" fmla="*/ 61 w 88"/>
                  <a:gd name="T5" fmla="*/ 100 h 146"/>
                  <a:gd name="T6" fmla="*/ 46 w 88"/>
                  <a:gd name="T7" fmla="*/ 114 h 146"/>
                  <a:gd name="T8" fmla="*/ 10 w 88"/>
                  <a:gd name="T9" fmla="*/ 128 h 146"/>
                  <a:gd name="T10" fmla="*/ 3 w 88"/>
                  <a:gd name="T11" fmla="*/ 118 h 146"/>
                  <a:gd name="T12" fmla="*/ 12 w 88"/>
                  <a:gd name="T13" fmla="*/ 113 h 146"/>
                  <a:gd name="T14" fmla="*/ 46 w 88"/>
                  <a:gd name="T15" fmla="*/ 92 h 146"/>
                  <a:gd name="T16" fmla="*/ 39 w 88"/>
                  <a:gd name="T17" fmla="*/ 67 h 146"/>
                  <a:gd name="T18" fmla="*/ 24 w 88"/>
                  <a:gd name="T19" fmla="*/ 55 h 146"/>
                  <a:gd name="T20" fmla="*/ 32 w 88"/>
                  <a:gd name="T21" fmla="*/ 51 h 146"/>
                  <a:gd name="T22" fmla="*/ 49 w 88"/>
                  <a:gd name="T23" fmla="*/ 30 h 146"/>
                  <a:gd name="T24" fmla="*/ 56 w 88"/>
                  <a:gd name="T25" fmla="*/ 7 h 146"/>
                  <a:gd name="T26" fmla="*/ 88 w 88"/>
                  <a:gd name="T27" fmla="*/ 31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146">
                    <a:moveTo>
                      <a:pt x="88" y="31"/>
                    </a:moveTo>
                    <a:cubicBezTo>
                      <a:pt x="71" y="93"/>
                      <a:pt x="71" y="93"/>
                      <a:pt x="71" y="93"/>
                    </a:cubicBezTo>
                    <a:cubicBezTo>
                      <a:pt x="71" y="93"/>
                      <a:pt x="68" y="99"/>
                      <a:pt x="61" y="100"/>
                    </a:cubicBezTo>
                    <a:cubicBezTo>
                      <a:pt x="61" y="100"/>
                      <a:pt x="48" y="106"/>
                      <a:pt x="46" y="114"/>
                    </a:cubicBezTo>
                    <a:cubicBezTo>
                      <a:pt x="46" y="114"/>
                      <a:pt x="19" y="146"/>
                      <a:pt x="10" y="128"/>
                    </a:cubicBezTo>
                    <a:cubicBezTo>
                      <a:pt x="10" y="128"/>
                      <a:pt x="9" y="118"/>
                      <a:pt x="3" y="118"/>
                    </a:cubicBezTo>
                    <a:cubicBezTo>
                      <a:pt x="3" y="118"/>
                      <a:pt x="0" y="115"/>
                      <a:pt x="12" y="113"/>
                    </a:cubicBezTo>
                    <a:cubicBezTo>
                      <a:pt x="12" y="113"/>
                      <a:pt x="32" y="116"/>
                      <a:pt x="46" y="92"/>
                    </a:cubicBezTo>
                    <a:cubicBezTo>
                      <a:pt x="46" y="92"/>
                      <a:pt x="57" y="72"/>
                      <a:pt x="39" y="67"/>
                    </a:cubicBezTo>
                    <a:cubicBezTo>
                      <a:pt x="39" y="67"/>
                      <a:pt x="22" y="66"/>
                      <a:pt x="24" y="55"/>
                    </a:cubicBezTo>
                    <a:cubicBezTo>
                      <a:pt x="24" y="55"/>
                      <a:pt x="24" y="52"/>
                      <a:pt x="32" y="51"/>
                    </a:cubicBezTo>
                    <a:cubicBezTo>
                      <a:pt x="32" y="51"/>
                      <a:pt x="59" y="46"/>
                      <a:pt x="49" y="30"/>
                    </a:cubicBezTo>
                    <a:cubicBezTo>
                      <a:pt x="49" y="30"/>
                      <a:pt x="33" y="10"/>
                      <a:pt x="56" y="7"/>
                    </a:cubicBezTo>
                    <a:cubicBezTo>
                      <a:pt x="56" y="7"/>
                      <a:pt x="85" y="0"/>
                      <a:pt x="88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4" name="íŝļíḍê"/>
              <p:cNvSpPr/>
              <p:nvPr/>
            </p:nvSpPr>
            <p:spPr bwMode="auto">
              <a:xfrm>
                <a:off x="4899026" y="3148013"/>
                <a:ext cx="214313" cy="409575"/>
              </a:xfrm>
              <a:custGeom>
                <a:avLst/>
                <a:gdLst>
                  <a:gd name="T0" fmla="*/ 24 w 65"/>
                  <a:gd name="T1" fmla="*/ 0 h 123"/>
                  <a:gd name="T2" fmla="*/ 5 w 65"/>
                  <a:gd name="T3" fmla="*/ 21 h 123"/>
                  <a:gd name="T4" fmla="*/ 8 w 65"/>
                  <a:gd name="T5" fmla="*/ 43 h 123"/>
                  <a:gd name="T6" fmla="*/ 3 w 65"/>
                  <a:gd name="T7" fmla="*/ 65 h 123"/>
                  <a:gd name="T8" fmla="*/ 2 w 65"/>
                  <a:gd name="T9" fmla="*/ 73 h 123"/>
                  <a:gd name="T10" fmla="*/ 8 w 65"/>
                  <a:gd name="T11" fmla="*/ 106 h 123"/>
                  <a:gd name="T12" fmla="*/ 42 w 65"/>
                  <a:gd name="T13" fmla="*/ 119 h 123"/>
                  <a:gd name="T14" fmla="*/ 63 w 65"/>
                  <a:gd name="T15" fmla="*/ 103 h 123"/>
                  <a:gd name="T16" fmla="*/ 48 w 65"/>
                  <a:gd name="T17" fmla="*/ 97 h 123"/>
                  <a:gd name="T18" fmla="*/ 21 w 65"/>
                  <a:gd name="T19" fmla="*/ 91 h 123"/>
                  <a:gd name="T20" fmla="*/ 25 w 65"/>
                  <a:gd name="T21" fmla="*/ 57 h 123"/>
                  <a:gd name="T22" fmla="*/ 42 w 65"/>
                  <a:gd name="T23" fmla="*/ 50 h 123"/>
                  <a:gd name="T24" fmla="*/ 58 w 65"/>
                  <a:gd name="T25" fmla="*/ 34 h 123"/>
                  <a:gd name="T26" fmla="*/ 44 w 65"/>
                  <a:gd name="T27" fmla="*/ 32 h 123"/>
                  <a:gd name="T28" fmla="*/ 28 w 65"/>
                  <a:gd name="T29" fmla="*/ 31 h 123"/>
                  <a:gd name="T30" fmla="*/ 33 w 65"/>
                  <a:gd name="T31" fmla="*/ 19 h 123"/>
                  <a:gd name="T32" fmla="*/ 24 w 65"/>
                  <a:gd name="T33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5" h="123">
                    <a:moveTo>
                      <a:pt x="24" y="0"/>
                    </a:moveTo>
                    <a:cubicBezTo>
                      <a:pt x="24" y="0"/>
                      <a:pt x="2" y="1"/>
                      <a:pt x="5" y="21"/>
                    </a:cubicBezTo>
                    <a:cubicBezTo>
                      <a:pt x="5" y="21"/>
                      <a:pt x="12" y="38"/>
                      <a:pt x="8" y="43"/>
                    </a:cubicBezTo>
                    <a:cubicBezTo>
                      <a:pt x="8" y="43"/>
                      <a:pt x="2" y="56"/>
                      <a:pt x="3" y="65"/>
                    </a:cubicBezTo>
                    <a:cubicBezTo>
                      <a:pt x="3" y="65"/>
                      <a:pt x="5" y="66"/>
                      <a:pt x="2" y="73"/>
                    </a:cubicBezTo>
                    <a:cubicBezTo>
                      <a:pt x="2" y="73"/>
                      <a:pt x="0" y="100"/>
                      <a:pt x="8" y="106"/>
                    </a:cubicBezTo>
                    <a:cubicBezTo>
                      <a:pt x="8" y="106"/>
                      <a:pt x="17" y="117"/>
                      <a:pt x="42" y="119"/>
                    </a:cubicBezTo>
                    <a:cubicBezTo>
                      <a:pt x="42" y="119"/>
                      <a:pt x="65" y="123"/>
                      <a:pt x="63" y="103"/>
                    </a:cubicBezTo>
                    <a:cubicBezTo>
                      <a:pt x="63" y="103"/>
                      <a:pt x="58" y="95"/>
                      <a:pt x="48" y="97"/>
                    </a:cubicBezTo>
                    <a:cubicBezTo>
                      <a:pt x="48" y="97"/>
                      <a:pt x="21" y="107"/>
                      <a:pt x="21" y="91"/>
                    </a:cubicBezTo>
                    <a:cubicBezTo>
                      <a:pt x="21" y="91"/>
                      <a:pt x="18" y="70"/>
                      <a:pt x="25" y="57"/>
                    </a:cubicBezTo>
                    <a:cubicBezTo>
                      <a:pt x="25" y="57"/>
                      <a:pt x="28" y="50"/>
                      <a:pt x="42" y="50"/>
                    </a:cubicBezTo>
                    <a:cubicBezTo>
                      <a:pt x="42" y="50"/>
                      <a:pt x="62" y="50"/>
                      <a:pt x="58" y="34"/>
                    </a:cubicBezTo>
                    <a:cubicBezTo>
                      <a:pt x="58" y="34"/>
                      <a:pt x="55" y="27"/>
                      <a:pt x="44" y="32"/>
                    </a:cubicBezTo>
                    <a:cubicBezTo>
                      <a:pt x="44" y="32"/>
                      <a:pt x="31" y="42"/>
                      <a:pt x="28" y="31"/>
                    </a:cubicBezTo>
                    <a:cubicBezTo>
                      <a:pt x="28" y="31"/>
                      <a:pt x="27" y="24"/>
                      <a:pt x="33" y="19"/>
                    </a:cubicBezTo>
                    <a:cubicBezTo>
                      <a:pt x="33" y="19"/>
                      <a:pt x="46" y="4"/>
                      <a:pt x="2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5" name="íşḷiḋe"/>
              <p:cNvSpPr/>
              <p:nvPr/>
            </p:nvSpPr>
            <p:spPr bwMode="auto">
              <a:xfrm>
                <a:off x="5218113" y="3122613"/>
                <a:ext cx="406400" cy="222250"/>
              </a:xfrm>
              <a:custGeom>
                <a:avLst/>
                <a:gdLst>
                  <a:gd name="T0" fmla="*/ 43 w 123"/>
                  <a:gd name="T1" fmla="*/ 10 h 67"/>
                  <a:gd name="T2" fmla="*/ 43 w 123"/>
                  <a:gd name="T3" fmla="*/ 19 h 67"/>
                  <a:gd name="T4" fmla="*/ 53 w 123"/>
                  <a:gd name="T5" fmla="*/ 30 h 67"/>
                  <a:gd name="T6" fmla="*/ 39 w 123"/>
                  <a:gd name="T7" fmla="*/ 37 h 67"/>
                  <a:gd name="T8" fmla="*/ 39 w 123"/>
                  <a:gd name="T9" fmla="*/ 37 h 67"/>
                  <a:gd name="T10" fmla="*/ 15 w 123"/>
                  <a:gd name="T11" fmla="*/ 43 h 67"/>
                  <a:gd name="T12" fmla="*/ 0 w 123"/>
                  <a:gd name="T13" fmla="*/ 52 h 67"/>
                  <a:gd name="T14" fmla="*/ 15 w 123"/>
                  <a:gd name="T15" fmla="*/ 62 h 67"/>
                  <a:gd name="T16" fmla="*/ 29 w 123"/>
                  <a:gd name="T17" fmla="*/ 52 h 67"/>
                  <a:gd name="T18" fmla="*/ 44 w 123"/>
                  <a:gd name="T19" fmla="*/ 46 h 67"/>
                  <a:gd name="T20" fmla="*/ 112 w 123"/>
                  <a:gd name="T21" fmla="*/ 36 h 67"/>
                  <a:gd name="T22" fmla="*/ 123 w 123"/>
                  <a:gd name="T23" fmla="*/ 31 h 67"/>
                  <a:gd name="T24" fmla="*/ 116 w 123"/>
                  <a:gd name="T25" fmla="*/ 25 h 67"/>
                  <a:gd name="T26" fmla="*/ 84 w 123"/>
                  <a:gd name="T27" fmla="*/ 25 h 67"/>
                  <a:gd name="T28" fmla="*/ 80 w 123"/>
                  <a:gd name="T29" fmla="*/ 19 h 67"/>
                  <a:gd name="T30" fmla="*/ 72 w 123"/>
                  <a:gd name="T31" fmla="*/ 5 h 67"/>
                  <a:gd name="T32" fmla="*/ 67 w 123"/>
                  <a:gd name="T33" fmla="*/ 5 h 67"/>
                  <a:gd name="T34" fmla="*/ 59 w 123"/>
                  <a:gd name="T35" fmla="*/ 3 h 67"/>
                  <a:gd name="T36" fmla="*/ 43 w 123"/>
                  <a:gd name="T37" fmla="*/ 1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3" h="67">
                    <a:moveTo>
                      <a:pt x="43" y="10"/>
                    </a:moveTo>
                    <a:cubicBezTo>
                      <a:pt x="43" y="10"/>
                      <a:pt x="35" y="13"/>
                      <a:pt x="43" y="19"/>
                    </a:cubicBezTo>
                    <a:cubicBezTo>
                      <a:pt x="43" y="19"/>
                      <a:pt x="57" y="23"/>
                      <a:pt x="53" y="30"/>
                    </a:cubicBezTo>
                    <a:cubicBezTo>
                      <a:pt x="53" y="30"/>
                      <a:pt x="50" y="34"/>
                      <a:pt x="39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27" y="40"/>
                      <a:pt x="15" y="43"/>
                      <a:pt x="15" y="43"/>
                    </a:cubicBezTo>
                    <a:cubicBezTo>
                      <a:pt x="15" y="43"/>
                      <a:pt x="4" y="38"/>
                      <a:pt x="0" y="52"/>
                    </a:cubicBezTo>
                    <a:cubicBezTo>
                      <a:pt x="0" y="52"/>
                      <a:pt x="1" y="67"/>
                      <a:pt x="15" y="62"/>
                    </a:cubicBezTo>
                    <a:cubicBezTo>
                      <a:pt x="15" y="62"/>
                      <a:pt x="17" y="52"/>
                      <a:pt x="29" y="52"/>
                    </a:cubicBezTo>
                    <a:cubicBezTo>
                      <a:pt x="29" y="52"/>
                      <a:pt x="36" y="53"/>
                      <a:pt x="44" y="46"/>
                    </a:cubicBezTo>
                    <a:cubicBezTo>
                      <a:pt x="44" y="46"/>
                      <a:pt x="72" y="32"/>
                      <a:pt x="112" y="36"/>
                    </a:cubicBezTo>
                    <a:cubicBezTo>
                      <a:pt x="112" y="36"/>
                      <a:pt x="122" y="39"/>
                      <a:pt x="123" y="31"/>
                    </a:cubicBezTo>
                    <a:cubicBezTo>
                      <a:pt x="123" y="31"/>
                      <a:pt x="123" y="26"/>
                      <a:pt x="116" y="25"/>
                    </a:cubicBezTo>
                    <a:cubicBezTo>
                      <a:pt x="84" y="25"/>
                      <a:pt x="84" y="25"/>
                      <a:pt x="84" y="25"/>
                    </a:cubicBezTo>
                    <a:cubicBezTo>
                      <a:pt x="84" y="25"/>
                      <a:pt x="77" y="25"/>
                      <a:pt x="80" y="19"/>
                    </a:cubicBezTo>
                    <a:cubicBezTo>
                      <a:pt x="80" y="19"/>
                      <a:pt x="85" y="9"/>
                      <a:pt x="72" y="5"/>
                    </a:cubicBezTo>
                    <a:cubicBezTo>
                      <a:pt x="72" y="5"/>
                      <a:pt x="70" y="4"/>
                      <a:pt x="67" y="5"/>
                    </a:cubicBezTo>
                    <a:cubicBezTo>
                      <a:pt x="67" y="5"/>
                      <a:pt x="61" y="6"/>
                      <a:pt x="59" y="3"/>
                    </a:cubicBezTo>
                    <a:cubicBezTo>
                      <a:pt x="59" y="3"/>
                      <a:pt x="56" y="0"/>
                      <a:pt x="4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6" name="iṩ1îdê"/>
              <p:cNvSpPr/>
              <p:nvPr/>
            </p:nvSpPr>
            <p:spPr bwMode="auto">
              <a:xfrm>
                <a:off x="5316538" y="3297238"/>
                <a:ext cx="271463" cy="333375"/>
              </a:xfrm>
              <a:custGeom>
                <a:avLst/>
                <a:gdLst>
                  <a:gd name="T0" fmla="*/ 5 w 82"/>
                  <a:gd name="T1" fmla="*/ 17 h 100"/>
                  <a:gd name="T2" fmla="*/ 8 w 82"/>
                  <a:gd name="T3" fmla="*/ 49 h 100"/>
                  <a:gd name="T4" fmla="*/ 20 w 82"/>
                  <a:gd name="T5" fmla="*/ 54 h 100"/>
                  <a:gd name="T6" fmla="*/ 27 w 82"/>
                  <a:gd name="T7" fmla="*/ 69 h 100"/>
                  <a:gd name="T8" fmla="*/ 27 w 82"/>
                  <a:gd name="T9" fmla="*/ 75 h 100"/>
                  <a:gd name="T10" fmla="*/ 14 w 82"/>
                  <a:gd name="T11" fmla="*/ 77 h 100"/>
                  <a:gd name="T12" fmla="*/ 14 w 82"/>
                  <a:gd name="T13" fmla="*/ 81 h 100"/>
                  <a:gd name="T14" fmla="*/ 27 w 82"/>
                  <a:gd name="T15" fmla="*/ 94 h 100"/>
                  <a:gd name="T16" fmla="*/ 27 w 82"/>
                  <a:gd name="T17" fmla="*/ 99 h 100"/>
                  <a:gd name="T18" fmla="*/ 43 w 82"/>
                  <a:gd name="T19" fmla="*/ 88 h 100"/>
                  <a:gd name="T20" fmla="*/ 42 w 82"/>
                  <a:gd name="T21" fmla="*/ 46 h 100"/>
                  <a:gd name="T22" fmla="*/ 52 w 82"/>
                  <a:gd name="T23" fmla="*/ 27 h 100"/>
                  <a:gd name="T24" fmla="*/ 73 w 82"/>
                  <a:gd name="T25" fmla="*/ 12 h 100"/>
                  <a:gd name="T26" fmla="*/ 67 w 82"/>
                  <a:gd name="T27" fmla="*/ 0 h 100"/>
                  <a:gd name="T28" fmla="*/ 23 w 82"/>
                  <a:gd name="T29" fmla="*/ 9 h 100"/>
                  <a:gd name="T30" fmla="*/ 13 w 82"/>
                  <a:gd name="T31" fmla="*/ 14 h 100"/>
                  <a:gd name="T32" fmla="*/ 5 w 82"/>
                  <a:gd name="T33" fmla="*/ 17 h 100"/>
                  <a:gd name="T34" fmla="*/ 35 w 82"/>
                  <a:gd name="T35" fmla="*/ 19 h 100"/>
                  <a:gd name="T36" fmla="*/ 36 w 82"/>
                  <a:gd name="T37" fmla="*/ 20 h 100"/>
                  <a:gd name="T38" fmla="*/ 24 w 82"/>
                  <a:gd name="T39" fmla="*/ 37 h 100"/>
                  <a:gd name="T40" fmla="*/ 19 w 82"/>
                  <a:gd name="T41" fmla="*/ 25 h 100"/>
                  <a:gd name="T42" fmla="*/ 35 w 82"/>
                  <a:gd name="T43" fmla="*/ 1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2" h="100">
                    <a:moveTo>
                      <a:pt x="5" y="17"/>
                    </a:moveTo>
                    <a:cubicBezTo>
                      <a:pt x="5" y="17"/>
                      <a:pt x="0" y="35"/>
                      <a:pt x="8" y="49"/>
                    </a:cubicBezTo>
                    <a:cubicBezTo>
                      <a:pt x="8" y="49"/>
                      <a:pt x="12" y="53"/>
                      <a:pt x="20" y="54"/>
                    </a:cubicBezTo>
                    <a:cubicBezTo>
                      <a:pt x="20" y="54"/>
                      <a:pt x="26" y="52"/>
                      <a:pt x="27" y="69"/>
                    </a:cubicBezTo>
                    <a:cubicBezTo>
                      <a:pt x="27" y="75"/>
                      <a:pt x="27" y="75"/>
                      <a:pt x="27" y="75"/>
                    </a:cubicBezTo>
                    <a:cubicBezTo>
                      <a:pt x="27" y="75"/>
                      <a:pt x="29" y="89"/>
                      <a:pt x="14" y="77"/>
                    </a:cubicBezTo>
                    <a:cubicBezTo>
                      <a:pt x="14" y="77"/>
                      <a:pt x="11" y="76"/>
                      <a:pt x="14" y="81"/>
                    </a:cubicBezTo>
                    <a:cubicBezTo>
                      <a:pt x="27" y="94"/>
                      <a:pt x="27" y="94"/>
                      <a:pt x="27" y="94"/>
                    </a:cubicBezTo>
                    <a:cubicBezTo>
                      <a:pt x="27" y="94"/>
                      <a:pt x="29" y="97"/>
                      <a:pt x="27" y="99"/>
                    </a:cubicBezTo>
                    <a:cubicBezTo>
                      <a:pt x="27" y="99"/>
                      <a:pt x="39" y="100"/>
                      <a:pt x="43" y="88"/>
                    </a:cubicBezTo>
                    <a:cubicBezTo>
                      <a:pt x="43" y="88"/>
                      <a:pt x="47" y="65"/>
                      <a:pt x="42" y="46"/>
                    </a:cubicBezTo>
                    <a:cubicBezTo>
                      <a:pt x="42" y="46"/>
                      <a:pt x="56" y="41"/>
                      <a:pt x="52" y="27"/>
                    </a:cubicBezTo>
                    <a:cubicBezTo>
                      <a:pt x="52" y="27"/>
                      <a:pt x="71" y="13"/>
                      <a:pt x="73" y="12"/>
                    </a:cubicBezTo>
                    <a:cubicBezTo>
                      <a:pt x="73" y="12"/>
                      <a:pt x="82" y="1"/>
                      <a:pt x="67" y="0"/>
                    </a:cubicBezTo>
                    <a:cubicBezTo>
                      <a:pt x="67" y="0"/>
                      <a:pt x="42" y="0"/>
                      <a:pt x="23" y="9"/>
                    </a:cubicBezTo>
                    <a:cubicBezTo>
                      <a:pt x="23" y="9"/>
                      <a:pt x="16" y="14"/>
                      <a:pt x="13" y="14"/>
                    </a:cubicBezTo>
                    <a:cubicBezTo>
                      <a:pt x="13" y="14"/>
                      <a:pt x="6" y="15"/>
                      <a:pt x="5" y="17"/>
                    </a:cubicBezTo>
                    <a:close/>
                    <a:moveTo>
                      <a:pt x="35" y="19"/>
                    </a:moveTo>
                    <a:cubicBezTo>
                      <a:pt x="36" y="20"/>
                      <a:pt x="36" y="20"/>
                      <a:pt x="36" y="20"/>
                    </a:cubicBezTo>
                    <a:cubicBezTo>
                      <a:pt x="43" y="26"/>
                      <a:pt x="24" y="37"/>
                      <a:pt x="24" y="37"/>
                    </a:cubicBezTo>
                    <a:cubicBezTo>
                      <a:pt x="18" y="35"/>
                      <a:pt x="19" y="25"/>
                      <a:pt x="19" y="25"/>
                    </a:cubicBezTo>
                    <a:cubicBezTo>
                      <a:pt x="20" y="18"/>
                      <a:pt x="35" y="19"/>
                      <a:pt x="35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7" name="isļïḍe"/>
              <p:cNvSpPr/>
              <p:nvPr/>
            </p:nvSpPr>
            <p:spPr bwMode="auto">
              <a:xfrm>
                <a:off x="5227638" y="3540125"/>
                <a:ext cx="85725" cy="103188"/>
              </a:xfrm>
              <a:custGeom>
                <a:avLst/>
                <a:gdLst>
                  <a:gd name="T0" fmla="*/ 4 w 26"/>
                  <a:gd name="T1" fmla="*/ 5 h 31"/>
                  <a:gd name="T2" fmla="*/ 2 w 26"/>
                  <a:gd name="T3" fmla="*/ 23 h 31"/>
                  <a:gd name="T4" fmla="*/ 11 w 26"/>
                  <a:gd name="T5" fmla="*/ 28 h 31"/>
                  <a:gd name="T6" fmla="*/ 17 w 26"/>
                  <a:gd name="T7" fmla="*/ 19 h 31"/>
                  <a:gd name="T8" fmla="*/ 25 w 26"/>
                  <a:gd name="T9" fmla="*/ 9 h 31"/>
                  <a:gd name="T10" fmla="*/ 23 w 26"/>
                  <a:gd name="T11" fmla="*/ 7 h 31"/>
                  <a:gd name="T12" fmla="*/ 12 w 26"/>
                  <a:gd name="T13" fmla="*/ 3 h 31"/>
                  <a:gd name="T14" fmla="*/ 4 w 26"/>
                  <a:gd name="T15" fmla="*/ 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31">
                    <a:moveTo>
                      <a:pt x="4" y="5"/>
                    </a:moveTo>
                    <a:cubicBezTo>
                      <a:pt x="4" y="5"/>
                      <a:pt x="0" y="15"/>
                      <a:pt x="2" y="23"/>
                    </a:cubicBezTo>
                    <a:cubicBezTo>
                      <a:pt x="2" y="23"/>
                      <a:pt x="4" y="31"/>
                      <a:pt x="11" y="28"/>
                    </a:cubicBezTo>
                    <a:cubicBezTo>
                      <a:pt x="11" y="28"/>
                      <a:pt x="14" y="26"/>
                      <a:pt x="17" y="19"/>
                    </a:cubicBezTo>
                    <a:cubicBezTo>
                      <a:pt x="17" y="19"/>
                      <a:pt x="20" y="10"/>
                      <a:pt x="25" y="9"/>
                    </a:cubicBezTo>
                    <a:cubicBezTo>
                      <a:pt x="25" y="9"/>
                      <a:pt x="26" y="6"/>
                      <a:pt x="23" y="7"/>
                    </a:cubicBezTo>
                    <a:cubicBezTo>
                      <a:pt x="23" y="7"/>
                      <a:pt x="16" y="8"/>
                      <a:pt x="12" y="3"/>
                    </a:cubicBezTo>
                    <a:cubicBezTo>
                      <a:pt x="12" y="3"/>
                      <a:pt x="6" y="0"/>
                      <a:pt x="4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8" name="íṣḷíḋê"/>
              <p:cNvSpPr/>
              <p:nvPr/>
            </p:nvSpPr>
            <p:spPr bwMode="auto">
              <a:xfrm>
                <a:off x="5502276" y="3421063"/>
                <a:ext cx="134938" cy="158750"/>
              </a:xfrm>
              <a:custGeom>
                <a:avLst/>
                <a:gdLst>
                  <a:gd name="T0" fmla="*/ 0 w 41"/>
                  <a:gd name="T1" fmla="*/ 18 h 48"/>
                  <a:gd name="T2" fmla="*/ 35 w 41"/>
                  <a:gd name="T3" fmla="*/ 19 h 48"/>
                  <a:gd name="T4" fmla="*/ 29 w 41"/>
                  <a:gd name="T5" fmla="*/ 41 h 48"/>
                  <a:gd name="T6" fmla="*/ 14 w 41"/>
                  <a:gd name="T7" fmla="*/ 37 h 48"/>
                  <a:gd name="T8" fmla="*/ 0 w 41"/>
                  <a:gd name="T9" fmla="*/ 1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48">
                    <a:moveTo>
                      <a:pt x="0" y="18"/>
                    </a:moveTo>
                    <a:cubicBezTo>
                      <a:pt x="0" y="18"/>
                      <a:pt x="14" y="0"/>
                      <a:pt x="35" y="19"/>
                    </a:cubicBezTo>
                    <a:cubicBezTo>
                      <a:pt x="35" y="19"/>
                      <a:pt x="41" y="28"/>
                      <a:pt x="29" y="41"/>
                    </a:cubicBezTo>
                    <a:cubicBezTo>
                      <a:pt x="29" y="41"/>
                      <a:pt x="21" y="48"/>
                      <a:pt x="14" y="37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9" name="iṧľïdé"/>
              <p:cNvSpPr/>
              <p:nvPr/>
            </p:nvSpPr>
            <p:spPr bwMode="auto">
              <a:xfrm>
                <a:off x="5707063" y="3151188"/>
                <a:ext cx="257175" cy="455613"/>
              </a:xfrm>
              <a:custGeom>
                <a:avLst/>
                <a:gdLst>
                  <a:gd name="T0" fmla="*/ 48 w 78"/>
                  <a:gd name="T1" fmla="*/ 1 h 137"/>
                  <a:gd name="T2" fmla="*/ 40 w 78"/>
                  <a:gd name="T3" fmla="*/ 15 h 137"/>
                  <a:gd name="T4" fmla="*/ 34 w 78"/>
                  <a:gd name="T5" fmla="*/ 27 h 137"/>
                  <a:gd name="T6" fmla="*/ 26 w 78"/>
                  <a:gd name="T7" fmla="*/ 38 h 137"/>
                  <a:gd name="T8" fmla="*/ 33 w 78"/>
                  <a:gd name="T9" fmla="*/ 64 h 137"/>
                  <a:gd name="T10" fmla="*/ 31 w 78"/>
                  <a:gd name="T11" fmla="*/ 81 h 137"/>
                  <a:gd name="T12" fmla="*/ 20 w 78"/>
                  <a:gd name="T13" fmla="*/ 87 h 137"/>
                  <a:gd name="T14" fmla="*/ 2 w 78"/>
                  <a:gd name="T15" fmla="*/ 102 h 137"/>
                  <a:gd name="T16" fmla="*/ 9 w 78"/>
                  <a:gd name="T17" fmla="*/ 109 h 137"/>
                  <a:gd name="T18" fmla="*/ 19 w 78"/>
                  <a:gd name="T19" fmla="*/ 102 h 137"/>
                  <a:gd name="T20" fmla="*/ 27 w 78"/>
                  <a:gd name="T21" fmla="*/ 107 h 137"/>
                  <a:gd name="T22" fmla="*/ 32 w 78"/>
                  <a:gd name="T23" fmla="*/ 129 h 137"/>
                  <a:gd name="T24" fmla="*/ 35 w 78"/>
                  <a:gd name="T25" fmla="*/ 123 h 137"/>
                  <a:gd name="T26" fmla="*/ 41 w 78"/>
                  <a:gd name="T27" fmla="*/ 100 h 137"/>
                  <a:gd name="T28" fmla="*/ 55 w 78"/>
                  <a:gd name="T29" fmla="*/ 88 h 137"/>
                  <a:gd name="T30" fmla="*/ 60 w 78"/>
                  <a:gd name="T31" fmla="*/ 88 h 137"/>
                  <a:gd name="T32" fmla="*/ 60 w 78"/>
                  <a:gd name="T33" fmla="*/ 105 h 137"/>
                  <a:gd name="T34" fmla="*/ 57 w 78"/>
                  <a:gd name="T35" fmla="*/ 109 h 137"/>
                  <a:gd name="T36" fmla="*/ 53 w 78"/>
                  <a:gd name="T37" fmla="*/ 102 h 137"/>
                  <a:gd name="T38" fmla="*/ 49 w 78"/>
                  <a:gd name="T39" fmla="*/ 107 h 137"/>
                  <a:gd name="T40" fmla="*/ 53 w 78"/>
                  <a:gd name="T41" fmla="*/ 114 h 137"/>
                  <a:gd name="T42" fmla="*/ 55 w 78"/>
                  <a:gd name="T43" fmla="*/ 126 h 137"/>
                  <a:gd name="T44" fmla="*/ 64 w 78"/>
                  <a:gd name="T45" fmla="*/ 135 h 137"/>
                  <a:gd name="T46" fmla="*/ 71 w 78"/>
                  <a:gd name="T47" fmla="*/ 122 h 137"/>
                  <a:gd name="T48" fmla="*/ 70 w 78"/>
                  <a:gd name="T49" fmla="*/ 98 h 137"/>
                  <a:gd name="T50" fmla="*/ 71 w 78"/>
                  <a:gd name="T51" fmla="*/ 84 h 137"/>
                  <a:gd name="T52" fmla="*/ 70 w 78"/>
                  <a:gd name="T53" fmla="*/ 70 h 137"/>
                  <a:gd name="T54" fmla="*/ 72 w 78"/>
                  <a:gd name="T55" fmla="*/ 55 h 137"/>
                  <a:gd name="T56" fmla="*/ 59 w 78"/>
                  <a:gd name="T57" fmla="*/ 30 h 137"/>
                  <a:gd name="T58" fmla="*/ 42 w 78"/>
                  <a:gd name="T59" fmla="*/ 48 h 137"/>
                  <a:gd name="T60" fmla="*/ 37 w 78"/>
                  <a:gd name="T61" fmla="*/ 39 h 137"/>
                  <a:gd name="T62" fmla="*/ 39 w 78"/>
                  <a:gd name="T63" fmla="*/ 30 h 137"/>
                  <a:gd name="T64" fmla="*/ 72 w 78"/>
                  <a:gd name="T65" fmla="*/ 8 h 137"/>
                  <a:gd name="T66" fmla="*/ 63 w 78"/>
                  <a:gd name="T67" fmla="*/ 1 h 137"/>
                  <a:gd name="T68" fmla="*/ 48 w 78"/>
                  <a:gd name="T69" fmla="*/ 1 h 137"/>
                  <a:gd name="T70" fmla="*/ 60 w 78"/>
                  <a:gd name="T71" fmla="*/ 64 h 137"/>
                  <a:gd name="T72" fmla="*/ 54 w 78"/>
                  <a:gd name="T73" fmla="*/ 62 h 137"/>
                  <a:gd name="T74" fmla="*/ 47 w 78"/>
                  <a:gd name="T75" fmla="*/ 65 h 137"/>
                  <a:gd name="T76" fmla="*/ 43 w 78"/>
                  <a:gd name="T77" fmla="*/ 72 h 137"/>
                  <a:gd name="T78" fmla="*/ 53 w 78"/>
                  <a:gd name="T79" fmla="*/ 45 h 137"/>
                  <a:gd name="T80" fmla="*/ 60 w 78"/>
                  <a:gd name="T81" fmla="*/ 6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37">
                    <a:moveTo>
                      <a:pt x="48" y="1"/>
                    </a:moveTo>
                    <a:cubicBezTo>
                      <a:pt x="48" y="1"/>
                      <a:pt x="41" y="1"/>
                      <a:pt x="40" y="15"/>
                    </a:cubicBezTo>
                    <a:cubicBezTo>
                      <a:pt x="40" y="15"/>
                      <a:pt x="39" y="25"/>
                      <a:pt x="34" y="27"/>
                    </a:cubicBezTo>
                    <a:cubicBezTo>
                      <a:pt x="34" y="27"/>
                      <a:pt x="21" y="29"/>
                      <a:pt x="26" y="38"/>
                    </a:cubicBezTo>
                    <a:cubicBezTo>
                      <a:pt x="26" y="38"/>
                      <a:pt x="37" y="50"/>
                      <a:pt x="33" y="64"/>
                    </a:cubicBezTo>
                    <a:cubicBezTo>
                      <a:pt x="33" y="64"/>
                      <a:pt x="30" y="71"/>
                      <a:pt x="31" y="81"/>
                    </a:cubicBezTo>
                    <a:cubicBezTo>
                      <a:pt x="31" y="81"/>
                      <a:pt x="34" y="87"/>
                      <a:pt x="20" y="87"/>
                    </a:cubicBezTo>
                    <a:cubicBezTo>
                      <a:pt x="20" y="87"/>
                      <a:pt x="6" y="84"/>
                      <a:pt x="2" y="102"/>
                    </a:cubicBezTo>
                    <a:cubicBezTo>
                      <a:pt x="2" y="102"/>
                      <a:pt x="0" y="110"/>
                      <a:pt x="9" y="109"/>
                    </a:cubicBezTo>
                    <a:cubicBezTo>
                      <a:pt x="9" y="109"/>
                      <a:pt x="17" y="106"/>
                      <a:pt x="19" y="102"/>
                    </a:cubicBezTo>
                    <a:cubicBezTo>
                      <a:pt x="19" y="102"/>
                      <a:pt x="26" y="98"/>
                      <a:pt x="27" y="107"/>
                    </a:cubicBezTo>
                    <a:cubicBezTo>
                      <a:pt x="27" y="107"/>
                      <a:pt x="23" y="123"/>
                      <a:pt x="32" y="129"/>
                    </a:cubicBezTo>
                    <a:cubicBezTo>
                      <a:pt x="32" y="129"/>
                      <a:pt x="34" y="129"/>
                      <a:pt x="35" y="123"/>
                    </a:cubicBezTo>
                    <a:cubicBezTo>
                      <a:pt x="41" y="100"/>
                      <a:pt x="41" y="100"/>
                      <a:pt x="41" y="100"/>
                    </a:cubicBezTo>
                    <a:cubicBezTo>
                      <a:pt x="41" y="100"/>
                      <a:pt x="53" y="92"/>
                      <a:pt x="55" y="88"/>
                    </a:cubicBezTo>
                    <a:cubicBezTo>
                      <a:pt x="55" y="88"/>
                      <a:pt x="59" y="84"/>
                      <a:pt x="60" y="88"/>
                    </a:cubicBezTo>
                    <a:cubicBezTo>
                      <a:pt x="60" y="105"/>
                      <a:pt x="60" y="105"/>
                      <a:pt x="60" y="105"/>
                    </a:cubicBezTo>
                    <a:cubicBezTo>
                      <a:pt x="60" y="105"/>
                      <a:pt x="60" y="111"/>
                      <a:pt x="57" y="109"/>
                    </a:cubicBezTo>
                    <a:cubicBezTo>
                      <a:pt x="53" y="102"/>
                      <a:pt x="53" y="102"/>
                      <a:pt x="53" y="102"/>
                    </a:cubicBezTo>
                    <a:cubicBezTo>
                      <a:pt x="53" y="102"/>
                      <a:pt x="49" y="98"/>
                      <a:pt x="49" y="107"/>
                    </a:cubicBezTo>
                    <a:cubicBezTo>
                      <a:pt x="49" y="107"/>
                      <a:pt x="51" y="113"/>
                      <a:pt x="53" y="114"/>
                    </a:cubicBezTo>
                    <a:cubicBezTo>
                      <a:pt x="53" y="114"/>
                      <a:pt x="56" y="122"/>
                      <a:pt x="55" y="126"/>
                    </a:cubicBezTo>
                    <a:cubicBezTo>
                      <a:pt x="55" y="126"/>
                      <a:pt x="56" y="137"/>
                      <a:pt x="64" y="135"/>
                    </a:cubicBezTo>
                    <a:cubicBezTo>
                      <a:pt x="64" y="135"/>
                      <a:pt x="71" y="132"/>
                      <a:pt x="71" y="122"/>
                    </a:cubicBezTo>
                    <a:cubicBezTo>
                      <a:pt x="71" y="122"/>
                      <a:pt x="72" y="101"/>
                      <a:pt x="70" y="98"/>
                    </a:cubicBezTo>
                    <a:cubicBezTo>
                      <a:pt x="70" y="98"/>
                      <a:pt x="69" y="89"/>
                      <a:pt x="71" y="84"/>
                    </a:cubicBezTo>
                    <a:cubicBezTo>
                      <a:pt x="71" y="84"/>
                      <a:pt x="73" y="73"/>
                      <a:pt x="70" y="70"/>
                    </a:cubicBezTo>
                    <a:cubicBezTo>
                      <a:pt x="70" y="70"/>
                      <a:pt x="70" y="63"/>
                      <a:pt x="72" y="55"/>
                    </a:cubicBezTo>
                    <a:cubicBezTo>
                      <a:pt x="72" y="55"/>
                      <a:pt x="78" y="34"/>
                      <a:pt x="59" y="30"/>
                    </a:cubicBezTo>
                    <a:cubicBezTo>
                      <a:pt x="59" y="30"/>
                      <a:pt x="48" y="30"/>
                      <a:pt x="42" y="4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0" y="32"/>
                      <a:pt x="39" y="30"/>
                    </a:cubicBezTo>
                    <a:cubicBezTo>
                      <a:pt x="39" y="30"/>
                      <a:pt x="76" y="28"/>
                      <a:pt x="72" y="8"/>
                    </a:cubicBezTo>
                    <a:cubicBezTo>
                      <a:pt x="72" y="8"/>
                      <a:pt x="70" y="0"/>
                      <a:pt x="63" y="1"/>
                    </a:cubicBezTo>
                    <a:cubicBezTo>
                      <a:pt x="63" y="1"/>
                      <a:pt x="51" y="5"/>
                      <a:pt x="48" y="1"/>
                    </a:cubicBezTo>
                    <a:close/>
                    <a:moveTo>
                      <a:pt x="60" y="64"/>
                    </a:moveTo>
                    <a:cubicBezTo>
                      <a:pt x="60" y="68"/>
                      <a:pt x="54" y="62"/>
                      <a:pt x="54" y="62"/>
                    </a:cubicBezTo>
                    <a:cubicBezTo>
                      <a:pt x="47" y="53"/>
                      <a:pt x="47" y="65"/>
                      <a:pt x="47" y="65"/>
                    </a:cubicBezTo>
                    <a:cubicBezTo>
                      <a:pt x="46" y="71"/>
                      <a:pt x="43" y="72"/>
                      <a:pt x="43" y="72"/>
                    </a:cubicBezTo>
                    <a:cubicBezTo>
                      <a:pt x="42" y="43"/>
                      <a:pt x="53" y="45"/>
                      <a:pt x="53" y="45"/>
                    </a:cubicBezTo>
                    <a:cubicBezTo>
                      <a:pt x="57" y="46"/>
                      <a:pt x="60" y="64"/>
                      <a:pt x="60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87" name="ïṡḷïḓé"/>
              <p:cNvSpPr/>
              <p:nvPr/>
            </p:nvSpPr>
            <p:spPr bwMode="auto">
              <a:xfrm>
                <a:off x="5973763" y="3162300"/>
                <a:ext cx="238125" cy="171450"/>
              </a:xfrm>
              <a:custGeom>
                <a:avLst/>
                <a:gdLst>
                  <a:gd name="T0" fmla="*/ 13 w 72"/>
                  <a:gd name="T1" fmla="*/ 18 h 52"/>
                  <a:gd name="T2" fmla="*/ 31 w 72"/>
                  <a:gd name="T3" fmla="*/ 5 h 52"/>
                  <a:gd name="T4" fmla="*/ 53 w 72"/>
                  <a:gd name="T5" fmla="*/ 13 h 52"/>
                  <a:gd name="T6" fmla="*/ 48 w 72"/>
                  <a:gd name="T7" fmla="*/ 22 h 52"/>
                  <a:gd name="T8" fmla="*/ 50 w 72"/>
                  <a:gd name="T9" fmla="*/ 27 h 52"/>
                  <a:gd name="T10" fmla="*/ 67 w 72"/>
                  <a:gd name="T11" fmla="*/ 23 h 52"/>
                  <a:gd name="T12" fmla="*/ 68 w 72"/>
                  <a:gd name="T13" fmla="*/ 28 h 52"/>
                  <a:gd name="T14" fmla="*/ 43 w 72"/>
                  <a:gd name="T15" fmla="*/ 35 h 52"/>
                  <a:gd name="T16" fmla="*/ 29 w 72"/>
                  <a:gd name="T17" fmla="*/ 39 h 52"/>
                  <a:gd name="T18" fmla="*/ 5 w 72"/>
                  <a:gd name="T19" fmla="*/ 49 h 52"/>
                  <a:gd name="T20" fmla="*/ 8 w 72"/>
                  <a:gd name="T21" fmla="*/ 40 h 52"/>
                  <a:gd name="T22" fmla="*/ 25 w 72"/>
                  <a:gd name="T23" fmla="*/ 29 h 52"/>
                  <a:gd name="T24" fmla="*/ 17 w 72"/>
                  <a:gd name="T25" fmla="*/ 22 h 52"/>
                  <a:gd name="T26" fmla="*/ 13 w 72"/>
                  <a:gd name="T27" fmla="*/ 1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52">
                    <a:moveTo>
                      <a:pt x="13" y="18"/>
                    </a:moveTo>
                    <a:cubicBezTo>
                      <a:pt x="13" y="18"/>
                      <a:pt x="19" y="6"/>
                      <a:pt x="31" y="5"/>
                    </a:cubicBezTo>
                    <a:cubicBezTo>
                      <a:pt x="31" y="5"/>
                      <a:pt x="48" y="0"/>
                      <a:pt x="53" y="13"/>
                    </a:cubicBezTo>
                    <a:cubicBezTo>
                      <a:pt x="53" y="13"/>
                      <a:pt x="54" y="18"/>
                      <a:pt x="48" y="22"/>
                    </a:cubicBezTo>
                    <a:cubicBezTo>
                      <a:pt x="48" y="22"/>
                      <a:pt x="43" y="28"/>
                      <a:pt x="50" y="27"/>
                    </a:cubicBezTo>
                    <a:cubicBezTo>
                      <a:pt x="50" y="27"/>
                      <a:pt x="60" y="28"/>
                      <a:pt x="67" y="23"/>
                    </a:cubicBezTo>
                    <a:cubicBezTo>
                      <a:pt x="67" y="23"/>
                      <a:pt x="72" y="23"/>
                      <a:pt x="68" y="28"/>
                    </a:cubicBezTo>
                    <a:cubicBezTo>
                      <a:pt x="68" y="28"/>
                      <a:pt x="60" y="38"/>
                      <a:pt x="43" y="35"/>
                    </a:cubicBezTo>
                    <a:cubicBezTo>
                      <a:pt x="43" y="35"/>
                      <a:pt x="37" y="31"/>
                      <a:pt x="29" y="39"/>
                    </a:cubicBezTo>
                    <a:cubicBezTo>
                      <a:pt x="29" y="39"/>
                      <a:pt x="12" y="52"/>
                      <a:pt x="5" y="49"/>
                    </a:cubicBezTo>
                    <a:cubicBezTo>
                      <a:pt x="5" y="49"/>
                      <a:pt x="0" y="42"/>
                      <a:pt x="8" y="40"/>
                    </a:cubicBezTo>
                    <a:cubicBezTo>
                      <a:pt x="8" y="40"/>
                      <a:pt x="25" y="38"/>
                      <a:pt x="25" y="29"/>
                    </a:cubicBezTo>
                    <a:cubicBezTo>
                      <a:pt x="25" y="29"/>
                      <a:pt x="23" y="24"/>
                      <a:pt x="17" y="22"/>
                    </a:cubicBezTo>
                    <a:lnTo>
                      <a:pt x="13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88" name="îṥ1ïḋè"/>
              <p:cNvSpPr/>
              <p:nvPr/>
            </p:nvSpPr>
            <p:spPr bwMode="auto">
              <a:xfrm>
                <a:off x="5954713" y="3290888"/>
                <a:ext cx="328613" cy="279400"/>
              </a:xfrm>
              <a:custGeom>
                <a:avLst/>
                <a:gdLst>
                  <a:gd name="T0" fmla="*/ 21 w 100"/>
                  <a:gd name="T1" fmla="*/ 22 h 84"/>
                  <a:gd name="T2" fmla="*/ 45 w 100"/>
                  <a:gd name="T3" fmla="*/ 10 h 84"/>
                  <a:gd name="T4" fmla="*/ 60 w 100"/>
                  <a:gd name="T5" fmla="*/ 12 h 84"/>
                  <a:gd name="T6" fmla="*/ 55 w 100"/>
                  <a:gd name="T7" fmla="*/ 20 h 84"/>
                  <a:gd name="T8" fmla="*/ 56 w 100"/>
                  <a:gd name="T9" fmla="*/ 54 h 84"/>
                  <a:gd name="T10" fmla="*/ 81 w 100"/>
                  <a:gd name="T11" fmla="*/ 58 h 84"/>
                  <a:gd name="T12" fmla="*/ 83 w 100"/>
                  <a:gd name="T13" fmla="*/ 43 h 84"/>
                  <a:gd name="T14" fmla="*/ 91 w 100"/>
                  <a:gd name="T15" fmla="*/ 60 h 84"/>
                  <a:gd name="T16" fmla="*/ 85 w 100"/>
                  <a:gd name="T17" fmla="*/ 83 h 84"/>
                  <a:gd name="T18" fmla="*/ 75 w 100"/>
                  <a:gd name="T19" fmla="*/ 84 h 84"/>
                  <a:gd name="T20" fmla="*/ 42 w 100"/>
                  <a:gd name="T21" fmla="*/ 55 h 84"/>
                  <a:gd name="T22" fmla="*/ 40 w 100"/>
                  <a:gd name="T23" fmla="*/ 38 h 84"/>
                  <a:gd name="T24" fmla="*/ 33 w 100"/>
                  <a:gd name="T25" fmla="*/ 29 h 84"/>
                  <a:gd name="T26" fmla="*/ 28 w 100"/>
                  <a:gd name="T27" fmla="*/ 38 h 84"/>
                  <a:gd name="T28" fmla="*/ 6 w 100"/>
                  <a:gd name="T29" fmla="*/ 78 h 84"/>
                  <a:gd name="T30" fmla="*/ 3 w 100"/>
                  <a:gd name="T31" fmla="*/ 71 h 84"/>
                  <a:gd name="T32" fmla="*/ 7 w 100"/>
                  <a:gd name="T33" fmla="*/ 59 h 84"/>
                  <a:gd name="T34" fmla="*/ 10 w 100"/>
                  <a:gd name="T35" fmla="*/ 51 h 84"/>
                  <a:gd name="T36" fmla="*/ 21 w 100"/>
                  <a:gd name="T37" fmla="*/ 2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84">
                    <a:moveTo>
                      <a:pt x="21" y="22"/>
                    </a:moveTo>
                    <a:cubicBezTo>
                      <a:pt x="21" y="22"/>
                      <a:pt x="40" y="19"/>
                      <a:pt x="45" y="10"/>
                    </a:cubicBezTo>
                    <a:cubicBezTo>
                      <a:pt x="45" y="10"/>
                      <a:pt x="54" y="0"/>
                      <a:pt x="60" y="12"/>
                    </a:cubicBezTo>
                    <a:cubicBezTo>
                      <a:pt x="60" y="12"/>
                      <a:pt x="62" y="14"/>
                      <a:pt x="55" y="20"/>
                    </a:cubicBezTo>
                    <a:cubicBezTo>
                      <a:pt x="55" y="20"/>
                      <a:pt x="45" y="40"/>
                      <a:pt x="56" y="54"/>
                    </a:cubicBezTo>
                    <a:cubicBezTo>
                      <a:pt x="56" y="54"/>
                      <a:pt x="76" y="77"/>
                      <a:pt x="81" y="58"/>
                    </a:cubicBezTo>
                    <a:cubicBezTo>
                      <a:pt x="83" y="43"/>
                      <a:pt x="83" y="43"/>
                      <a:pt x="83" y="43"/>
                    </a:cubicBezTo>
                    <a:cubicBezTo>
                      <a:pt x="83" y="43"/>
                      <a:pt x="86" y="43"/>
                      <a:pt x="91" y="60"/>
                    </a:cubicBezTo>
                    <a:cubicBezTo>
                      <a:pt x="91" y="60"/>
                      <a:pt x="100" y="82"/>
                      <a:pt x="85" y="83"/>
                    </a:cubicBezTo>
                    <a:cubicBezTo>
                      <a:pt x="85" y="83"/>
                      <a:pt x="80" y="81"/>
                      <a:pt x="75" y="84"/>
                    </a:cubicBezTo>
                    <a:cubicBezTo>
                      <a:pt x="75" y="84"/>
                      <a:pt x="46" y="79"/>
                      <a:pt x="42" y="55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8"/>
                      <a:pt x="42" y="28"/>
                      <a:pt x="33" y="29"/>
                    </a:cubicBezTo>
                    <a:cubicBezTo>
                      <a:pt x="33" y="29"/>
                      <a:pt x="28" y="31"/>
                      <a:pt x="28" y="38"/>
                    </a:cubicBezTo>
                    <a:cubicBezTo>
                      <a:pt x="28" y="38"/>
                      <a:pt x="21" y="75"/>
                      <a:pt x="6" y="78"/>
                    </a:cubicBezTo>
                    <a:cubicBezTo>
                      <a:pt x="6" y="78"/>
                      <a:pt x="0" y="76"/>
                      <a:pt x="3" y="71"/>
                    </a:cubicBezTo>
                    <a:cubicBezTo>
                      <a:pt x="3" y="71"/>
                      <a:pt x="7" y="66"/>
                      <a:pt x="7" y="59"/>
                    </a:cubicBezTo>
                    <a:cubicBezTo>
                      <a:pt x="7" y="59"/>
                      <a:pt x="7" y="55"/>
                      <a:pt x="10" y="51"/>
                    </a:cubicBezTo>
                    <a:cubicBezTo>
                      <a:pt x="10" y="51"/>
                      <a:pt x="23" y="29"/>
                      <a:pt x="21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89" name="ïsľîdé"/>
              <p:cNvSpPr/>
              <p:nvPr/>
            </p:nvSpPr>
            <p:spPr bwMode="auto">
              <a:xfrm>
                <a:off x="6310313" y="3105150"/>
                <a:ext cx="471488" cy="511175"/>
              </a:xfrm>
              <a:custGeom>
                <a:avLst/>
                <a:gdLst>
                  <a:gd name="T0" fmla="*/ 38 w 143"/>
                  <a:gd name="T1" fmla="*/ 18 h 154"/>
                  <a:gd name="T2" fmla="*/ 51 w 143"/>
                  <a:gd name="T3" fmla="*/ 9 h 154"/>
                  <a:gd name="T4" fmla="*/ 78 w 143"/>
                  <a:gd name="T5" fmla="*/ 11 h 154"/>
                  <a:gd name="T6" fmla="*/ 83 w 143"/>
                  <a:gd name="T7" fmla="*/ 26 h 154"/>
                  <a:gd name="T8" fmla="*/ 82 w 143"/>
                  <a:gd name="T9" fmla="*/ 33 h 154"/>
                  <a:gd name="T10" fmla="*/ 115 w 143"/>
                  <a:gd name="T11" fmla="*/ 23 h 154"/>
                  <a:gd name="T12" fmla="*/ 124 w 143"/>
                  <a:gd name="T13" fmla="*/ 25 h 154"/>
                  <a:gd name="T14" fmla="*/ 132 w 143"/>
                  <a:gd name="T15" fmla="*/ 44 h 154"/>
                  <a:gd name="T16" fmla="*/ 122 w 143"/>
                  <a:gd name="T17" fmla="*/ 46 h 154"/>
                  <a:gd name="T18" fmla="*/ 98 w 143"/>
                  <a:gd name="T19" fmla="*/ 51 h 154"/>
                  <a:gd name="T20" fmla="*/ 97 w 143"/>
                  <a:gd name="T21" fmla="*/ 57 h 154"/>
                  <a:gd name="T22" fmla="*/ 94 w 143"/>
                  <a:gd name="T23" fmla="*/ 66 h 154"/>
                  <a:gd name="T24" fmla="*/ 76 w 143"/>
                  <a:gd name="T25" fmla="*/ 78 h 154"/>
                  <a:gd name="T26" fmla="*/ 71 w 143"/>
                  <a:gd name="T27" fmla="*/ 84 h 154"/>
                  <a:gd name="T28" fmla="*/ 71 w 143"/>
                  <a:gd name="T29" fmla="*/ 89 h 154"/>
                  <a:gd name="T30" fmla="*/ 86 w 143"/>
                  <a:gd name="T31" fmla="*/ 83 h 154"/>
                  <a:gd name="T32" fmla="*/ 92 w 143"/>
                  <a:gd name="T33" fmla="*/ 92 h 154"/>
                  <a:gd name="T34" fmla="*/ 79 w 143"/>
                  <a:gd name="T35" fmla="*/ 103 h 154"/>
                  <a:gd name="T36" fmla="*/ 77 w 143"/>
                  <a:gd name="T37" fmla="*/ 110 h 154"/>
                  <a:gd name="T38" fmla="*/ 80 w 143"/>
                  <a:gd name="T39" fmla="*/ 117 h 154"/>
                  <a:gd name="T40" fmla="*/ 105 w 143"/>
                  <a:gd name="T41" fmla="*/ 110 h 154"/>
                  <a:gd name="T42" fmla="*/ 113 w 143"/>
                  <a:gd name="T43" fmla="*/ 112 h 154"/>
                  <a:gd name="T44" fmla="*/ 119 w 143"/>
                  <a:gd name="T45" fmla="*/ 125 h 154"/>
                  <a:gd name="T46" fmla="*/ 105 w 143"/>
                  <a:gd name="T47" fmla="*/ 130 h 154"/>
                  <a:gd name="T48" fmla="*/ 41 w 143"/>
                  <a:gd name="T49" fmla="*/ 148 h 154"/>
                  <a:gd name="T50" fmla="*/ 28 w 143"/>
                  <a:gd name="T51" fmla="*/ 145 h 154"/>
                  <a:gd name="T52" fmla="*/ 36 w 143"/>
                  <a:gd name="T53" fmla="*/ 131 h 154"/>
                  <a:gd name="T54" fmla="*/ 61 w 143"/>
                  <a:gd name="T55" fmla="*/ 118 h 154"/>
                  <a:gd name="T56" fmla="*/ 56 w 143"/>
                  <a:gd name="T57" fmla="*/ 113 h 154"/>
                  <a:gd name="T58" fmla="*/ 48 w 143"/>
                  <a:gd name="T59" fmla="*/ 98 h 154"/>
                  <a:gd name="T60" fmla="*/ 75 w 143"/>
                  <a:gd name="T61" fmla="*/ 67 h 154"/>
                  <a:gd name="T62" fmla="*/ 83 w 143"/>
                  <a:gd name="T63" fmla="*/ 50 h 154"/>
                  <a:gd name="T64" fmla="*/ 100 w 143"/>
                  <a:gd name="T65" fmla="*/ 42 h 154"/>
                  <a:gd name="T66" fmla="*/ 93 w 143"/>
                  <a:gd name="T67" fmla="*/ 38 h 154"/>
                  <a:gd name="T68" fmla="*/ 58 w 143"/>
                  <a:gd name="T69" fmla="*/ 54 h 154"/>
                  <a:gd name="T70" fmla="*/ 40 w 143"/>
                  <a:gd name="T71" fmla="*/ 62 h 154"/>
                  <a:gd name="T72" fmla="*/ 30 w 143"/>
                  <a:gd name="T73" fmla="*/ 70 h 154"/>
                  <a:gd name="T74" fmla="*/ 11 w 143"/>
                  <a:gd name="T75" fmla="*/ 77 h 154"/>
                  <a:gd name="T76" fmla="*/ 8 w 143"/>
                  <a:gd name="T77" fmla="*/ 55 h 154"/>
                  <a:gd name="T78" fmla="*/ 27 w 143"/>
                  <a:gd name="T79" fmla="*/ 36 h 154"/>
                  <a:gd name="T80" fmla="*/ 32 w 143"/>
                  <a:gd name="T81" fmla="*/ 42 h 154"/>
                  <a:gd name="T82" fmla="*/ 35 w 143"/>
                  <a:gd name="T83" fmla="*/ 49 h 154"/>
                  <a:gd name="T84" fmla="*/ 60 w 143"/>
                  <a:gd name="T85" fmla="*/ 39 h 154"/>
                  <a:gd name="T86" fmla="*/ 53 w 143"/>
                  <a:gd name="T87" fmla="*/ 31 h 154"/>
                  <a:gd name="T88" fmla="*/ 53 w 143"/>
                  <a:gd name="T89" fmla="*/ 31 h 154"/>
                  <a:gd name="T90" fmla="*/ 38 w 143"/>
                  <a:gd name="T91" fmla="*/ 18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43" h="154">
                    <a:moveTo>
                      <a:pt x="38" y="18"/>
                    </a:moveTo>
                    <a:cubicBezTo>
                      <a:pt x="38" y="18"/>
                      <a:pt x="42" y="10"/>
                      <a:pt x="51" y="9"/>
                    </a:cubicBezTo>
                    <a:cubicBezTo>
                      <a:pt x="51" y="9"/>
                      <a:pt x="68" y="0"/>
                      <a:pt x="78" y="11"/>
                    </a:cubicBezTo>
                    <a:cubicBezTo>
                      <a:pt x="78" y="11"/>
                      <a:pt x="87" y="19"/>
                      <a:pt x="83" y="26"/>
                    </a:cubicBezTo>
                    <a:cubicBezTo>
                      <a:pt x="83" y="26"/>
                      <a:pt x="77" y="29"/>
                      <a:pt x="82" y="33"/>
                    </a:cubicBezTo>
                    <a:cubicBezTo>
                      <a:pt x="115" y="23"/>
                      <a:pt x="115" y="23"/>
                      <a:pt x="115" y="23"/>
                    </a:cubicBezTo>
                    <a:cubicBezTo>
                      <a:pt x="115" y="23"/>
                      <a:pt x="119" y="21"/>
                      <a:pt x="124" y="25"/>
                    </a:cubicBezTo>
                    <a:cubicBezTo>
                      <a:pt x="124" y="25"/>
                      <a:pt x="143" y="36"/>
                      <a:pt x="132" y="44"/>
                    </a:cubicBezTo>
                    <a:cubicBezTo>
                      <a:pt x="132" y="44"/>
                      <a:pt x="126" y="47"/>
                      <a:pt x="122" y="46"/>
                    </a:cubicBezTo>
                    <a:cubicBezTo>
                      <a:pt x="98" y="51"/>
                      <a:pt x="98" y="51"/>
                      <a:pt x="98" y="51"/>
                    </a:cubicBezTo>
                    <a:cubicBezTo>
                      <a:pt x="98" y="51"/>
                      <a:pt x="94" y="53"/>
                      <a:pt x="97" y="57"/>
                    </a:cubicBezTo>
                    <a:cubicBezTo>
                      <a:pt x="97" y="57"/>
                      <a:pt x="99" y="63"/>
                      <a:pt x="94" y="66"/>
                    </a:cubicBezTo>
                    <a:cubicBezTo>
                      <a:pt x="94" y="66"/>
                      <a:pt x="76" y="75"/>
                      <a:pt x="76" y="78"/>
                    </a:cubicBezTo>
                    <a:cubicBezTo>
                      <a:pt x="71" y="84"/>
                      <a:pt x="71" y="84"/>
                      <a:pt x="71" y="84"/>
                    </a:cubicBezTo>
                    <a:cubicBezTo>
                      <a:pt x="71" y="84"/>
                      <a:pt x="65" y="87"/>
                      <a:pt x="71" y="89"/>
                    </a:cubicBezTo>
                    <a:cubicBezTo>
                      <a:pt x="86" y="83"/>
                      <a:pt x="86" y="83"/>
                      <a:pt x="86" y="83"/>
                    </a:cubicBezTo>
                    <a:cubicBezTo>
                      <a:pt x="86" y="83"/>
                      <a:pt x="94" y="81"/>
                      <a:pt x="92" y="92"/>
                    </a:cubicBezTo>
                    <a:cubicBezTo>
                      <a:pt x="92" y="92"/>
                      <a:pt x="86" y="101"/>
                      <a:pt x="79" y="103"/>
                    </a:cubicBezTo>
                    <a:cubicBezTo>
                      <a:pt x="79" y="103"/>
                      <a:pt x="79" y="107"/>
                      <a:pt x="77" y="110"/>
                    </a:cubicBezTo>
                    <a:cubicBezTo>
                      <a:pt x="77" y="110"/>
                      <a:pt x="77" y="116"/>
                      <a:pt x="80" y="117"/>
                    </a:cubicBezTo>
                    <a:cubicBezTo>
                      <a:pt x="105" y="110"/>
                      <a:pt x="105" y="110"/>
                      <a:pt x="105" y="110"/>
                    </a:cubicBezTo>
                    <a:cubicBezTo>
                      <a:pt x="105" y="110"/>
                      <a:pt x="110" y="109"/>
                      <a:pt x="113" y="112"/>
                    </a:cubicBezTo>
                    <a:cubicBezTo>
                      <a:pt x="113" y="112"/>
                      <a:pt x="121" y="117"/>
                      <a:pt x="119" y="125"/>
                    </a:cubicBezTo>
                    <a:cubicBezTo>
                      <a:pt x="119" y="125"/>
                      <a:pt x="114" y="132"/>
                      <a:pt x="105" y="130"/>
                    </a:cubicBezTo>
                    <a:cubicBezTo>
                      <a:pt x="105" y="130"/>
                      <a:pt x="64" y="132"/>
                      <a:pt x="41" y="148"/>
                    </a:cubicBezTo>
                    <a:cubicBezTo>
                      <a:pt x="41" y="148"/>
                      <a:pt x="33" y="154"/>
                      <a:pt x="28" y="145"/>
                    </a:cubicBezTo>
                    <a:cubicBezTo>
                      <a:pt x="28" y="145"/>
                      <a:pt x="26" y="133"/>
                      <a:pt x="36" y="131"/>
                    </a:cubicBezTo>
                    <a:cubicBezTo>
                      <a:pt x="36" y="131"/>
                      <a:pt x="69" y="129"/>
                      <a:pt x="61" y="118"/>
                    </a:cubicBezTo>
                    <a:cubicBezTo>
                      <a:pt x="56" y="113"/>
                      <a:pt x="56" y="113"/>
                      <a:pt x="56" y="113"/>
                    </a:cubicBezTo>
                    <a:cubicBezTo>
                      <a:pt x="56" y="113"/>
                      <a:pt x="44" y="105"/>
                      <a:pt x="48" y="98"/>
                    </a:cubicBezTo>
                    <a:cubicBezTo>
                      <a:pt x="48" y="98"/>
                      <a:pt x="73" y="86"/>
                      <a:pt x="75" y="67"/>
                    </a:cubicBezTo>
                    <a:cubicBezTo>
                      <a:pt x="75" y="67"/>
                      <a:pt x="73" y="52"/>
                      <a:pt x="83" y="50"/>
                    </a:cubicBezTo>
                    <a:cubicBezTo>
                      <a:pt x="83" y="50"/>
                      <a:pt x="95" y="52"/>
                      <a:pt x="100" y="42"/>
                    </a:cubicBezTo>
                    <a:cubicBezTo>
                      <a:pt x="100" y="42"/>
                      <a:pt x="104" y="31"/>
                      <a:pt x="93" y="38"/>
                    </a:cubicBezTo>
                    <a:cubicBezTo>
                      <a:pt x="93" y="38"/>
                      <a:pt x="66" y="46"/>
                      <a:pt x="58" y="54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35" y="62"/>
                      <a:pt x="30" y="70"/>
                    </a:cubicBezTo>
                    <a:cubicBezTo>
                      <a:pt x="30" y="70"/>
                      <a:pt x="21" y="86"/>
                      <a:pt x="11" y="77"/>
                    </a:cubicBezTo>
                    <a:cubicBezTo>
                      <a:pt x="11" y="77"/>
                      <a:pt x="0" y="69"/>
                      <a:pt x="8" y="55"/>
                    </a:cubicBezTo>
                    <a:cubicBezTo>
                      <a:pt x="8" y="55"/>
                      <a:pt x="15" y="42"/>
                      <a:pt x="27" y="36"/>
                    </a:cubicBezTo>
                    <a:cubicBezTo>
                      <a:pt x="27" y="36"/>
                      <a:pt x="33" y="38"/>
                      <a:pt x="32" y="42"/>
                    </a:cubicBezTo>
                    <a:cubicBezTo>
                      <a:pt x="32" y="42"/>
                      <a:pt x="29" y="50"/>
                      <a:pt x="35" y="49"/>
                    </a:cubicBezTo>
                    <a:cubicBezTo>
                      <a:pt x="35" y="49"/>
                      <a:pt x="52" y="51"/>
                      <a:pt x="60" y="39"/>
                    </a:cubicBezTo>
                    <a:cubicBezTo>
                      <a:pt x="60" y="39"/>
                      <a:pt x="58" y="33"/>
                      <a:pt x="53" y="31"/>
                    </a:cubicBezTo>
                    <a:cubicBezTo>
                      <a:pt x="53" y="31"/>
                      <a:pt x="53" y="31"/>
                      <a:pt x="53" y="31"/>
                    </a:cubicBezTo>
                    <a:cubicBezTo>
                      <a:pt x="48" y="28"/>
                      <a:pt x="41" y="18"/>
                      <a:pt x="38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5" name="íṩlíďê"/>
              <p:cNvSpPr/>
              <p:nvPr/>
            </p:nvSpPr>
            <p:spPr bwMode="auto">
              <a:xfrm>
                <a:off x="6448426" y="3314700"/>
                <a:ext cx="79375" cy="88900"/>
              </a:xfrm>
              <a:custGeom>
                <a:avLst/>
                <a:gdLst>
                  <a:gd name="T0" fmla="*/ 23 w 24"/>
                  <a:gd name="T1" fmla="*/ 3 h 27"/>
                  <a:gd name="T2" fmla="*/ 18 w 24"/>
                  <a:gd name="T3" fmla="*/ 13 h 27"/>
                  <a:gd name="T4" fmla="*/ 5 w 24"/>
                  <a:gd name="T5" fmla="*/ 16 h 27"/>
                  <a:gd name="T6" fmla="*/ 3 w 24"/>
                  <a:gd name="T7" fmla="*/ 3 h 27"/>
                  <a:gd name="T8" fmla="*/ 7 w 24"/>
                  <a:gd name="T9" fmla="*/ 3 h 27"/>
                  <a:gd name="T10" fmla="*/ 20 w 24"/>
                  <a:gd name="T11" fmla="*/ 1 h 27"/>
                  <a:gd name="T12" fmla="*/ 23 w 24"/>
                  <a:gd name="T13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27">
                    <a:moveTo>
                      <a:pt x="23" y="3"/>
                    </a:moveTo>
                    <a:cubicBezTo>
                      <a:pt x="23" y="3"/>
                      <a:pt x="20" y="11"/>
                      <a:pt x="18" y="13"/>
                    </a:cubicBezTo>
                    <a:cubicBezTo>
                      <a:pt x="18" y="13"/>
                      <a:pt x="11" y="27"/>
                      <a:pt x="5" y="16"/>
                    </a:cubicBezTo>
                    <a:cubicBezTo>
                      <a:pt x="5" y="16"/>
                      <a:pt x="0" y="13"/>
                      <a:pt x="3" y="3"/>
                    </a:cubicBezTo>
                    <a:cubicBezTo>
                      <a:pt x="3" y="3"/>
                      <a:pt x="6" y="0"/>
                      <a:pt x="7" y="3"/>
                    </a:cubicBezTo>
                    <a:cubicBezTo>
                      <a:pt x="7" y="3"/>
                      <a:pt x="13" y="8"/>
                      <a:pt x="20" y="1"/>
                    </a:cubicBezTo>
                    <a:cubicBezTo>
                      <a:pt x="20" y="1"/>
                      <a:pt x="24" y="0"/>
                      <a:pt x="23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6" name="işḷïďè"/>
              <p:cNvSpPr/>
              <p:nvPr/>
            </p:nvSpPr>
            <p:spPr bwMode="auto">
              <a:xfrm>
                <a:off x="6448426" y="3314700"/>
                <a:ext cx="79375" cy="88900"/>
              </a:xfrm>
              <a:custGeom>
                <a:avLst/>
                <a:gdLst>
                  <a:gd name="T0" fmla="*/ 23 w 24"/>
                  <a:gd name="T1" fmla="*/ 3 h 27"/>
                  <a:gd name="T2" fmla="*/ 18 w 24"/>
                  <a:gd name="T3" fmla="*/ 13 h 27"/>
                  <a:gd name="T4" fmla="*/ 5 w 24"/>
                  <a:gd name="T5" fmla="*/ 16 h 27"/>
                  <a:gd name="T6" fmla="*/ 3 w 24"/>
                  <a:gd name="T7" fmla="*/ 3 h 27"/>
                  <a:gd name="T8" fmla="*/ 7 w 24"/>
                  <a:gd name="T9" fmla="*/ 3 h 27"/>
                  <a:gd name="T10" fmla="*/ 20 w 24"/>
                  <a:gd name="T11" fmla="*/ 1 h 27"/>
                  <a:gd name="T12" fmla="*/ 23 w 24"/>
                  <a:gd name="T13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27">
                    <a:moveTo>
                      <a:pt x="23" y="3"/>
                    </a:moveTo>
                    <a:cubicBezTo>
                      <a:pt x="23" y="3"/>
                      <a:pt x="20" y="11"/>
                      <a:pt x="18" y="13"/>
                    </a:cubicBezTo>
                    <a:cubicBezTo>
                      <a:pt x="18" y="13"/>
                      <a:pt x="11" y="27"/>
                      <a:pt x="5" y="16"/>
                    </a:cubicBezTo>
                    <a:cubicBezTo>
                      <a:pt x="5" y="16"/>
                      <a:pt x="0" y="13"/>
                      <a:pt x="3" y="3"/>
                    </a:cubicBezTo>
                    <a:cubicBezTo>
                      <a:pt x="3" y="3"/>
                      <a:pt x="6" y="0"/>
                      <a:pt x="7" y="3"/>
                    </a:cubicBezTo>
                    <a:cubicBezTo>
                      <a:pt x="7" y="3"/>
                      <a:pt x="13" y="8"/>
                      <a:pt x="20" y="1"/>
                    </a:cubicBezTo>
                    <a:cubicBezTo>
                      <a:pt x="20" y="1"/>
                      <a:pt x="24" y="0"/>
                      <a:pt x="23" y="3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7" name="îṡlíḑê"/>
              <p:cNvSpPr/>
              <p:nvPr/>
            </p:nvSpPr>
            <p:spPr bwMode="auto">
              <a:xfrm>
                <a:off x="6904038" y="3122613"/>
                <a:ext cx="138113" cy="125413"/>
              </a:xfrm>
              <a:custGeom>
                <a:avLst/>
                <a:gdLst>
                  <a:gd name="T0" fmla="*/ 22 w 42"/>
                  <a:gd name="T1" fmla="*/ 3 h 38"/>
                  <a:gd name="T2" fmla="*/ 9 w 42"/>
                  <a:gd name="T3" fmla="*/ 16 h 38"/>
                  <a:gd name="T4" fmla="*/ 4 w 42"/>
                  <a:gd name="T5" fmla="*/ 27 h 38"/>
                  <a:gd name="T6" fmla="*/ 4 w 42"/>
                  <a:gd name="T7" fmla="*/ 38 h 38"/>
                  <a:gd name="T8" fmla="*/ 16 w 42"/>
                  <a:gd name="T9" fmla="*/ 24 h 38"/>
                  <a:gd name="T10" fmla="*/ 28 w 42"/>
                  <a:gd name="T11" fmla="*/ 23 h 38"/>
                  <a:gd name="T12" fmla="*/ 41 w 42"/>
                  <a:gd name="T13" fmla="*/ 10 h 38"/>
                  <a:gd name="T14" fmla="*/ 22 w 42"/>
                  <a:gd name="T15" fmla="*/ 3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" h="38">
                    <a:moveTo>
                      <a:pt x="22" y="3"/>
                    </a:moveTo>
                    <a:cubicBezTo>
                      <a:pt x="22" y="3"/>
                      <a:pt x="13" y="2"/>
                      <a:pt x="9" y="16"/>
                    </a:cubicBezTo>
                    <a:cubicBezTo>
                      <a:pt x="9" y="16"/>
                      <a:pt x="11" y="24"/>
                      <a:pt x="4" y="27"/>
                    </a:cubicBezTo>
                    <a:cubicBezTo>
                      <a:pt x="4" y="27"/>
                      <a:pt x="0" y="32"/>
                      <a:pt x="4" y="38"/>
                    </a:cubicBezTo>
                    <a:cubicBezTo>
                      <a:pt x="4" y="38"/>
                      <a:pt x="8" y="33"/>
                      <a:pt x="16" y="24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42" y="26"/>
                      <a:pt x="41" y="10"/>
                    </a:cubicBezTo>
                    <a:cubicBezTo>
                      <a:pt x="41" y="10"/>
                      <a:pt x="38" y="0"/>
                      <a:pt x="2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8" name="iṡľïḍê"/>
              <p:cNvSpPr/>
              <p:nvPr/>
            </p:nvSpPr>
            <p:spPr bwMode="auto">
              <a:xfrm>
                <a:off x="6815138" y="3228975"/>
                <a:ext cx="227013" cy="377825"/>
              </a:xfrm>
              <a:custGeom>
                <a:avLst/>
                <a:gdLst>
                  <a:gd name="T0" fmla="*/ 35 w 69"/>
                  <a:gd name="T1" fmla="*/ 11 h 114"/>
                  <a:gd name="T2" fmla="*/ 30 w 69"/>
                  <a:gd name="T3" fmla="*/ 23 h 114"/>
                  <a:gd name="T4" fmla="*/ 30 w 69"/>
                  <a:gd name="T5" fmla="*/ 48 h 114"/>
                  <a:gd name="T6" fmla="*/ 19 w 69"/>
                  <a:gd name="T7" fmla="*/ 56 h 114"/>
                  <a:gd name="T8" fmla="*/ 11 w 69"/>
                  <a:gd name="T9" fmla="*/ 54 h 114"/>
                  <a:gd name="T10" fmla="*/ 4 w 69"/>
                  <a:gd name="T11" fmla="*/ 64 h 114"/>
                  <a:gd name="T12" fmla="*/ 10 w 69"/>
                  <a:gd name="T13" fmla="*/ 76 h 114"/>
                  <a:gd name="T14" fmla="*/ 22 w 69"/>
                  <a:gd name="T15" fmla="*/ 76 h 114"/>
                  <a:gd name="T16" fmla="*/ 18 w 69"/>
                  <a:gd name="T17" fmla="*/ 84 h 114"/>
                  <a:gd name="T18" fmla="*/ 17 w 69"/>
                  <a:gd name="T19" fmla="*/ 100 h 114"/>
                  <a:gd name="T20" fmla="*/ 25 w 69"/>
                  <a:gd name="T21" fmla="*/ 87 h 114"/>
                  <a:gd name="T22" fmla="*/ 36 w 69"/>
                  <a:gd name="T23" fmla="*/ 69 h 114"/>
                  <a:gd name="T24" fmla="*/ 54 w 69"/>
                  <a:gd name="T25" fmla="*/ 68 h 114"/>
                  <a:gd name="T26" fmla="*/ 52 w 69"/>
                  <a:gd name="T27" fmla="*/ 84 h 114"/>
                  <a:gd name="T28" fmla="*/ 49 w 69"/>
                  <a:gd name="T29" fmla="*/ 77 h 114"/>
                  <a:gd name="T30" fmla="*/ 43 w 69"/>
                  <a:gd name="T31" fmla="*/ 82 h 114"/>
                  <a:gd name="T32" fmla="*/ 62 w 69"/>
                  <a:gd name="T33" fmla="*/ 104 h 114"/>
                  <a:gd name="T34" fmla="*/ 61 w 69"/>
                  <a:gd name="T35" fmla="*/ 58 h 114"/>
                  <a:gd name="T36" fmla="*/ 64 w 69"/>
                  <a:gd name="T37" fmla="*/ 51 h 114"/>
                  <a:gd name="T38" fmla="*/ 63 w 69"/>
                  <a:gd name="T39" fmla="*/ 43 h 114"/>
                  <a:gd name="T40" fmla="*/ 60 w 69"/>
                  <a:gd name="T41" fmla="*/ 36 h 114"/>
                  <a:gd name="T42" fmla="*/ 63 w 69"/>
                  <a:gd name="T43" fmla="*/ 23 h 114"/>
                  <a:gd name="T44" fmla="*/ 67 w 69"/>
                  <a:gd name="T45" fmla="*/ 16 h 114"/>
                  <a:gd name="T46" fmla="*/ 65 w 69"/>
                  <a:gd name="T47" fmla="*/ 9 h 114"/>
                  <a:gd name="T48" fmla="*/ 51 w 69"/>
                  <a:gd name="T49" fmla="*/ 6 h 114"/>
                  <a:gd name="T50" fmla="*/ 43 w 69"/>
                  <a:gd name="T51" fmla="*/ 16 h 114"/>
                  <a:gd name="T52" fmla="*/ 53 w 69"/>
                  <a:gd name="T53" fmla="*/ 16 h 114"/>
                  <a:gd name="T54" fmla="*/ 56 w 69"/>
                  <a:gd name="T55" fmla="*/ 20 h 114"/>
                  <a:gd name="T56" fmla="*/ 52 w 69"/>
                  <a:gd name="T57" fmla="*/ 30 h 114"/>
                  <a:gd name="T58" fmla="*/ 43 w 69"/>
                  <a:gd name="T59" fmla="*/ 29 h 114"/>
                  <a:gd name="T60" fmla="*/ 38 w 69"/>
                  <a:gd name="T61" fmla="*/ 27 h 114"/>
                  <a:gd name="T62" fmla="*/ 35 w 69"/>
                  <a:gd name="T63" fmla="*/ 11 h 114"/>
                  <a:gd name="T64" fmla="*/ 38 w 69"/>
                  <a:gd name="T65" fmla="*/ 36 h 114"/>
                  <a:gd name="T66" fmla="*/ 44 w 69"/>
                  <a:gd name="T67" fmla="*/ 45 h 114"/>
                  <a:gd name="T68" fmla="*/ 38 w 69"/>
                  <a:gd name="T69" fmla="*/ 51 h 114"/>
                  <a:gd name="T70" fmla="*/ 38 w 69"/>
                  <a:gd name="T71" fmla="*/ 36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9" h="114">
                    <a:moveTo>
                      <a:pt x="35" y="11"/>
                    </a:moveTo>
                    <a:cubicBezTo>
                      <a:pt x="35" y="11"/>
                      <a:pt x="27" y="13"/>
                      <a:pt x="30" y="23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30" y="48"/>
                      <a:pt x="28" y="59"/>
                      <a:pt x="19" y="56"/>
                    </a:cubicBezTo>
                    <a:cubicBezTo>
                      <a:pt x="11" y="54"/>
                      <a:pt x="11" y="54"/>
                      <a:pt x="11" y="54"/>
                    </a:cubicBezTo>
                    <a:cubicBezTo>
                      <a:pt x="11" y="54"/>
                      <a:pt x="7" y="51"/>
                      <a:pt x="4" y="64"/>
                    </a:cubicBezTo>
                    <a:cubicBezTo>
                      <a:pt x="4" y="64"/>
                      <a:pt x="0" y="78"/>
                      <a:pt x="10" y="76"/>
                    </a:cubicBezTo>
                    <a:cubicBezTo>
                      <a:pt x="10" y="76"/>
                      <a:pt x="17" y="72"/>
                      <a:pt x="22" y="76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18" y="84"/>
                      <a:pt x="12" y="90"/>
                      <a:pt x="17" y="100"/>
                    </a:cubicBezTo>
                    <a:cubicBezTo>
                      <a:pt x="17" y="100"/>
                      <a:pt x="22" y="100"/>
                      <a:pt x="25" y="87"/>
                    </a:cubicBezTo>
                    <a:cubicBezTo>
                      <a:pt x="25" y="87"/>
                      <a:pt x="29" y="68"/>
                      <a:pt x="36" y="69"/>
                    </a:cubicBezTo>
                    <a:cubicBezTo>
                      <a:pt x="36" y="69"/>
                      <a:pt x="52" y="55"/>
                      <a:pt x="54" y="68"/>
                    </a:cubicBezTo>
                    <a:cubicBezTo>
                      <a:pt x="54" y="68"/>
                      <a:pt x="58" y="82"/>
                      <a:pt x="52" y="84"/>
                    </a:cubicBezTo>
                    <a:cubicBezTo>
                      <a:pt x="52" y="84"/>
                      <a:pt x="50" y="83"/>
                      <a:pt x="49" y="77"/>
                    </a:cubicBezTo>
                    <a:cubicBezTo>
                      <a:pt x="49" y="77"/>
                      <a:pt x="44" y="71"/>
                      <a:pt x="43" y="82"/>
                    </a:cubicBezTo>
                    <a:cubicBezTo>
                      <a:pt x="43" y="82"/>
                      <a:pt x="54" y="114"/>
                      <a:pt x="62" y="104"/>
                    </a:cubicBezTo>
                    <a:cubicBezTo>
                      <a:pt x="62" y="104"/>
                      <a:pt x="67" y="73"/>
                      <a:pt x="61" y="58"/>
                    </a:cubicBezTo>
                    <a:cubicBezTo>
                      <a:pt x="61" y="58"/>
                      <a:pt x="60" y="54"/>
                      <a:pt x="64" y="51"/>
                    </a:cubicBezTo>
                    <a:cubicBezTo>
                      <a:pt x="64" y="51"/>
                      <a:pt x="68" y="43"/>
                      <a:pt x="63" y="43"/>
                    </a:cubicBezTo>
                    <a:cubicBezTo>
                      <a:pt x="63" y="43"/>
                      <a:pt x="55" y="44"/>
                      <a:pt x="60" y="36"/>
                    </a:cubicBezTo>
                    <a:cubicBezTo>
                      <a:pt x="60" y="36"/>
                      <a:pt x="65" y="28"/>
                      <a:pt x="63" y="23"/>
                    </a:cubicBezTo>
                    <a:cubicBezTo>
                      <a:pt x="63" y="23"/>
                      <a:pt x="63" y="18"/>
                      <a:pt x="67" y="16"/>
                    </a:cubicBezTo>
                    <a:cubicBezTo>
                      <a:pt x="67" y="16"/>
                      <a:pt x="69" y="14"/>
                      <a:pt x="65" y="9"/>
                    </a:cubicBezTo>
                    <a:cubicBezTo>
                      <a:pt x="65" y="9"/>
                      <a:pt x="59" y="0"/>
                      <a:pt x="51" y="6"/>
                    </a:cubicBezTo>
                    <a:cubicBezTo>
                      <a:pt x="51" y="6"/>
                      <a:pt x="42" y="11"/>
                      <a:pt x="43" y="16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3" y="16"/>
                      <a:pt x="56" y="16"/>
                      <a:pt x="56" y="20"/>
                    </a:cubicBezTo>
                    <a:cubicBezTo>
                      <a:pt x="56" y="20"/>
                      <a:pt x="59" y="31"/>
                      <a:pt x="52" y="30"/>
                    </a:cubicBezTo>
                    <a:cubicBezTo>
                      <a:pt x="52" y="30"/>
                      <a:pt x="48" y="26"/>
                      <a:pt x="43" y="29"/>
                    </a:cubicBezTo>
                    <a:cubicBezTo>
                      <a:pt x="43" y="29"/>
                      <a:pt x="38" y="32"/>
                      <a:pt x="38" y="27"/>
                    </a:cubicBezTo>
                    <a:cubicBezTo>
                      <a:pt x="38" y="27"/>
                      <a:pt x="42" y="15"/>
                      <a:pt x="35" y="11"/>
                    </a:cubicBezTo>
                    <a:close/>
                    <a:moveTo>
                      <a:pt x="38" y="36"/>
                    </a:moveTo>
                    <a:cubicBezTo>
                      <a:pt x="43" y="35"/>
                      <a:pt x="44" y="45"/>
                      <a:pt x="44" y="45"/>
                    </a:cubicBezTo>
                    <a:cubicBezTo>
                      <a:pt x="44" y="54"/>
                      <a:pt x="38" y="51"/>
                      <a:pt x="38" y="51"/>
                    </a:cubicBezTo>
                    <a:cubicBezTo>
                      <a:pt x="38" y="48"/>
                      <a:pt x="38" y="36"/>
                      <a:pt x="38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9" name="iṥľíḑe"/>
              <p:cNvSpPr/>
              <p:nvPr/>
            </p:nvSpPr>
            <p:spPr bwMode="auto">
              <a:xfrm>
                <a:off x="7132638" y="3165475"/>
                <a:ext cx="114300" cy="88900"/>
              </a:xfrm>
              <a:custGeom>
                <a:avLst/>
                <a:gdLst>
                  <a:gd name="T0" fmla="*/ 27 w 35"/>
                  <a:gd name="T1" fmla="*/ 0 h 27"/>
                  <a:gd name="T2" fmla="*/ 33 w 35"/>
                  <a:gd name="T3" fmla="*/ 9 h 27"/>
                  <a:gd name="T4" fmla="*/ 25 w 35"/>
                  <a:gd name="T5" fmla="*/ 21 h 27"/>
                  <a:gd name="T6" fmla="*/ 1 w 35"/>
                  <a:gd name="T7" fmla="*/ 13 h 27"/>
                  <a:gd name="T8" fmla="*/ 9 w 35"/>
                  <a:gd name="T9" fmla="*/ 2 h 27"/>
                  <a:gd name="T10" fmla="*/ 27 w 35"/>
                  <a:gd name="T11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" h="27">
                    <a:moveTo>
                      <a:pt x="27" y="0"/>
                    </a:moveTo>
                    <a:cubicBezTo>
                      <a:pt x="27" y="0"/>
                      <a:pt x="35" y="1"/>
                      <a:pt x="33" y="9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7" y="27"/>
                      <a:pt x="1" y="13"/>
                    </a:cubicBezTo>
                    <a:cubicBezTo>
                      <a:pt x="1" y="13"/>
                      <a:pt x="0" y="4"/>
                      <a:pt x="9" y="2"/>
                    </a:cubicBezTo>
                    <a:cubicBezTo>
                      <a:pt x="9" y="2"/>
                      <a:pt x="23" y="4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0" name="íṥḷîḍé"/>
              <p:cNvSpPr/>
              <p:nvPr/>
            </p:nvSpPr>
            <p:spPr bwMode="auto">
              <a:xfrm>
                <a:off x="7059613" y="3217863"/>
                <a:ext cx="244475" cy="123825"/>
              </a:xfrm>
              <a:custGeom>
                <a:avLst/>
                <a:gdLst>
                  <a:gd name="T0" fmla="*/ 2 w 74"/>
                  <a:gd name="T1" fmla="*/ 25 h 37"/>
                  <a:gd name="T2" fmla="*/ 43 w 74"/>
                  <a:gd name="T3" fmla="*/ 14 h 37"/>
                  <a:gd name="T4" fmla="*/ 63 w 74"/>
                  <a:gd name="T5" fmla="*/ 2 h 37"/>
                  <a:gd name="T6" fmla="*/ 70 w 74"/>
                  <a:gd name="T7" fmla="*/ 4 h 37"/>
                  <a:gd name="T8" fmla="*/ 70 w 74"/>
                  <a:gd name="T9" fmla="*/ 12 h 37"/>
                  <a:gd name="T10" fmla="*/ 18 w 74"/>
                  <a:gd name="T11" fmla="*/ 31 h 37"/>
                  <a:gd name="T12" fmla="*/ 13 w 74"/>
                  <a:gd name="T13" fmla="*/ 34 h 37"/>
                  <a:gd name="T14" fmla="*/ 8 w 74"/>
                  <a:gd name="T15" fmla="*/ 34 h 37"/>
                  <a:gd name="T16" fmla="*/ 1 w 74"/>
                  <a:gd name="T17" fmla="*/ 30 h 37"/>
                  <a:gd name="T18" fmla="*/ 2 w 74"/>
                  <a:gd name="T19" fmla="*/ 2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4" h="37">
                    <a:moveTo>
                      <a:pt x="2" y="25"/>
                    </a:move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61" y="5"/>
                      <a:pt x="63" y="2"/>
                    </a:cubicBezTo>
                    <a:cubicBezTo>
                      <a:pt x="63" y="2"/>
                      <a:pt x="66" y="0"/>
                      <a:pt x="70" y="4"/>
                    </a:cubicBezTo>
                    <a:cubicBezTo>
                      <a:pt x="70" y="4"/>
                      <a:pt x="74" y="9"/>
                      <a:pt x="70" y="12"/>
                    </a:cubicBezTo>
                    <a:cubicBezTo>
                      <a:pt x="70" y="12"/>
                      <a:pt x="19" y="31"/>
                      <a:pt x="18" y="31"/>
                    </a:cubicBezTo>
                    <a:cubicBezTo>
                      <a:pt x="18" y="31"/>
                      <a:pt x="15" y="30"/>
                      <a:pt x="13" y="34"/>
                    </a:cubicBezTo>
                    <a:cubicBezTo>
                      <a:pt x="13" y="34"/>
                      <a:pt x="12" y="37"/>
                      <a:pt x="8" y="34"/>
                    </a:cubicBezTo>
                    <a:cubicBezTo>
                      <a:pt x="8" y="34"/>
                      <a:pt x="2" y="36"/>
                      <a:pt x="1" y="30"/>
                    </a:cubicBezTo>
                    <a:cubicBezTo>
                      <a:pt x="1" y="30"/>
                      <a:pt x="0" y="26"/>
                      <a:pt x="2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1" name="íṩľiḓé"/>
              <p:cNvSpPr/>
              <p:nvPr/>
            </p:nvSpPr>
            <p:spPr bwMode="auto">
              <a:xfrm>
                <a:off x="7045326" y="3308350"/>
                <a:ext cx="293688" cy="261938"/>
              </a:xfrm>
              <a:custGeom>
                <a:avLst/>
                <a:gdLst>
                  <a:gd name="T0" fmla="*/ 29 w 89"/>
                  <a:gd name="T1" fmla="*/ 13 h 79"/>
                  <a:gd name="T2" fmla="*/ 43 w 89"/>
                  <a:gd name="T3" fmla="*/ 9 h 79"/>
                  <a:gd name="T4" fmla="*/ 58 w 89"/>
                  <a:gd name="T5" fmla="*/ 7 h 79"/>
                  <a:gd name="T6" fmla="*/ 56 w 89"/>
                  <a:gd name="T7" fmla="*/ 13 h 79"/>
                  <a:gd name="T8" fmla="*/ 56 w 89"/>
                  <a:gd name="T9" fmla="*/ 14 h 79"/>
                  <a:gd name="T10" fmla="*/ 51 w 89"/>
                  <a:gd name="T11" fmla="*/ 28 h 79"/>
                  <a:gd name="T12" fmla="*/ 60 w 89"/>
                  <a:gd name="T13" fmla="*/ 55 h 79"/>
                  <a:gd name="T14" fmla="*/ 77 w 89"/>
                  <a:gd name="T15" fmla="*/ 50 h 79"/>
                  <a:gd name="T16" fmla="*/ 80 w 89"/>
                  <a:gd name="T17" fmla="*/ 43 h 79"/>
                  <a:gd name="T18" fmla="*/ 85 w 89"/>
                  <a:gd name="T19" fmla="*/ 45 h 79"/>
                  <a:gd name="T20" fmla="*/ 89 w 89"/>
                  <a:gd name="T21" fmla="*/ 63 h 79"/>
                  <a:gd name="T22" fmla="*/ 68 w 89"/>
                  <a:gd name="T23" fmla="*/ 72 h 79"/>
                  <a:gd name="T24" fmla="*/ 43 w 89"/>
                  <a:gd name="T25" fmla="*/ 46 h 79"/>
                  <a:gd name="T26" fmla="*/ 42 w 89"/>
                  <a:gd name="T27" fmla="*/ 28 h 79"/>
                  <a:gd name="T28" fmla="*/ 38 w 89"/>
                  <a:gd name="T29" fmla="*/ 22 h 79"/>
                  <a:gd name="T30" fmla="*/ 32 w 89"/>
                  <a:gd name="T31" fmla="*/ 30 h 79"/>
                  <a:gd name="T32" fmla="*/ 10 w 89"/>
                  <a:gd name="T33" fmla="*/ 64 h 79"/>
                  <a:gd name="T34" fmla="*/ 1 w 89"/>
                  <a:gd name="T35" fmla="*/ 62 h 79"/>
                  <a:gd name="T36" fmla="*/ 8 w 89"/>
                  <a:gd name="T37" fmla="*/ 57 h 79"/>
                  <a:gd name="T38" fmla="*/ 21 w 89"/>
                  <a:gd name="T39" fmla="*/ 29 h 79"/>
                  <a:gd name="T40" fmla="*/ 17 w 89"/>
                  <a:gd name="T41" fmla="*/ 18 h 79"/>
                  <a:gd name="T42" fmla="*/ 29 w 89"/>
                  <a:gd name="T43" fmla="*/ 13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9" h="79">
                    <a:moveTo>
                      <a:pt x="29" y="13"/>
                    </a:moveTo>
                    <a:cubicBezTo>
                      <a:pt x="29" y="13"/>
                      <a:pt x="39" y="17"/>
                      <a:pt x="43" y="9"/>
                    </a:cubicBezTo>
                    <a:cubicBezTo>
                      <a:pt x="43" y="9"/>
                      <a:pt x="52" y="0"/>
                      <a:pt x="58" y="7"/>
                    </a:cubicBezTo>
                    <a:cubicBezTo>
                      <a:pt x="58" y="7"/>
                      <a:pt x="61" y="9"/>
                      <a:pt x="56" y="13"/>
                    </a:cubicBezTo>
                    <a:cubicBezTo>
                      <a:pt x="56" y="13"/>
                      <a:pt x="56" y="13"/>
                      <a:pt x="56" y="14"/>
                    </a:cubicBezTo>
                    <a:cubicBezTo>
                      <a:pt x="51" y="18"/>
                      <a:pt x="51" y="17"/>
                      <a:pt x="51" y="28"/>
                    </a:cubicBezTo>
                    <a:cubicBezTo>
                      <a:pt x="51" y="28"/>
                      <a:pt x="50" y="50"/>
                      <a:pt x="60" y="55"/>
                    </a:cubicBezTo>
                    <a:cubicBezTo>
                      <a:pt x="60" y="55"/>
                      <a:pt x="72" y="62"/>
                      <a:pt x="77" y="50"/>
                    </a:cubicBezTo>
                    <a:cubicBezTo>
                      <a:pt x="80" y="43"/>
                      <a:pt x="80" y="43"/>
                      <a:pt x="80" y="43"/>
                    </a:cubicBezTo>
                    <a:cubicBezTo>
                      <a:pt x="80" y="43"/>
                      <a:pt x="82" y="38"/>
                      <a:pt x="85" y="45"/>
                    </a:cubicBezTo>
                    <a:cubicBezTo>
                      <a:pt x="89" y="63"/>
                      <a:pt x="89" y="63"/>
                      <a:pt x="89" y="63"/>
                    </a:cubicBezTo>
                    <a:cubicBezTo>
                      <a:pt x="89" y="63"/>
                      <a:pt x="84" y="79"/>
                      <a:pt x="68" y="72"/>
                    </a:cubicBezTo>
                    <a:cubicBezTo>
                      <a:pt x="68" y="72"/>
                      <a:pt x="46" y="64"/>
                      <a:pt x="43" y="4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5" y="19"/>
                      <a:pt x="38" y="22"/>
                    </a:cubicBezTo>
                    <a:cubicBezTo>
                      <a:pt x="38" y="22"/>
                      <a:pt x="33" y="23"/>
                      <a:pt x="32" y="30"/>
                    </a:cubicBezTo>
                    <a:cubicBezTo>
                      <a:pt x="32" y="30"/>
                      <a:pt x="27" y="60"/>
                      <a:pt x="10" y="64"/>
                    </a:cubicBezTo>
                    <a:cubicBezTo>
                      <a:pt x="10" y="64"/>
                      <a:pt x="2" y="67"/>
                      <a:pt x="1" y="62"/>
                    </a:cubicBezTo>
                    <a:cubicBezTo>
                      <a:pt x="1" y="62"/>
                      <a:pt x="0" y="59"/>
                      <a:pt x="8" y="57"/>
                    </a:cubicBezTo>
                    <a:cubicBezTo>
                      <a:pt x="8" y="57"/>
                      <a:pt x="23" y="47"/>
                      <a:pt x="21" y="29"/>
                    </a:cubicBezTo>
                    <a:cubicBezTo>
                      <a:pt x="21" y="29"/>
                      <a:pt x="19" y="20"/>
                      <a:pt x="17" y="18"/>
                    </a:cubicBezTo>
                    <a:cubicBezTo>
                      <a:pt x="17" y="18"/>
                      <a:pt x="15" y="7"/>
                      <a:pt x="29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2" name="ïŝļîdê"/>
              <p:cNvSpPr/>
              <p:nvPr/>
            </p:nvSpPr>
            <p:spPr bwMode="auto">
              <a:xfrm>
                <a:off x="7421563" y="3122613"/>
                <a:ext cx="512763" cy="460375"/>
              </a:xfrm>
              <a:custGeom>
                <a:avLst/>
                <a:gdLst>
                  <a:gd name="T0" fmla="*/ 34 w 155"/>
                  <a:gd name="T1" fmla="*/ 20 h 139"/>
                  <a:gd name="T2" fmla="*/ 79 w 155"/>
                  <a:gd name="T3" fmla="*/ 6 h 139"/>
                  <a:gd name="T4" fmla="*/ 92 w 155"/>
                  <a:gd name="T5" fmla="*/ 11 h 139"/>
                  <a:gd name="T6" fmla="*/ 78 w 155"/>
                  <a:gd name="T7" fmla="*/ 30 h 139"/>
                  <a:gd name="T8" fmla="*/ 68 w 155"/>
                  <a:gd name="T9" fmla="*/ 37 h 139"/>
                  <a:gd name="T10" fmla="*/ 74 w 155"/>
                  <a:gd name="T11" fmla="*/ 45 h 139"/>
                  <a:gd name="T12" fmla="*/ 86 w 155"/>
                  <a:gd name="T13" fmla="*/ 44 h 139"/>
                  <a:gd name="T14" fmla="*/ 101 w 155"/>
                  <a:gd name="T15" fmla="*/ 49 h 139"/>
                  <a:gd name="T16" fmla="*/ 85 w 155"/>
                  <a:gd name="T17" fmla="*/ 59 h 139"/>
                  <a:gd name="T18" fmla="*/ 70 w 155"/>
                  <a:gd name="T19" fmla="*/ 70 h 139"/>
                  <a:gd name="T20" fmla="*/ 73 w 155"/>
                  <a:gd name="T21" fmla="*/ 75 h 139"/>
                  <a:gd name="T22" fmla="*/ 75 w 155"/>
                  <a:gd name="T23" fmla="*/ 77 h 139"/>
                  <a:gd name="T24" fmla="*/ 149 w 155"/>
                  <a:gd name="T25" fmla="*/ 116 h 139"/>
                  <a:gd name="T26" fmla="*/ 148 w 155"/>
                  <a:gd name="T27" fmla="*/ 120 h 139"/>
                  <a:gd name="T28" fmla="*/ 95 w 155"/>
                  <a:gd name="T29" fmla="*/ 119 h 139"/>
                  <a:gd name="T30" fmla="*/ 60 w 155"/>
                  <a:gd name="T31" fmla="*/ 90 h 139"/>
                  <a:gd name="T32" fmla="*/ 54 w 155"/>
                  <a:gd name="T33" fmla="*/ 92 h 139"/>
                  <a:gd name="T34" fmla="*/ 26 w 155"/>
                  <a:gd name="T35" fmla="*/ 116 h 139"/>
                  <a:gd name="T36" fmla="*/ 2 w 155"/>
                  <a:gd name="T37" fmla="*/ 114 h 139"/>
                  <a:gd name="T38" fmla="*/ 8 w 155"/>
                  <a:gd name="T39" fmla="*/ 108 h 139"/>
                  <a:gd name="T40" fmla="*/ 38 w 155"/>
                  <a:gd name="T41" fmla="*/ 85 h 139"/>
                  <a:gd name="T42" fmla="*/ 26 w 155"/>
                  <a:gd name="T43" fmla="*/ 75 h 139"/>
                  <a:gd name="T44" fmla="*/ 22 w 155"/>
                  <a:gd name="T45" fmla="*/ 66 h 139"/>
                  <a:gd name="T46" fmla="*/ 33 w 155"/>
                  <a:gd name="T47" fmla="*/ 58 h 139"/>
                  <a:gd name="T48" fmla="*/ 49 w 155"/>
                  <a:gd name="T49" fmla="*/ 50 h 139"/>
                  <a:gd name="T50" fmla="*/ 37 w 155"/>
                  <a:gd name="T51" fmla="*/ 33 h 139"/>
                  <a:gd name="T52" fmla="*/ 30 w 155"/>
                  <a:gd name="T53" fmla="*/ 27 h 139"/>
                  <a:gd name="T54" fmla="*/ 34 w 155"/>
                  <a:gd name="T55" fmla="*/ 2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55" h="139">
                    <a:moveTo>
                      <a:pt x="34" y="20"/>
                    </a:moveTo>
                    <a:cubicBezTo>
                      <a:pt x="34" y="20"/>
                      <a:pt x="67" y="13"/>
                      <a:pt x="79" y="6"/>
                    </a:cubicBezTo>
                    <a:cubicBezTo>
                      <a:pt x="79" y="6"/>
                      <a:pt x="89" y="0"/>
                      <a:pt x="92" y="11"/>
                    </a:cubicBezTo>
                    <a:cubicBezTo>
                      <a:pt x="92" y="11"/>
                      <a:pt x="89" y="26"/>
                      <a:pt x="78" y="30"/>
                    </a:cubicBezTo>
                    <a:cubicBezTo>
                      <a:pt x="78" y="30"/>
                      <a:pt x="68" y="30"/>
                      <a:pt x="68" y="37"/>
                    </a:cubicBezTo>
                    <a:cubicBezTo>
                      <a:pt x="68" y="37"/>
                      <a:pt x="65" y="43"/>
                      <a:pt x="74" y="45"/>
                    </a:cubicBezTo>
                    <a:cubicBezTo>
                      <a:pt x="74" y="45"/>
                      <a:pt x="80" y="46"/>
                      <a:pt x="86" y="44"/>
                    </a:cubicBezTo>
                    <a:cubicBezTo>
                      <a:pt x="86" y="44"/>
                      <a:pt x="97" y="40"/>
                      <a:pt x="101" y="49"/>
                    </a:cubicBezTo>
                    <a:cubicBezTo>
                      <a:pt x="101" y="49"/>
                      <a:pt x="100" y="55"/>
                      <a:pt x="85" y="59"/>
                    </a:cubicBezTo>
                    <a:cubicBezTo>
                      <a:pt x="85" y="59"/>
                      <a:pt x="71" y="61"/>
                      <a:pt x="70" y="70"/>
                    </a:cubicBezTo>
                    <a:cubicBezTo>
                      <a:pt x="70" y="70"/>
                      <a:pt x="69" y="72"/>
                      <a:pt x="73" y="75"/>
                    </a:cubicBezTo>
                    <a:cubicBezTo>
                      <a:pt x="74" y="76"/>
                      <a:pt x="75" y="76"/>
                      <a:pt x="75" y="77"/>
                    </a:cubicBezTo>
                    <a:cubicBezTo>
                      <a:pt x="75" y="77"/>
                      <a:pt x="118" y="117"/>
                      <a:pt x="149" y="116"/>
                    </a:cubicBezTo>
                    <a:cubicBezTo>
                      <a:pt x="149" y="116"/>
                      <a:pt x="155" y="118"/>
                      <a:pt x="148" y="120"/>
                    </a:cubicBezTo>
                    <a:cubicBezTo>
                      <a:pt x="148" y="120"/>
                      <a:pt x="118" y="139"/>
                      <a:pt x="95" y="119"/>
                    </a:cubicBezTo>
                    <a:cubicBezTo>
                      <a:pt x="60" y="90"/>
                      <a:pt x="60" y="90"/>
                      <a:pt x="60" y="90"/>
                    </a:cubicBezTo>
                    <a:cubicBezTo>
                      <a:pt x="60" y="90"/>
                      <a:pt x="56" y="87"/>
                      <a:pt x="54" y="92"/>
                    </a:cubicBezTo>
                    <a:cubicBezTo>
                      <a:pt x="54" y="92"/>
                      <a:pt x="43" y="113"/>
                      <a:pt x="26" y="116"/>
                    </a:cubicBezTo>
                    <a:cubicBezTo>
                      <a:pt x="26" y="116"/>
                      <a:pt x="3" y="124"/>
                      <a:pt x="2" y="114"/>
                    </a:cubicBezTo>
                    <a:cubicBezTo>
                      <a:pt x="2" y="114"/>
                      <a:pt x="0" y="108"/>
                      <a:pt x="8" y="108"/>
                    </a:cubicBezTo>
                    <a:cubicBezTo>
                      <a:pt x="8" y="108"/>
                      <a:pt x="38" y="104"/>
                      <a:pt x="38" y="85"/>
                    </a:cubicBezTo>
                    <a:cubicBezTo>
                      <a:pt x="38" y="85"/>
                      <a:pt x="35" y="76"/>
                      <a:pt x="26" y="75"/>
                    </a:cubicBezTo>
                    <a:cubicBezTo>
                      <a:pt x="26" y="75"/>
                      <a:pt x="20" y="75"/>
                      <a:pt x="22" y="66"/>
                    </a:cubicBezTo>
                    <a:cubicBezTo>
                      <a:pt x="22" y="66"/>
                      <a:pt x="22" y="58"/>
                      <a:pt x="33" y="58"/>
                    </a:cubicBezTo>
                    <a:cubicBezTo>
                      <a:pt x="33" y="58"/>
                      <a:pt x="51" y="60"/>
                      <a:pt x="49" y="50"/>
                    </a:cubicBezTo>
                    <a:cubicBezTo>
                      <a:pt x="49" y="50"/>
                      <a:pt x="42" y="34"/>
                      <a:pt x="37" y="33"/>
                    </a:cubicBezTo>
                    <a:cubicBezTo>
                      <a:pt x="37" y="33"/>
                      <a:pt x="31" y="33"/>
                      <a:pt x="30" y="27"/>
                    </a:cubicBezTo>
                    <a:cubicBezTo>
                      <a:pt x="30" y="27"/>
                      <a:pt x="30" y="21"/>
                      <a:pt x="34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3" name="iṡľîḑé"/>
              <p:cNvSpPr/>
              <p:nvPr/>
            </p:nvSpPr>
            <p:spPr bwMode="auto">
              <a:xfrm>
                <a:off x="7966076" y="3138488"/>
                <a:ext cx="465138" cy="434975"/>
              </a:xfrm>
              <a:custGeom>
                <a:avLst/>
                <a:gdLst>
                  <a:gd name="T0" fmla="*/ 54 w 141"/>
                  <a:gd name="T1" fmla="*/ 0 h 131"/>
                  <a:gd name="T2" fmla="*/ 44 w 141"/>
                  <a:gd name="T3" fmla="*/ 14 h 131"/>
                  <a:gd name="T4" fmla="*/ 49 w 141"/>
                  <a:gd name="T5" fmla="*/ 25 h 131"/>
                  <a:gd name="T6" fmla="*/ 45 w 141"/>
                  <a:gd name="T7" fmla="*/ 47 h 131"/>
                  <a:gd name="T8" fmla="*/ 17 w 141"/>
                  <a:gd name="T9" fmla="*/ 51 h 131"/>
                  <a:gd name="T10" fmla="*/ 1 w 141"/>
                  <a:gd name="T11" fmla="*/ 60 h 131"/>
                  <a:gd name="T12" fmla="*/ 16 w 141"/>
                  <a:gd name="T13" fmla="*/ 68 h 131"/>
                  <a:gd name="T14" fmla="*/ 43 w 141"/>
                  <a:gd name="T15" fmla="*/ 76 h 131"/>
                  <a:gd name="T16" fmla="*/ 17 w 141"/>
                  <a:gd name="T17" fmla="*/ 102 h 131"/>
                  <a:gd name="T18" fmla="*/ 0 w 141"/>
                  <a:gd name="T19" fmla="*/ 113 h 131"/>
                  <a:gd name="T20" fmla="*/ 38 w 141"/>
                  <a:gd name="T21" fmla="*/ 110 h 131"/>
                  <a:gd name="T22" fmla="*/ 52 w 141"/>
                  <a:gd name="T23" fmla="*/ 87 h 131"/>
                  <a:gd name="T24" fmla="*/ 63 w 141"/>
                  <a:gd name="T25" fmla="*/ 85 h 131"/>
                  <a:gd name="T26" fmla="*/ 94 w 141"/>
                  <a:gd name="T27" fmla="*/ 120 h 131"/>
                  <a:gd name="T28" fmla="*/ 109 w 141"/>
                  <a:gd name="T29" fmla="*/ 123 h 131"/>
                  <a:gd name="T30" fmla="*/ 138 w 141"/>
                  <a:gd name="T31" fmla="*/ 117 h 131"/>
                  <a:gd name="T32" fmla="*/ 114 w 141"/>
                  <a:gd name="T33" fmla="*/ 102 h 131"/>
                  <a:gd name="T34" fmla="*/ 82 w 141"/>
                  <a:gd name="T35" fmla="*/ 79 h 131"/>
                  <a:gd name="T36" fmla="*/ 73 w 141"/>
                  <a:gd name="T37" fmla="*/ 58 h 131"/>
                  <a:gd name="T38" fmla="*/ 92 w 141"/>
                  <a:gd name="T39" fmla="*/ 51 h 131"/>
                  <a:gd name="T40" fmla="*/ 102 w 141"/>
                  <a:gd name="T41" fmla="*/ 41 h 131"/>
                  <a:gd name="T42" fmla="*/ 96 w 141"/>
                  <a:gd name="T43" fmla="*/ 33 h 131"/>
                  <a:gd name="T44" fmla="*/ 85 w 141"/>
                  <a:gd name="T45" fmla="*/ 35 h 131"/>
                  <a:gd name="T46" fmla="*/ 69 w 141"/>
                  <a:gd name="T47" fmla="*/ 34 h 131"/>
                  <a:gd name="T48" fmla="*/ 72 w 141"/>
                  <a:gd name="T49" fmla="*/ 25 h 131"/>
                  <a:gd name="T50" fmla="*/ 70 w 141"/>
                  <a:gd name="T51" fmla="*/ 5 h 131"/>
                  <a:gd name="T52" fmla="*/ 61 w 141"/>
                  <a:gd name="T53" fmla="*/ 3 h 131"/>
                  <a:gd name="T54" fmla="*/ 54 w 141"/>
                  <a:gd name="T55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41" h="131">
                    <a:moveTo>
                      <a:pt x="54" y="0"/>
                    </a:moveTo>
                    <a:cubicBezTo>
                      <a:pt x="54" y="0"/>
                      <a:pt x="40" y="3"/>
                      <a:pt x="44" y="14"/>
                    </a:cubicBezTo>
                    <a:cubicBezTo>
                      <a:pt x="44" y="14"/>
                      <a:pt x="45" y="22"/>
                      <a:pt x="49" y="25"/>
                    </a:cubicBezTo>
                    <a:cubicBezTo>
                      <a:pt x="49" y="25"/>
                      <a:pt x="55" y="45"/>
                      <a:pt x="45" y="47"/>
                    </a:cubicBezTo>
                    <a:cubicBezTo>
                      <a:pt x="45" y="47"/>
                      <a:pt x="27" y="54"/>
                      <a:pt x="17" y="51"/>
                    </a:cubicBezTo>
                    <a:cubicBezTo>
                      <a:pt x="17" y="51"/>
                      <a:pt x="2" y="49"/>
                      <a:pt x="1" y="60"/>
                    </a:cubicBezTo>
                    <a:cubicBezTo>
                      <a:pt x="1" y="60"/>
                      <a:pt x="0" y="70"/>
                      <a:pt x="16" y="68"/>
                    </a:cubicBezTo>
                    <a:cubicBezTo>
                      <a:pt x="16" y="68"/>
                      <a:pt x="43" y="65"/>
                      <a:pt x="43" y="76"/>
                    </a:cubicBezTo>
                    <a:cubicBezTo>
                      <a:pt x="43" y="76"/>
                      <a:pt x="45" y="96"/>
                      <a:pt x="17" y="102"/>
                    </a:cubicBezTo>
                    <a:cubicBezTo>
                      <a:pt x="17" y="102"/>
                      <a:pt x="0" y="104"/>
                      <a:pt x="0" y="113"/>
                    </a:cubicBezTo>
                    <a:cubicBezTo>
                      <a:pt x="0" y="113"/>
                      <a:pt x="13" y="130"/>
                      <a:pt x="38" y="110"/>
                    </a:cubicBezTo>
                    <a:cubicBezTo>
                      <a:pt x="38" y="110"/>
                      <a:pt x="49" y="95"/>
                      <a:pt x="52" y="87"/>
                    </a:cubicBezTo>
                    <a:cubicBezTo>
                      <a:pt x="52" y="87"/>
                      <a:pt x="56" y="79"/>
                      <a:pt x="63" y="85"/>
                    </a:cubicBezTo>
                    <a:cubicBezTo>
                      <a:pt x="94" y="120"/>
                      <a:pt x="94" y="120"/>
                      <a:pt x="94" y="120"/>
                    </a:cubicBezTo>
                    <a:cubicBezTo>
                      <a:pt x="94" y="120"/>
                      <a:pt x="98" y="125"/>
                      <a:pt x="109" y="123"/>
                    </a:cubicBezTo>
                    <a:cubicBezTo>
                      <a:pt x="109" y="123"/>
                      <a:pt x="141" y="131"/>
                      <a:pt x="138" y="117"/>
                    </a:cubicBezTo>
                    <a:cubicBezTo>
                      <a:pt x="138" y="117"/>
                      <a:pt x="125" y="111"/>
                      <a:pt x="114" y="102"/>
                    </a:cubicBezTo>
                    <a:cubicBezTo>
                      <a:pt x="114" y="102"/>
                      <a:pt x="84" y="80"/>
                      <a:pt x="82" y="79"/>
                    </a:cubicBezTo>
                    <a:cubicBezTo>
                      <a:pt x="82" y="79"/>
                      <a:pt x="68" y="70"/>
                      <a:pt x="73" y="58"/>
                    </a:cubicBezTo>
                    <a:cubicBezTo>
                      <a:pt x="73" y="58"/>
                      <a:pt x="78" y="49"/>
                      <a:pt x="92" y="51"/>
                    </a:cubicBezTo>
                    <a:cubicBezTo>
                      <a:pt x="92" y="51"/>
                      <a:pt x="108" y="48"/>
                      <a:pt x="102" y="41"/>
                    </a:cubicBezTo>
                    <a:cubicBezTo>
                      <a:pt x="102" y="41"/>
                      <a:pt x="97" y="36"/>
                      <a:pt x="96" y="33"/>
                    </a:cubicBezTo>
                    <a:cubicBezTo>
                      <a:pt x="96" y="33"/>
                      <a:pt x="94" y="30"/>
                      <a:pt x="85" y="35"/>
                    </a:cubicBezTo>
                    <a:cubicBezTo>
                      <a:pt x="85" y="35"/>
                      <a:pt x="70" y="44"/>
                      <a:pt x="69" y="34"/>
                    </a:cubicBezTo>
                    <a:cubicBezTo>
                      <a:pt x="69" y="34"/>
                      <a:pt x="67" y="30"/>
                      <a:pt x="72" y="25"/>
                    </a:cubicBezTo>
                    <a:cubicBezTo>
                      <a:pt x="72" y="25"/>
                      <a:pt x="82" y="14"/>
                      <a:pt x="70" y="5"/>
                    </a:cubicBezTo>
                    <a:cubicBezTo>
                      <a:pt x="70" y="5"/>
                      <a:pt x="62" y="3"/>
                      <a:pt x="61" y="3"/>
                    </a:cubicBezTo>
                    <a:lnTo>
                      <a:pt x="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4" name="iṩ1íḋè"/>
              <p:cNvSpPr/>
              <p:nvPr/>
            </p:nvSpPr>
            <p:spPr bwMode="auto">
              <a:xfrm>
                <a:off x="8455026" y="3019425"/>
                <a:ext cx="458788" cy="395288"/>
              </a:xfrm>
              <a:custGeom>
                <a:avLst/>
                <a:gdLst>
                  <a:gd name="T0" fmla="*/ 16 w 139"/>
                  <a:gd name="T1" fmla="*/ 30 h 119"/>
                  <a:gd name="T2" fmla="*/ 29 w 139"/>
                  <a:gd name="T3" fmla="*/ 53 h 119"/>
                  <a:gd name="T4" fmla="*/ 31 w 139"/>
                  <a:gd name="T5" fmla="*/ 79 h 119"/>
                  <a:gd name="T6" fmla="*/ 40 w 139"/>
                  <a:gd name="T7" fmla="*/ 76 h 119"/>
                  <a:gd name="T8" fmla="*/ 36 w 139"/>
                  <a:gd name="T9" fmla="*/ 40 h 119"/>
                  <a:gd name="T10" fmla="*/ 39 w 139"/>
                  <a:gd name="T11" fmla="*/ 29 h 119"/>
                  <a:gd name="T12" fmla="*/ 49 w 139"/>
                  <a:gd name="T13" fmla="*/ 37 h 119"/>
                  <a:gd name="T14" fmla="*/ 47 w 139"/>
                  <a:gd name="T15" fmla="*/ 58 h 119"/>
                  <a:gd name="T16" fmla="*/ 47 w 139"/>
                  <a:gd name="T17" fmla="*/ 72 h 119"/>
                  <a:gd name="T18" fmla="*/ 52 w 139"/>
                  <a:gd name="T19" fmla="*/ 72 h 119"/>
                  <a:gd name="T20" fmla="*/ 58 w 139"/>
                  <a:gd name="T21" fmla="*/ 61 h 119"/>
                  <a:gd name="T22" fmla="*/ 58 w 139"/>
                  <a:gd name="T23" fmla="*/ 54 h 119"/>
                  <a:gd name="T24" fmla="*/ 65 w 139"/>
                  <a:gd name="T25" fmla="*/ 50 h 119"/>
                  <a:gd name="T26" fmla="*/ 60 w 139"/>
                  <a:gd name="T27" fmla="*/ 50 h 119"/>
                  <a:gd name="T28" fmla="*/ 54 w 139"/>
                  <a:gd name="T29" fmla="*/ 47 h 119"/>
                  <a:gd name="T30" fmla="*/ 53 w 139"/>
                  <a:gd name="T31" fmla="*/ 34 h 119"/>
                  <a:gd name="T32" fmla="*/ 61 w 139"/>
                  <a:gd name="T33" fmla="*/ 31 h 119"/>
                  <a:gd name="T34" fmla="*/ 66 w 139"/>
                  <a:gd name="T35" fmla="*/ 22 h 119"/>
                  <a:gd name="T36" fmla="*/ 73 w 139"/>
                  <a:gd name="T37" fmla="*/ 11 h 119"/>
                  <a:gd name="T38" fmla="*/ 86 w 139"/>
                  <a:gd name="T39" fmla="*/ 22 h 119"/>
                  <a:gd name="T40" fmla="*/ 77 w 139"/>
                  <a:gd name="T41" fmla="*/ 28 h 119"/>
                  <a:gd name="T42" fmla="*/ 74 w 139"/>
                  <a:gd name="T43" fmla="*/ 35 h 119"/>
                  <a:gd name="T44" fmla="*/ 77 w 139"/>
                  <a:gd name="T45" fmla="*/ 38 h 119"/>
                  <a:gd name="T46" fmla="*/ 80 w 139"/>
                  <a:gd name="T47" fmla="*/ 46 h 119"/>
                  <a:gd name="T48" fmla="*/ 79 w 139"/>
                  <a:gd name="T49" fmla="*/ 69 h 119"/>
                  <a:gd name="T50" fmla="*/ 87 w 139"/>
                  <a:gd name="T51" fmla="*/ 65 h 119"/>
                  <a:gd name="T52" fmla="*/ 82 w 139"/>
                  <a:gd name="T53" fmla="*/ 55 h 119"/>
                  <a:gd name="T54" fmla="*/ 95 w 139"/>
                  <a:gd name="T55" fmla="*/ 49 h 119"/>
                  <a:gd name="T56" fmla="*/ 84 w 139"/>
                  <a:gd name="T57" fmla="*/ 41 h 119"/>
                  <a:gd name="T58" fmla="*/ 85 w 139"/>
                  <a:gd name="T59" fmla="*/ 36 h 119"/>
                  <a:gd name="T60" fmla="*/ 101 w 139"/>
                  <a:gd name="T61" fmla="*/ 30 h 119"/>
                  <a:gd name="T62" fmla="*/ 95 w 139"/>
                  <a:gd name="T63" fmla="*/ 20 h 119"/>
                  <a:gd name="T64" fmla="*/ 97 w 139"/>
                  <a:gd name="T65" fmla="*/ 15 h 119"/>
                  <a:gd name="T66" fmla="*/ 108 w 139"/>
                  <a:gd name="T67" fmla="*/ 4 h 119"/>
                  <a:gd name="T68" fmla="*/ 112 w 139"/>
                  <a:gd name="T69" fmla="*/ 4 h 119"/>
                  <a:gd name="T70" fmla="*/ 126 w 139"/>
                  <a:gd name="T71" fmla="*/ 11 h 119"/>
                  <a:gd name="T72" fmla="*/ 118 w 139"/>
                  <a:gd name="T73" fmla="*/ 21 h 119"/>
                  <a:gd name="T74" fmla="*/ 113 w 139"/>
                  <a:gd name="T75" fmla="*/ 31 h 119"/>
                  <a:gd name="T76" fmla="*/ 103 w 139"/>
                  <a:gd name="T77" fmla="*/ 55 h 119"/>
                  <a:gd name="T78" fmla="*/ 109 w 139"/>
                  <a:gd name="T79" fmla="*/ 64 h 119"/>
                  <a:gd name="T80" fmla="*/ 126 w 139"/>
                  <a:gd name="T81" fmla="*/ 59 h 119"/>
                  <a:gd name="T82" fmla="*/ 135 w 139"/>
                  <a:gd name="T83" fmla="*/ 63 h 119"/>
                  <a:gd name="T84" fmla="*/ 138 w 139"/>
                  <a:gd name="T85" fmla="*/ 68 h 119"/>
                  <a:gd name="T86" fmla="*/ 139 w 139"/>
                  <a:gd name="T87" fmla="*/ 75 h 119"/>
                  <a:gd name="T88" fmla="*/ 97 w 139"/>
                  <a:gd name="T89" fmla="*/ 78 h 119"/>
                  <a:gd name="T90" fmla="*/ 87 w 139"/>
                  <a:gd name="T91" fmla="*/ 74 h 119"/>
                  <a:gd name="T92" fmla="*/ 79 w 139"/>
                  <a:gd name="T93" fmla="*/ 74 h 119"/>
                  <a:gd name="T94" fmla="*/ 67 w 139"/>
                  <a:gd name="T95" fmla="*/ 77 h 119"/>
                  <a:gd name="T96" fmla="*/ 48 w 139"/>
                  <a:gd name="T97" fmla="*/ 87 h 119"/>
                  <a:gd name="T98" fmla="*/ 33 w 139"/>
                  <a:gd name="T99" fmla="*/ 95 h 119"/>
                  <a:gd name="T100" fmla="*/ 20 w 139"/>
                  <a:gd name="T101" fmla="*/ 106 h 119"/>
                  <a:gd name="T102" fmla="*/ 3 w 139"/>
                  <a:gd name="T103" fmla="*/ 108 h 119"/>
                  <a:gd name="T104" fmla="*/ 11 w 139"/>
                  <a:gd name="T105" fmla="*/ 80 h 119"/>
                  <a:gd name="T106" fmla="*/ 19 w 139"/>
                  <a:gd name="T107" fmla="*/ 81 h 119"/>
                  <a:gd name="T108" fmla="*/ 23 w 139"/>
                  <a:gd name="T109" fmla="*/ 85 h 119"/>
                  <a:gd name="T110" fmla="*/ 24 w 139"/>
                  <a:gd name="T111" fmla="*/ 85 h 119"/>
                  <a:gd name="T112" fmla="*/ 24 w 139"/>
                  <a:gd name="T113" fmla="*/ 80 h 119"/>
                  <a:gd name="T114" fmla="*/ 23 w 139"/>
                  <a:gd name="T115" fmla="*/ 70 h 119"/>
                  <a:gd name="T116" fmla="*/ 21 w 139"/>
                  <a:gd name="T117" fmla="*/ 60 h 119"/>
                  <a:gd name="T118" fmla="*/ 20 w 139"/>
                  <a:gd name="T119" fmla="*/ 54 h 119"/>
                  <a:gd name="T120" fmla="*/ 18 w 139"/>
                  <a:gd name="T121" fmla="*/ 48 h 119"/>
                  <a:gd name="T122" fmla="*/ 16 w 139"/>
                  <a:gd name="T123" fmla="*/ 3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9" h="119">
                    <a:moveTo>
                      <a:pt x="16" y="30"/>
                    </a:moveTo>
                    <a:cubicBezTo>
                      <a:pt x="16" y="30"/>
                      <a:pt x="29" y="37"/>
                      <a:pt x="29" y="53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9"/>
                      <a:pt x="37" y="86"/>
                      <a:pt x="40" y="76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29" y="30"/>
                      <a:pt x="39" y="29"/>
                    </a:cubicBezTo>
                    <a:cubicBezTo>
                      <a:pt x="39" y="29"/>
                      <a:pt x="48" y="26"/>
                      <a:pt x="49" y="37"/>
                    </a:cubicBezTo>
                    <a:cubicBezTo>
                      <a:pt x="47" y="58"/>
                      <a:pt x="47" y="58"/>
                      <a:pt x="47" y="58"/>
                    </a:cubicBezTo>
                    <a:cubicBezTo>
                      <a:pt x="47" y="72"/>
                      <a:pt x="47" y="72"/>
                      <a:pt x="47" y="72"/>
                    </a:cubicBezTo>
                    <a:cubicBezTo>
                      <a:pt x="47" y="72"/>
                      <a:pt x="49" y="75"/>
                      <a:pt x="52" y="72"/>
                    </a:cubicBezTo>
                    <a:cubicBezTo>
                      <a:pt x="52" y="72"/>
                      <a:pt x="59" y="72"/>
                      <a:pt x="58" y="61"/>
                    </a:cubicBezTo>
                    <a:cubicBezTo>
                      <a:pt x="58" y="61"/>
                      <a:pt x="55" y="54"/>
                      <a:pt x="58" y="54"/>
                    </a:cubicBezTo>
                    <a:cubicBezTo>
                      <a:pt x="58" y="54"/>
                      <a:pt x="66" y="54"/>
                      <a:pt x="65" y="50"/>
                    </a:cubicBezTo>
                    <a:cubicBezTo>
                      <a:pt x="65" y="50"/>
                      <a:pt x="63" y="48"/>
                      <a:pt x="60" y="50"/>
                    </a:cubicBezTo>
                    <a:cubicBezTo>
                      <a:pt x="60" y="50"/>
                      <a:pt x="54" y="51"/>
                      <a:pt x="54" y="47"/>
                    </a:cubicBezTo>
                    <a:cubicBezTo>
                      <a:pt x="53" y="34"/>
                      <a:pt x="53" y="34"/>
                      <a:pt x="53" y="34"/>
                    </a:cubicBezTo>
                    <a:cubicBezTo>
                      <a:pt x="61" y="31"/>
                      <a:pt x="61" y="31"/>
                      <a:pt x="61" y="31"/>
                    </a:cubicBezTo>
                    <a:cubicBezTo>
                      <a:pt x="61" y="31"/>
                      <a:pt x="66" y="29"/>
                      <a:pt x="66" y="22"/>
                    </a:cubicBezTo>
                    <a:cubicBezTo>
                      <a:pt x="66" y="22"/>
                      <a:pt x="64" y="12"/>
                      <a:pt x="73" y="11"/>
                    </a:cubicBezTo>
                    <a:cubicBezTo>
                      <a:pt x="73" y="11"/>
                      <a:pt x="86" y="8"/>
                      <a:pt x="86" y="22"/>
                    </a:cubicBezTo>
                    <a:cubicBezTo>
                      <a:pt x="86" y="22"/>
                      <a:pt x="84" y="26"/>
                      <a:pt x="77" y="28"/>
                    </a:cubicBezTo>
                    <a:cubicBezTo>
                      <a:pt x="77" y="28"/>
                      <a:pt x="73" y="32"/>
                      <a:pt x="74" y="35"/>
                    </a:cubicBezTo>
                    <a:cubicBezTo>
                      <a:pt x="74" y="35"/>
                      <a:pt x="73" y="38"/>
                      <a:pt x="77" y="38"/>
                    </a:cubicBezTo>
                    <a:cubicBezTo>
                      <a:pt x="77" y="38"/>
                      <a:pt x="83" y="41"/>
                      <a:pt x="80" y="46"/>
                    </a:cubicBezTo>
                    <a:cubicBezTo>
                      <a:pt x="80" y="46"/>
                      <a:pt x="66" y="62"/>
                      <a:pt x="79" y="69"/>
                    </a:cubicBezTo>
                    <a:cubicBezTo>
                      <a:pt x="79" y="69"/>
                      <a:pt x="89" y="71"/>
                      <a:pt x="87" y="65"/>
                    </a:cubicBezTo>
                    <a:cubicBezTo>
                      <a:pt x="87" y="65"/>
                      <a:pt x="80" y="60"/>
                      <a:pt x="82" y="55"/>
                    </a:cubicBezTo>
                    <a:cubicBezTo>
                      <a:pt x="82" y="55"/>
                      <a:pt x="98" y="53"/>
                      <a:pt x="95" y="49"/>
                    </a:cubicBezTo>
                    <a:cubicBezTo>
                      <a:pt x="95" y="49"/>
                      <a:pt x="86" y="47"/>
                      <a:pt x="84" y="41"/>
                    </a:cubicBezTo>
                    <a:cubicBezTo>
                      <a:pt x="84" y="41"/>
                      <a:pt x="80" y="34"/>
                      <a:pt x="85" y="36"/>
                    </a:cubicBezTo>
                    <a:cubicBezTo>
                      <a:pt x="85" y="36"/>
                      <a:pt x="103" y="39"/>
                      <a:pt x="101" y="30"/>
                    </a:cubicBezTo>
                    <a:cubicBezTo>
                      <a:pt x="101" y="30"/>
                      <a:pt x="103" y="23"/>
                      <a:pt x="95" y="20"/>
                    </a:cubicBezTo>
                    <a:cubicBezTo>
                      <a:pt x="95" y="20"/>
                      <a:pt x="92" y="15"/>
                      <a:pt x="97" y="15"/>
                    </a:cubicBezTo>
                    <a:cubicBezTo>
                      <a:pt x="97" y="15"/>
                      <a:pt x="107" y="9"/>
                      <a:pt x="108" y="4"/>
                    </a:cubicBezTo>
                    <a:cubicBezTo>
                      <a:pt x="108" y="4"/>
                      <a:pt x="109" y="3"/>
                      <a:pt x="112" y="4"/>
                    </a:cubicBezTo>
                    <a:cubicBezTo>
                      <a:pt x="112" y="4"/>
                      <a:pt x="123" y="0"/>
                      <a:pt x="126" y="11"/>
                    </a:cubicBezTo>
                    <a:cubicBezTo>
                      <a:pt x="126" y="11"/>
                      <a:pt x="127" y="17"/>
                      <a:pt x="118" y="21"/>
                    </a:cubicBezTo>
                    <a:cubicBezTo>
                      <a:pt x="118" y="21"/>
                      <a:pt x="114" y="26"/>
                      <a:pt x="113" y="31"/>
                    </a:cubicBezTo>
                    <a:cubicBezTo>
                      <a:pt x="103" y="55"/>
                      <a:pt x="103" y="55"/>
                      <a:pt x="103" y="55"/>
                    </a:cubicBezTo>
                    <a:cubicBezTo>
                      <a:pt x="103" y="55"/>
                      <a:pt x="97" y="66"/>
                      <a:pt x="109" y="64"/>
                    </a:cubicBezTo>
                    <a:cubicBezTo>
                      <a:pt x="126" y="59"/>
                      <a:pt x="126" y="59"/>
                      <a:pt x="126" y="59"/>
                    </a:cubicBezTo>
                    <a:cubicBezTo>
                      <a:pt x="126" y="59"/>
                      <a:pt x="131" y="57"/>
                      <a:pt x="135" y="63"/>
                    </a:cubicBezTo>
                    <a:cubicBezTo>
                      <a:pt x="135" y="63"/>
                      <a:pt x="139" y="64"/>
                      <a:pt x="138" y="68"/>
                    </a:cubicBezTo>
                    <a:cubicBezTo>
                      <a:pt x="139" y="75"/>
                      <a:pt x="139" y="75"/>
                      <a:pt x="139" y="75"/>
                    </a:cubicBezTo>
                    <a:cubicBezTo>
                      <a:pt x="139" y="75"/>
                      <a:pt x="110" y="81"/>
                      <a:pt x="97" y="78"/>
                    </a:cubicBezTo>
                    <a:cubicBezTo>
                      <a:pt x="97" y="78"/>
                      <a:pt x="89" y="76"/>
                      <a:pt x="87" y="74"/>
                    </a:cubicBezTo>
                    <a:cubicBezTo>
                      <a:pt x="87" y="74"/>
                      <a:pt x="82" y="71"/>
                      <a:pt x="79" y="74"/>
                    </a:cubicBezTo>
                    <a:cubicBezTo>
                      <a:pt x="79" y="74"/>
                      <a:pt x="73" y="80"/>
                      <a:pt x="67" y="77"/>
                    </a:cubicBezTo>
                    <a:cubicBezTo>
                      <a:pt x="67" y="77"/>
                      <a:pt x="55" y="87"/>
                      <a:pt x="48" y="87"/>
                    </a:cubicBezTo>
                    <a:cubicBezTo>
                      <a:pt x="48" y="87"/>
                      <a:pt x="39" y="89"/>
                      <a:pt x="33" y="95"/>
                    </a:cubicBezTo>
                    <a:cubicBezTo>
                      <a:pt x="33" y="95"/>
                      <a:pt x="24" y="100"/>
                      <a:pt x="20" y="106"/>
                    </a:cubicBezTo>
                    <a:cubicBezTo>
                      <a:pt x="20" y="106"/>
                      <a:pt x="9" y="119"/>
                      <a:pt x="3" y="108"/>
                    </a:cubicBezTo>
                    <a:cubicBezTo>
                      <a:pt x="3" y="108"/>
                      <a:pt x="0" y="94"/>
                      <a:pt x="11" y="80"/>
                    </a:cubicBezTo>
                    <a:cubicBezTo>
                      <a:pt x="11" y="80"/>
                      <a:pt x="17" y="74"/>
                      <a:pt x="19" y="81"/>
                    </a:cubicBezTo>
                    <a:cubicBezTo>
                      <a:pt x="19" y="81"/>
                      <a:pt x="19" y="85"/>
                      <a:pt x="23" y="85"/>
                    </a:cubicBezTo>
                    <a:cubicBezTo>
                      <a:pt x="26" y="85"/>
                      <a:pt x="24" y="85"/>
                      <a:pt x="24" y="85"/>
                    </a:cubicBezTo>
                    <a:cubicBezTo>
                      <a:pt x="24" y="85"/>
                      <a:pt x="26" y="84"/>
                      <a:pt x="24" y="80"/>
                    </a:cubicBezTo>
                    <a:cubicBezTo>
                      <a:pt x="24" y="80"/>
                      <a:pt x="22" y="74"/>
                      <a:pt x="23" y="70"/>
                    </a:cubicBezTo>
                    <a:cubicBezTo>
                      <a:pt x="23" y="70"/>
                      <a:pt x="24" y="63"/>
                      <a:pt x="21" y="60"/>
                    </a:cubicBezTo>
                    <a:cubicBezTo>
                      <a:pt x="21" y="60"/>
                      <a:pt x="18" y="55"/>
                      <a:pt x="20" y="54"/>
                    </a:cubicBezTo>
                    <a:cubicBezTo>
                      <a:pt x="20" y="54"/>
                      <a:pt x="21" y="51"/>
                      <a:pt x="18" y="48"/>
                    </a:cubicBezTo>
                    <a:cubicBezTo>
                      <a:pt x="18" y="48"/>
                      <a:pt x="11" y="38"/>
                      <a:pt x="16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5" name="íṣľíḍè"/>
              <p:cNvSpPr/>
              <p:nvPr/>
            </p:nvSpPr>
            <p:spPr bwMode="auto">
              <a:xfrm>
                <a:off x="8537576" y="3284538"/>
                <a:ext cx="280988" cy="342900"/>
              </a:xfrm>
              <a:custGeom>
                <a:avLst/>
                <a:gdLst>
                  <a:gd name="T0" fmla="*/ 24 w 85"/>
                  <a:gd name="T1" fmla="*/ 14 h 103"/>
                  <a:gd name="T2" fmla="*/ 47 w 85"/>
                  <a:gd name="T3" fmla="*/ 7 h 103"/>
                  <a:gd name="T4" fmla="*/ 64 w 85"/>
                  <a:gd name="T5" fmla="*/ 3 h 103"/>
                  <a:gd name="T6" fmla="*/ 71 w 85"/>
                  <a:gd name="T7" fmla="*/ 7 h 103"/>
                  <a:gd name="T8" fmla="*/ 60 w 85"/>
                  <a:gd name="T9" fmla="*/ 13 h 103"/>
                  <a:gd name="T10" fmla="*/ 48 w 85"/>
                  <a:gd name="T11" fmla="*/ 26 h 103"/>
                  <a:gd name="T12" fmla="*/ 55 w 85"/>
                  <a:gd name="T13" fmla="*/ 32 h 103"/>
                  <a:gd name="T14" fmla="*/ 72 w 85"/>
                  <a:gd name="T15" fmla="*/ 27 h 103"/>
                  <a:gd name="T16" fmla="*/ 83 w 85"/>
                  <a:gd name="T17" fmla="*/ 33 h 103"/>
                  <a:gd name="T18" fmla="*/ 77 w 85"/>
                  <a:gd name="T19" fmla="*/ 40 h 103"/>
                  <a:gd name="T20" fmla="*/ 71 w 85"/>
                  <a:gd name="T21" fmla="*/ 38 h 103"/>
                  <a:gd name="T22" fmla="*/ 58 w 85"/>
                  <a:gd name="T23" fmla="*/ 42 h 103"/>
                  <a:gd name="T24" fmla="*/ 56 w 85"/>
                  <a:gd name="T25" fmla="*/ 53 h 103"/>
                  <a:gd name="T26" fmla="*/ 50 w 85"/>
                  <a:gd name="T27" fmla="*/ 84 h 103"/>
                  <a:gd name="T28" fmla="*/ 50 w 85"/>
                  <a:gd name="T29" fmla="*/ 84 h 103"/>
                  <a:gd name="T30" fmla="*/ 29 w 85"/>
                  <a:gd name="T31" fmla="*/ 92 h 103"/>
                  <a:gd name="T32" fmla="*/ 14 w 85"/>
                  <a:gd name="T33" fmla="*/ 72 h 103"/>
                  <a:gd name="T34" fmla="*/ 21 w 85"/>
                  <a:gd name="T35" fmla="*/ 71 h 103"/>
                  <a:gd name="T36" fmla="*/ 44 w 85"/>
                  <a:gd name="T37" fmla="*/ 66 h 103"/>
                  <a:gd name="T38" fmla="*/ 43 w 85"/>
                  <a:gd name="T39" fmla="*/ 57 h 103"/>
                  <a:gd name="T40" fmla="*/ 34 w 85"/>
                  <a:gd name="T41" fmla="*/ 49 h 103"/>
                  <a:gd name="T42" fmla="*/ 13 w 85"/>
                  <a:gd name="T43" fmla="*/ 52 h 103"/>
                  <a:gd name="T44" fmla="*/ 0 w 85"/>
                  <a:gd name="T45" fmla="*/ 44 h 103"/>
                  <a:gd name="T46" fmla="*/ 12 w 85"/>
                  <a:gd name="T47" fmla="*/ 40 h 103"/>
                  <a:gd name="T48" fmla="*/ 38 w 85"/>
                  <a:gd name="T49" fmla="*/ 35 h 103"/>
                  <a:gd name="T50" fmla="*/ 39 w 85"/>
                  <a:gd name="T51" fmla="*/ 20 h 103"/>
                  <a:gd name="T52" fmla="*/ 30 w 85"/>
                  <a:gd name="T53" fmla="*/ 21 h 103"/>
                  <a:gd name="T54" fmla="*/ 16 w 85"/>
                  <a:gd name="T55" fmla="*/ 22 h 103"/>
                  <a:gd name="T56" fmla="*/ 24 w 85"/>
                  <a:gd name="T57" fmla="*/ 1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5" h="103">
                    <a:moveTo>
                      <a:pt x="24" y="14"/>
                    </a:moveTo>
                    <a:cubicBezTo>
                      <a:pt x="26" y="14"/>
                      <a:pt x="36" y="14"/>
                      <a:pt x="47" y="7"/>
                    </a:cubicBezTo>
                    <a:cubicBezTo>
                      <a:pt x="47" y="7"/>
                      <a:pt x="58" y="0"/>
                      <a:pt x="64" y="3"/>
                    </a:cubicBezTo>
                    <a:cubicBezTo>
                      <a:pt x="64" y="3"/>
                      <a:pt x="72" y="3"/>
                      <a:pt x="71" y="7"/>
                    </a:cubicBezTo>
                    <a:cubicBezTo>
                      <a:pt x="71" y="7"/>
                      <a:pt x="69" y="12"/>
                      <a:pt x="60" y="13"/>
                    </a:cubicBezTo>
                    <a:cubicBezTo>
                      <a:pt x="60" y="13"/>
                      <a:pt x="48" y="17"/>
                      <a:pt x="48" y="26"/>
                    </a:cubicBezTo>
                    <a:cubicBezTo>
                      <a:pt x="48" y="26"/>
                      <a:pt x="47" y="32"/>
                      <a:pt x="55" y="32"/>
                    </a:cubicBezTo>
                    <a:cubicBezTo>
                      <a:pt x="72" y="27"/>
                      <a:pt x="72" y="27"/>
                      <a:pt x="72" y="27"/>
                    </a:cubicBezTo>
                    <a:cubicBezTo>
                      <a:pt x="72" y="27"/>
                      <a:pt x="79" y="24"/>
                      <a:pt x="83" y="33"/>
                    </a:cubicBezTo>
                    <a:cubicBezTo>
                      <a:pt x="83" y="33"/>
                      <a:pt x="85" y="40"/>
                      <a:pt x="77" y="40"/>
                    </a:cubicBezTo>
                    <a:cubicBezTo>
                      <a:pt x="77" y="40"/>
                      <a:pt x="75" y="37"/>
                      <a:pt x="71" y="38"/>
                    </a:cubicBezTo>
                    <a:cubicBezTo>
                      <a:pt x="58" y="42"/>
                      <a:pt x="58" y="42"/>
                      <a:pt x="58" y="42"/>
                    </a:cubicBezTo>
                    <a:cubicBezTo>
                      <a:pt x="58" y="42"/>
                      <a:pt x="53" y="44"/>
                      <a:pt x="56" y="53"/>
                    </a:cubicBezTo>
                    <a:cubicBezTo>
                      <a:pt x="56" y="53"/>
                      <a:pt x="56" y="78"/>
                      <a:pt x="50" y="84"/>
                    </a:cubicBezTo>
                    <a:cubicBezTo>
                      <a:pt x="50" y="84"/>
                      <a:pt x="50" y="84"/>
                      <a:pt x="50" y="84"/>
                    </a:cubicBezTo>
                    <a:cubicBezTo>
                      <a:pt x="43" y="90"/>
                      <a:pt x="38" y="103"/>
                      <a:pt x="29" y="92"/>
                    </a:cubicBezTo>
                    <a:cubicBezTo>
                      <a:pt x="29" y="92"/>
                      <a:pt x="15" y="84"/>
                      <a:pt x="14" y="72"/>
                    </a:cubicBezTo>
                    <a:cubicBezTo>
                      <a:pt x="14" y="72"/>
                      <a:pt x="15" y="68"/>
                      <a:pt x="21" y="71"/>
                    </a:cubicBezTo>
                    <a:cubicBezTo>
                      <a:pt x="21" y="71"/>
                      <a:pt x="38" y="77"/>
                      <a:pt x="44" y="66"/>
                    </a:cubicBezTo>
                    <a:cubicBezTo>
                      <a:pt x="44" y="66"/>
                      <a:pt x="44" y="59"/>
                      <a:pt x="43" y="57"/>
                    </a:cubicBezTo>
                    <a:cubicBezTo>
                      <a:pt x="43" y="57"/>
                      <a:pt x="42" y="48"/>
                      <a:pt x="34" y="49"/>
                    </a:cubicBezTo>
                    <a:cubicBezTo>
                      <a:pt x="34" y="49"/>
                      <a:pt x="20" y="49"/>
                      <a:pt x="13" y="52"/>
                    </a:cubicBezTo>
                    <a:cubicBezTo>
                      <a:pt x="13" y="52"/>
                      <a:pt x="5" y="58"/>
                      <a:pt x="0" y="44"/>
                    </a:cubicBezTo>
                    <a:cubicBezTo>
                      <a:pt x="0" y="44"/>
                      <a:pt x="5" y="39"/>
                      <a:pt x="12" y="40"/>
                    </a:cubicBezTo>
                    <a:cubicBezTo>
                      <a:pt x="12" y="40"/>
                      <a:pt x="34" y="44"/>
                      <a:pt x="38" y="35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39" y="20"/>
                      <a:pt x="36" y="18"/>
                      <a:pt x="30" y="21"/>
                    </a:cubicBezTo>
                    <a:cubicBezTo>
                      <a:pt x="30" y="21"/>
                      <a:pt x="20" y="30"/>
                      <a:pt x="16" y="22"/>
                    </a:cubicBezTo>
                    <a:cubicBezTo>
                      <a:pt x="16" y="22"/>
                      <a:pt x="10" y="16"/>
                      <a:pt x="2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</p:grpSp>
        <p:grpSp>
          <p:nvGrpSpPr>
            <p:cNvPr id="45" name="íṥľíḓé"/>
            <p:cNvGrpSpPr/>
            <p:nvPr/>
          </p:nvGrpSpPr>
          <p:grpSpPr>
            <a:xfrm>
              <a:off x="3645458" y="3873595"/>
              <a:ext cx="7018182" cy="227590"/>
              <a:chOff x="4624388" y="3695700"/>
              <a:chExt cx="4210051" cy="136526"/>
            </a:xfrm>
            <a:grpFill/>
          </p:grpSpPr>
          <p:sp>
            <p:nvSpPr>
              <p:cNvPr id="46" name="îš1îde"/>
              <p:cNvSpPr/>
              <p:nvPr/>
            </p:nvSpPr>
            <p:spPr bwMode="auto">
              <a:xfrm>
                <a:off x="4624388" y="3700463"/>
                <a:ext cx="98425" cy="131763"/>
              </a:xfrm>
              <a:custGeom>
                <a:avLst/>
                <a:gdLst>
                  <a:gd name="T0" fmla="*/ 0 w 30"/>
                  <a:gd name="T1" fmla="*/ 40 h 40"/>
                  <a:gd name="T2" fmla="*/ 0 w 30"/>
                  <a:gd name="T3" fmla="*/ 0 h 40"/>
                  <a:gd name="T4" fmla="*/ 15 w 30"/>
                  <a:gd name="T5" fmla="*/ 0 h 40"/>
                  <a:gd name="T6" fmla="*/ 22 w 30"/>
                  <a:gd name="T7" fmla="*/ 1 h 40"/>
                  <a:gd name="T8" fmla="*/ 27 w 30"/>
                  <a:gd name="T9" fmla="*/ 5 h 40"/>
                  <a:gd name="T10" fmla="*/ 28 w 30"/>
                  <a:gd name="T11" fmla="*/ 10 h 40"/>
                  <a:gd name="T12" fmla="*/ 27 w 30"/>
                  <a:gd name="T13" fmla="*/ 15 h 40"/>
                  <a:gd name="T14" fmla="*/ 23 w 30"/>
                  <a:gd name="T15" fmla="*/ 19 h 40"/>
                  <a:gd name="T16" fmla="*/ 28 w 30"/>
                  <a:gd name="T17" fmla="*/ 22 h 40"/>
                  <a:gd name="T18" fmla="*/ 30 w 30"/>
                  <a:gd name="T19" fmla="*/ 28 h 40"/>
                  <a:gd name="T20" fmla="*/ 29 w 30"/>
                  <a:gd name="T21" fmla="*/ 33 h 40"/>
                  <a:gd name="T22" fmla="*/ 26 w 30"/>
                  <a:gd name="T23" fmla="*/ 37 h 40"/>
                  <a:gd name="T24" fmla="*/ 22 w 30"/>
                  <a:gd name="T25" fmla="*/ 39 h 40"/>
                  <a:gd name="T26" fmla="*/ 15 w 30"/>
                  <a:gd name="T27" fmla="*/ 40 h 40"/>
                  <a:gd name="T28" fmla="*/ 0 w 30"/>
                  <a:gd name="T29" fmla="*/ 40 h 40"/>
                  <a:gd name="T30" fmla="*/ 5 w 30"/>
                  <a:gd name="T31" fmla="*/ 17 h 40"/>
                  <a:gd name="T32" fmla="*/ 14 w 30"/>
                  <a:gd name="T33" fmla="*/ 17 h 40"/>
                  <a:gd name="T34" fmla="*/ 19 w 30"/>
                  <a:gd name="T35" fmla="*/ 16 h 40"/>
                  <a:gd name="T36" fmla="*/ 22 w 30"/>
                  <a:gd name="T37" fmla="*/ 14 h 40"/>
                  <a:gd name="T38" fmla="*/ 23 w 30"/>
                  <a:gd name="T39" fmla="*/ 11 h 40"/>
                  <a:gd name="T40" fmla="*/ 22 w 30"/>
                  <a:gd name="T41" fmla="*/ 7 h 40"/>
                  <a:gd name="T42" fmla="*/ 19 w 30"/>
                  <a:gd name="T43" fmla="*/ 5 h 40"/>
                  <a:gd name="T44" fmla="*/ 13 w 30"/>
                  <a:gd name="T45" fmla="*/ 5 h 40"/>
                  <a:gd name="T46" fmla="*/ 5 w 30"/>
                  <a:gd name="T47" fmla="*/ 5 h 40"/>
                  <a:gd name="T48" fmla="*/ 5 w 30"/>
                  <a:gd name="T49" fmla="*/ 17 h 40"/>
                  <a:gd name="T50" fmla="*/ 5 w 30"/>
                  <a:gd name="T51" fmla="*/ 35 h 40"/>
                  <a:gd name="T52" fmla="*/ 15 w 30"/>
                  <a:gd name="T53" fmla="*/ 35 h 40"/>
                  <a:gd name="T54" fmla="*/ 19 w 30"/>
                  <a:gd name="T55" fmla="*/ 35 h 40"/>
                  <a:gd name="T56" fmla="*/ 22 w 30"/>
                  <a:gd name="T57" fmla="*/ 34 h 40"/>
                  <a:gd name="T58" fmla="*/ 24 w 30"/>
                  <a:gd name="T59" fmla="*/ 31 h 40"/>
                  <a:gd name="T60" fmla="*/ 25 w 30"/>
                  <a:gd name="T61" fmla="*/ 28 h 40"/>
                  <a:gd name="T62" fmla="*/ 23 w 30"/>
                  <a:gd name="T63" fmla="*/ 24 h 40"/>
                  <a:gd name="T64" fmla="*/ 20 w 30"/>
                  <a:gd name="T65" fmla="*/ 22 h 40"/>
                  <a:gd name="T66" fmla="*/ 15 w 30"/>
                  <a:gd name="T67" fmla="*/ 21 h 40"/>
                  <a:gd name="T68" fmla="*/ 5 w 30"/>
                  <a:gd name="T69" fmla="*/ 21 h 40"/>
                  <a:gd name="T70" fmla="*/ 5 w 30"/>
                  <a:gd name="T71" fmla="*/ 3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0" h="40">
                    <a:moveTo>
                      <a:pt x="0" y="4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8" y="0"/>
                      <a:pt x="20" y="0"/>
                      <a:pt x="22" y="1"/>
                    </a:cubicBezTo>
                    <a:cubicBezTo>
                      <a:pt x="24" y="2"/>
                      <a:pt x="25" y="3"/>
                      <a:pt x="27" y="5"/>
                    </a:cubicBezTo>
                    <a:cubicBezTo>
                      <a:pt x="28" y="7"/>
                      <a:pt x="28" y="8"/>
                      <a:pt x="28" y="10"/>
                    </a:cubicBezTo>
                    <a:cubicBezTo>
                      <a:pt x="28" y="12"/>
                      <a:pt x="28" y="13"/>
                      <a:pt x="27" y="15"/>
                    </a:cubicBezTo>
                    <a:cubicBezTo>
                      <a:pt x="26" y="16"/>
                      <a:pt x="24" y="18"/>
                      <a:pt x="23" y="19"/>
                    </a:cubicBezTo>
                    <a:cubicBezTo>
                      <a:pt x="25" y="19"/>
                      <a:pt x="27" y="20"/>
                      <a:pt x="28" y="22"/>
                    </a:cubicBezTo>
                    <a:cubicBezTo>
                      <a:pt x="29" y="24"/>
                      <a:pt x="30" y="26"/>
                      <a:pt x="30" y="28"/>
                    </a:cubicBezTo>
                    <a:cubicBezTo>
                      <a:pt x="30" y="30"/>
                      <a:pt x="30" y="32"/>
                      <a:pt x="29" y="33"/>
                    </a:cubicBezTo>
                    <a:cubicBezTo>
                      <a:pt x="28" y="35"/>
                      <a:pt x="27" y="36"/>
                      <a:pt x="26" y="37"/>
                    </a:cubicBezTo>
                    <a:cubicBezTo>
                      <a:pt x="25" y="38"/>
                      <a:pt x="23" y="39"/>
                      <a:pt x="22" y="39"/>
                    </a:cubicBezTo>
                    <a:cubicBezTo>
                      <a:pt x="20" y="39"/>
                      <a:pt x="18" y="40"/>
                      <a:pt x="15" y="40"/>
                    </a:cubicBezTo>
                    <a:cubicBezTo>
                      <a:pt x="0" y="40"/>
                      <a:pt x="0" y="40"/>
                      <a:pt x="0" y="40"/>
                    </a:cubicBezTo>
                    <a:close/>
                    <a:moveTo>
                      <a:pt x="5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6" y="17"/>
                      <a:pt x="18" y="17"/>
                      <a:pt x="19" y="16"/>
                    </a:cubicBezTo>
                    <a:cubicBezTo>
                      <a:pt x="20" y="16"/>
                      <a:pt x="21" y="15"/>
                      <a:pt x="22" y="14"/>
                    </a:cubicBezTo>
                    <a:cubicBezTo>
                      <a:pt x="23" y="13"/>
                      <a:pt x="23" y="12"/>
                      <a:pt x="23" y="11"/>
                    </a:cubicBezTo>
                    <a:cubicBezTo>
                      <a:pt x="23" y="10"/>
                      <a:pt x="23" y="8"/>
                      <a:pt x="22" y="7"/>
                    </a:cubicBezTo>
                    <a:cubicBezTo>
                      <a:pt x="21" y="6"/>
                      <a:pt x="20" y="6"/>
                      <a:pt x="19" y="5"/>
                    </a:cubicBezTo>
                    <a:cubicBezTo>
                      <a:pt x="18" y="5"/>
                      <a:pt x="16" y="5"/>
                      <a:pt x="13" y="5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17"/>
                      <a:pt x="5" y="17"/>
                      <a:pt x="5" y="17"/>
                    </a:cubicBezTo>
                    <a:close/>
                    <a:moveTo>
                      <a:pt x="5" y="35"/>
                    </a:moveTo>
                    <a:cubicBezTo>
                      <a:pt x="15" y="35"/>
                      <a:pt x="15" y="35"/>
                      <a:pt x="15" y="35"/>
                    </a:cubicBezTo>
                    <a:cubicBezTo>
                      <a:pt x="17" y="35"/>
                      <a:pt x="18" y="35"/>
                      <a:pt x="19" y="35"/>
                    </a:cubicBezTo>
                    <a:cubicBezTo>
                      <a:pt x="20" y="35"/>
                      <a:pt x="21" y="34"/>
                      <a:pt x="22" y="34"/>
                    </a:cubicBezTo>
                    <a:cubicBezTo>
                      <a:pt x="23" y="33"/>
                      <a:pt x="23" y="32"/>
                      <a:pt x="24" y="31"/>
                    </a:cubicBezTo>
                    <a:cubicBezTo>
                      <a:pt x="24" y="31"/>
                      <a:pt x="25" y="29"/>
                      <a:pt x="25" y="28"/>
                    </a:cubicBezTo>
                    <a:cubicBezTo>
                      <a:pt x="25" y="27"/>
                      <a:pt x="24" y="25"/>
                      <a:pt x="23" y="24"/>
                    </a:cubicBezTo>
                    <a:cubicBezTo>
                      <a:pt x="23" y="23"/>
                      <a:pt x="22" y="22"/>
                      <a:pt x="20" y="22"/>
                    </a:cubicBezTo>
                    <a:cubicBezTo>
                      <a:pt x="19" y="22"/>
                      <a:pt x="17" y="21"/>
                      <a:pt x="15" y="21"/>
                    </a:cubicBezTo>
                    <a:cubicBezTo>
                      <a:pt x="5" y="21"/>
                      <a:pt x="5" y="21"/>
                      <a:pt x="5" y="21"/>
                    </a:cubicBezTo>
                    <a:lnTo>
                      <a:pt x="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47" name="íSļïďé"/>
              <p:cNvSpPr/>
              <p:nvPr/>
            </p:nvSpPr>
            <p:spPr bwMode="auto">
              <a:xfrm>
                <a:off x="4887913" y="3700463"/>
                <a:ext cx="100013" cy="131763"/>
              </a:xfrm>
              <a:custGeom>
                <a:avLst/>
                <a:gdLst>
                  <a:gd name="T0" fmla="*/ 0 w 63"/>
                  <a:gd name="T1" fmla="*/ 83 h 83"/>
                  <a:gd name="T2" fmla="*/ 0 w 63"/>
                  <a:gd name="T3" fmla="*/ 0 h 83"/>
                  <a:gd name="T4" fmla="*/ 61 w 63"/>
                  <a:gd name="T5" fmla="*/ 0 h 83"/>
                  <a:gd name="T6" fmla="*/ 61 w 63"/>
                  <a:gd name="T7" fmla="*/ 10 h 83"/>
                  <a:gd name="T8" fmla="*/ 13 w 63"/>
                  <a:gd name="T9" fmla="*/ 10 h 83"/>
                  <a:gd name="T10" fmla="*/ 13 w 63"/>
                  <a:gd name="T11" fmla="*/ 35 h 83"/>
                  <a:gd name="T12" fmla="*/ 56 w 63"/>
                  <a:gd name="T13" fmla="*/ 35 h 83"/>
                  <a:gd name="T14" fmla="*/ 56 w 63"/>
                  <a:gd name="T15" fmla="*/ 43 h 83"/>
                  <a:gd name="T16" fmla="*/ 13 w 63"/>
                  <a:gd name="T17" fmla="*/ 43 h 83"/>
                  <a:gd name="T18" fmla="*/ 13 w 63"/>
                  <a:gd name="T19" fmla="*/ 73 h 83"/>
                  <a:gd name="T20" fmla="*/ 63 w 63"/>
                  <a:gd name="T21" fmla="*/ 73 h 83"/>
                  <a:gd name="T22" fmla="*/ 63 w 63"/>
                  <a:gd name="T23" fmla="*/ 83 h 83"/>
                  <a:gd name="T24" fmla="*/ 0 w 63"/>
                  <a:gd name="T2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3" h="83">
                    <a:moveTo>
                      <a:pt x="0" y="83"/>
                    </a:moveTo>
                    <a:lnTo>
                      <a:pt x="0" y="0"/>
                    </a:lnTo>
                    <a:lnTo>
                      <a:pt x="61" y="0"/>
                    </a:lnTo>
                    <a:lnTo>
                      <a:pt x="61" y="10"/>
                    </a:lnTo>
                    <a:lnTo>
                      <a:pt x="13" y="10"/>
                    </a:lnTo>
                    <a:lnTo>
                      <a:pt x="13" y="35"/>
                    </a:lnTo>
                    <a:lnTo>
                      <a:pt x="56" y="35"/>
                    </a:lnTo>
                    <a:lnTo>
                      <a:pt x="56" y="43"/>
                    </a:lnTo>
                    <a:lnTo>
                      <a:pt x="13" y="43"/>
                    </a:lnTo>
                    <a:lnTo>
                      <a:pt x="13" y="73"/>
                    </a:lnTo>
                    <a:lnTo>
                      <a:pt x="63" y="73"/>
                    </a:lnTo>
                    <a:lnTo>
                      <a:pt x="63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48" name="íṥľîḍe"/>
              <p:cNvSpPr/>
              <p:nvPr/>
            </p:nvSpPr>
            <p:spPr bwMode="auto">
              <a:xfrm>
                <a:off x="5156201" y="3700463"/>
                <a:ext cx="15875" cy="1317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49" name="îṧ1iḍê"/>
              <p:cNvSpPr/>
              <p:nvPr/>
            </p:nvSpPr>
            <p:spPr bwMode="auto">
              <a:xfrm>
                <a:off x="5346701" y="3700463"/>
                <a:ext cx="103188" cy="131763"/>
              </a:xfrm>
              <a:custGeom>
                <a:avLst/>
                <a:gdLst>
                  <a:gd name="T0" fmla="*/ 0 w 65"/>
                  <a:gd name="T1" fmla="*/ 83 h 83"/>
                  <a:gd name="T2" fmla="*/ 0 w 65"/>
                  <a:gd name="T3" fmla="*/ 0 h 83"/>
                  <a:gd name="T4" fmla="*/ 11 w 65"/>
                  <a:gd name="T5" fmla="*/ 0 h 83"/>
                  <a:gd name="T6" fmla="*/ 11 w 65"/>
                  <a:gd name="T7" fmla="*/ 33 h 83"/>
                  <a:gd name="T8" fmla="*/ 52 w 65"/>
                  <a:gd name="T9" fmla="*/ 33 h 83"/>
                  <a:gd name="T10" fmla="*/ 52 w 65"/>
                  <a:gd name="T11" fmla="*/ 0 h 83"/>
                  <a:gd name="T12" fmla="*/ 65 w 65"/>
                  <a:gd name="T13" fmla="*/ 0 h 83"/>
                  <a:gd name="T14" fmla="*/ 65 w 65"/>
                  <a:gd name="T15" fmla="*/ 83 h 83"/>
                  <a:gd name="T16" fmla="*/ 52 w 65"/>
                  <a:gd name="T17" fmla="*/ 83 h 83"/>
                  <a:gd name="T18" fmla="*/ 52 w 65"/>
                  <a:gd name="T19" fmla="*/ 43 h 83"/>
                  <a:gd name="T20" fmla="*/ 11 w 65"/>
                  <a:gd name="T21" fmla="*/ 43 h 83"/>
                  <a:gd name="T22" fmla="*/ 11 w 65"/>
                  <a:gd name="T23" fmla="*/ 83 h 83"/>
                  <a:gd name="T24" fmla="*/ 0 w 65"/>
                  <a:gd name="T2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5" h="83">
                    <a:moveTo>
                      <a:pt x="0" y="83"/>
                    </a:moveTo>
                    <a:lnTo>
                      <a:pt x="0" y="0"/>
                    </a:lnTo>
                    <a:lnTo>
                      <a:pt x="11" y="0"/>
                    </a:lnTo>
                    <a:lnTo>
                      <a:pt x="11" y="33"/>
                    </a:lnTo>
                    <a:lnTo>
                      <a:pt x="52" y="33"/>
                    </a:lnTo>
                    <a:lnTo>
                      <a:pt x="52" y="0"/>
                    </a:lnTo>
                    <a:lnTo>
                      <a:pt x="65" y="0"/>
                    </a:lnTo>
                    <a:lnTo>
                      <a:pt x="65" y="83"/>
                    </a:lnTo>
                    <a:lnTo>
                      <a:pt x="52" y="83"/>
                    </a:lnTo>
                    <a:lnTo>
                      <a:pt x="52" y="43"/>
                    </a:lnTo>
                    <a:lnTo>
                      <a:pt x="11" y="43"/>
                    </a:lnTo>
                    <a:lnTo>
                      <a:pt x="11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0" name="îšlïḓe"/>
              <p:cNvSpPr/>
              <p:nvPr/>
            </p:nvSpPr>
            <p:spPr bwMode="auto">
              <a:xfrm>
                <a:off x="5603876" y="3700463"/>
                <a:ext cx="122238" cy="131763"/>
              </a:xfrm>
              <a:custGeom>
                <a:avLst/>
                <a:gdLst>
                  <a:gd name="T0" fmla="*/ 0 w 37"/>
                  <a:gd name="T1" fmla="*/ 40 h 40"/>
                  <a:gd name="T2" fmla="*/ 15 w 37"/>
                  <a:gd name="T3" fmla="*/ 0 h 40"/>
                  <a:gd name="T4" fmla="*/ 21 w 37"/>
                  <a:gd name="T5" fmla="*/ 0 h 40"/>
                  <a:gd name="T6" fmla="*/ 37 w 37"/>
                  <a:gd name="T7" fmla="*/ 40 h 40"/>
                  <a:gd name="T8" fmla="*/ 31 w 37"/>
                  <a:gd name="T9" fmla="*/ 40 h 40"/>
                  <a:gd name="T10" fmla="*/ 26 w 37"/>
                  <a:gd name="T11" fmla="*/ 28 h 40"/>
                  <a:gd name="T12" fmla="*/ 10 w 37"/>
                  <a:gd name="T13" fmla="*/ 28 h 40"/>
                  <a:gd name="T14" fmla="*/ 6 w 37"/>
                  <a:gd name="T15" fmla="*/ 40 h 40"/>
                  <a:gd name="T16" fmla="*/ 0 w 37"/>
                  <a:gd name="T17" fmla="*/ 40 h 40"/>
                  <a:gd name="T18" fmla="*/ 11 w 37"/>
                  <a:gd name="T19" fmla="*/ 23 h 40"/>
                  <a:gd name="T20" fmla="*/ 25 w 37"/>
                  <a:gd name="T21" fmla="*/ 23 h 40"/>
                  <a:gd name="T22" fmla="*/ 21 w 37"/>
                  <a:gd name="T23" fmla="*/ 12 h 40"/>
                  <a:gd name="T24" fmla="*/ 18 w 37"/>
                  <a:gd name="T25" fmla="*/ 4 h 40"/>
                  <a:gd name="T26" fmla="*/ 16 w 37"/>
                  <a:gd name="T27" fmla="*/ 12 h 40"/>
                  <a:gd name="T28" fmla="*/ 11 w 37"/>
                  <a:gd name="T29" fmla="*/ 2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7" h="40">
                    <a:moveTo>
                      <a:pt x="0" y="40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26" y="28"/>
                      <a:pt x="26" y="28"/>
                      <a:pt x="26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0" y="40"/>
                      <a:pt x="0" y="40"/>
                      <a:pt x="0" y="40"/>
                    </a:cubicBezTo>
                    <a:close/>
                    <a:moveTo>
                      <a:pt x="11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19" y="9"/>
                      <a:pt x="18" y="6"/>
                      <a:pt x="18" y="4"/>
                    </a:cubicBezTo>
                    <a:cubicBezTo>
                      <a:pt x="17" y="7"/>
                      <a:pt x="17" y="9"/>
                      <a:pt x="16" y="12"/>
                    </a:cubicBezTo>
                    <a:lnTo>
                      <a:pt x="11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1" name="iṩľiďe"/>
              <p:cNvSpPr/>
              <p:nvPr/>
            </p:nvSpPr>
            <p:spPr bwMode="auto">
              <a:xfrm>
                <a:off x="5881688" y="3700463"/>
                <a:ext cx="101600" cy="131763"/>
              </a:xfrm>
              <a:custGeom>
                <a:avLst/>
                <a:gdLst>
                  <a:gd name="T0" fmla="*/ 0 w 64"/>
                  <a:gd name="T1" fmla="*/ 83 h 83"/>
                  <a:gd name="T2" fmla="*/ 0 w 64"/>
                  <a:gd name="T3" fmla="*/ 0 h 83"/>
                  <a:gd name="T4" fmla="*/ 12 w 64"/>
                  <a:gd name="T5" fmla="*/ 0 h 83"/>
                  <a:gd name="T6" fmla="*/ 54 w 64"/>
                  <a:gd name="T7" fmla="*/ 64 h 83"/>
                  <a:gd name="T8" fmla="*/ 54 w 64"/>
                  <a:gd name="T9" fmla="*/ 0 h 83"/>
                  <a:gd name="T10" fmla="*/ 64 w 64"/>
                  <a:gd name="T11" fmla="*/ 0 h 83"/>
                  <a:gd name="T12" fmla="*/ 64 w 64"/>
                  <a:gd name="T13" fmla="*/ 83 h 83"/>
                  <a:gd name="T14" fmla="*/ 54 w 64"/>
                  <a:gd name="T15" fmla="*/ 83 h 83"/>
                  <a:gd name="T16" fmla="*/ 10 w 64"/>
                  <a:gd name="T17" fmla="*/ 18 h 83"/>
                  <a:gd name="T18" fmla="*/ 10 w 64"/>
                  <a:gd name="T19" fmla="*/ 83 h 83"/>
                  <a:gd name="T20" fmla="*/ 0 w 64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4" h="83">
                    <a:moveTo>
                      <a:pt x="0" y="83"/>
                    </a:moveTo>
                    <a:lnTo>
                      <a:pt x="0" y="0"/>
                    </a:lnTo>
                    <a:lnTo>
                      <a:pt x="12" y="0"/>
                    </a:lnTo>
                    <a:lnTo>
                      <a:pt x="54" y="64"/>
                    </a:lnTo>
                    <a:lnTo>
                      <a:pt x="54" y="0"/>
                    </a:lnTo>
                    <a:lnTo>
                      <a:pt x="64" y="0"/>
                    </a:lnTo>
                    <a:lnTo>
                      <a:pt x="64" y="83"/>
                    </a:lnTo>
                    <a:lnTo>
                      <a:pt x="54" y="83"/>
                    </a:lnTo>
                    <a:lnTo>
                      <a:pt x="10" y="18"/>
                    </a:lnTo>
                    <a:lnTo>
                      <a:pt x="10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2" name="ïṩlíḋè"/>
              <p:cNvSpPr/>
              <p:nvPr/>
            </p:nvSpPr>
            <p:spPr bwMode="auto">
              <a:xfrm>
                <a:off x="6151563" y="3695700"/>
                <a:ext cx="119063" cy="136525"/>
              </a:xfrm>
              <a:custGeom>
                <a:avLst/>
                <a:gdLst>
                  <a:gd name="T0" fmla="*/ 20 w 36"/>
                  <a:gd name="T1" fmla="*/ 25 h 41"/>
                  <a:gd name="T2" fmla="*/ 20 w 36"/>
                  <a:gd name="T3" fmla="*/ 20 h 41"/>
                  <a:gd name="T4" fmla="*/ 36 w 36"/>
                  <a:gd name="T5" fmla="*/ 20 h 41"/>
                  <a:gd name="T6" fmla="*/ 36 w 36"/>
                  <a:gd name="T7" fmla="*/ 35 h 41"/>
                  <a:gd name="T8" fmla="*/ 28 w 36"/>
                  <a:gd name="T9" fmla="*/ 40 h 41"/>
                  <a:gd name="T10" fmla="*/ 20 w 36"/>
                  <a:gd name="T11" fmla="*/ 41 h 41"/>
                  <a:gd name="T12" fmla="*/ 9 w 36"/>
                  <a:gd name="T13" fmla="*/ 39 h 41"/>
                  <a:gd name="T14" fmla="*/ 2 w 36"/>
                  <a:gd name="T15" fmla="*/ 32 h 41"/>
                  <a:gd name="T16" fmla="*/ 0 w 36"/>
                  <a:gd name="T17" fmla="*/ 21 h 41"/>
                  <a:gd name="T18" fmla="*/ 2 w 36"/>
                  <a:gd name="T19" fmla="*/ 10 h 41"/>
                  <a:gd name="T20" fmla="*/ 9 w 36"/>
                  <a:gd name="T21" fmla="*/ 3 h 41"/>
                  <a:gd name="T22" fmla="*/ 20 w 36"/>
                  <a:gd name="T23" fmla="*/ 0 h 41"/>
                  <a:gd name="T24" fmla="*/ 27 w 36"/>
                  <a:gd name="T25" fmla="*/ 2 h 41"/>
                  <a:gd name="T26" fmla="*/ 33 w 36"/>
                  <a:gd name="T27" fmla="*/ 6 h 41"/>
                  <a:gd name="T28" fmla="*/ 36 w 36"/>
                  <a:gd name="T29" fmla="*/ 12 h 41"/>
                  <a:gd name="T30" fmla="*/ 31 w 36"/>
                  <a:gd name="T31" fmla="*/ 13 h 41"/>
                  <a:gd name="T32" fmla="*/ 29 w 36"/>
                  <a:gd name="T33" fmla="*/ 9 h 41"/>
                  <a:gd name="T34" fmla="*/ 25 w 36"/>
                  <a:gd name="T35" fmla="*/ 6 h 41"/>
                  <a:gd name="T36" fmla="*/ 20 w 36"/>
                  <a:gd name="T37" fmla="*/ 5 h 41"/>
                  <a:gd name="T38" fmla="*/ 13 w 36"/>
                  <a:gd name="T39" fmla="*/ 6 h 41"/>
                  <a:gd name="T40" fmla="*/ 9 w 36"/>
                  <a:gd name="T41" fmla="*/ 9 h 41"/>
                  <a:gd name="T42" fmla="*/ 7 w 36"/>
                  <a:gd name="T43" fmla="*/ 13 h 41"/>
                  <a:gd name="T44" fmla="*/ 5 w 36"/>
                  <a:gd name="T45" fmla="*/ 21 h 41"/>
                  <a:gd name="T46" fmla="*/ 7 w 36"/>
                  <a:gd name="T47" fmla="*/ 30 h 41"/>
                  <a:gd name="T48" fmla="*/ 12 w 36"/>
                  <a:gd name="T49" fmla="*/ 35 h 41"/>
                  <a:gd name="T50" fmla="*/ 20 w 36"/>
                  <a:gd name="T51" fmla="*/ 37 h 41"/>
                  <a:gd name="T52" fmla="*/ 26 w 36"/>
                  <a:gd name="T53" fmla="*/ 35 h 41"/>
                  <a:gd name="T54" fmla="*/ 31 w 36"/>
                  <a:gd name="T55" fmla="*/ 32 h 41"/>
                  <a:gd name="T56" fmla="*/ 31 w 36"/>
                  <a:gd name="T57" fmla="*/ 25 h 41"/>
                  <a:gd name="T58" fmla="*/ 20 w 36"/>
                  <a:gd name="T59" fmla="*/ 25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6" h="41">
                    <a:moveTo>
                      <a:pt x="20" y="25"/>
                    </a:moveTo>
                    <a:cubicBezTo>
                      <a:pt x="20" y="20"/>
                      <a:pt x="20" y="20"/>
                      <a:pt x="20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4" y="37"/>
                      <a:pt x="31" y="39"/>
                      <a:pt x="28" y="40"/>
                    </a:cubicBezTo>
                    <a:cubicBezTo>
                      <a:pt x="26" y="41"/>
                      <a:pt x="23" y="41"/>
                      <a:pt x="20" y="41"/>
                    </a:cubicBezTo>
                    <a:cubicBezTo>
                      <a:pt x="16" y="41"/>
                      <a:pt x="13" y="40"/>
                      <a:pt x="9" y="39"/>
                    </a:cubicBezTo>
                    <a:cubicBezTo>
                      <a:pt x="6" y="37"/>
                      <a:pt x="4" y="35"/>
                      <a:pt x="2" y="32"/>
                    </a:cubicBezTo>
                    <a:cubicBezTo>
                      <a:pt x="1" y="28"/>
                      <a:pt x="0" y="25"/>
                      <a:pt x="0" y="21"/>
                    </a:cubicBezTo>
                    <a:cubicBezTo>
                      <a:pt x="0" y="17"/>
                      <a:pt x="1" y="14"/>
                      <a:pt x="2" y="10"/>
                    </a:cubicBezTo>
                    <a:cubicBezTo>
                      <a:pt x="4" y="7"/>
                      <a:pt x="6" y="4"/>
                      <a:pt x="9" y="3"/>
                    </a:cubicBezTo>
                    <a:cubicBezTo>
                      <a:pt x="12" y="1"/>
                      <a:pt x="16" y="0"/>
                      <a:pt x="20" y="0"/>
                    </a:cubicBezTo>
                    <a:cubicBezTo>
                      <a:pt x="22" y="0"/>
                      <a:pt x="25" y="1"/>
                      <a:pt x="27" y="2"/>
                    </a:cubicBezTo>
                    <a:cubicBezTo>
                      <a:pt x="30" y="3"/>
                      <a:pt x="31" y="4"/>
                      <a:pt x="33" y="6"/>
                    </a:cubicBezTo>
                    <a:cubicBezTo>
                      <a:pt x="34" y="7"/>
                      <a:pt x="35" y="9"/>
                      <a:pt x="36" y="12"/>
                    </a:cubicBezTo>
                    <a:cubicBezTo>
                      <a:pt x="31" y="13"/>
                      <a:pt x="31" y="13"/>
                      <a:pt x="31" y="13"/>
                    </a:cubicBezTo>
                    <a:cubicBezTo>
                      <a:pt x="30" y="11"/>
                      <a:pt x="30" y="10"/>
                      <a:pt x="29" y="9"/>
                    </a:cubicBezTo>
                    <a:cubicBezTo>
                      <a:pt x="28" y="8"/>
                      <a:pt x="27" y="7"/>
                      <a:pt x="25" y="6"/>
                    </a:cubicBezTo>
                    <a:cubicBezTo>
                      <a:pt x="23" y="5"/>
                      <a:pt x="22" y="5"/>
                      <a:pt x="20" y="5"/>
                    </a:cubicBezTo>
                    <a:cubicBezTo>
                      <a:pt x="17" y="5"/>
                      <a:pt x="15" y="5"/>
                      <a:pt x="13" y="6"/>
                    </a:cubicBezTo>
                    <a:cubicBezTo>
                      <a:pt x="12" y="7"/>
                      <a:pt x="10" y="8"/>
                      <a:pt x="9" y="9"/>
                    </a:cubicBezTo>
                    <a:cubicBezTo>
                      <a:pt x="8" y="10"/>
                      <a:pt x="7" y="11"/>
                      <a:pt x="7" y="13"/>
                    </a:cubicBezTo>
                    <a:cubicBezTo>
                      <a:pt x="6" y="15"/>
                      <a:pt x="5" y="18"/>
                      <a:pt x="5" y="21"/>
                    </a:cubicBezTo>
                    <a:cubicBezTo>
                      <a:pt x="5" y="24"/>
                      <a:pt x="6" y="27"/>
                      <a:pt x="7" y="30"/>
                    </a:cubicBezTo>
                    <a:cubicBezTo>
                      <a:pt x="8" y="32"/>
                      <a:pt x="10" y="34"/>
                      <a:pt x="12" y="35"/>
                    </a:cubicBezTo>
                    <a:cubicBezTo>
                      <a:pt x="15" y="36"/>
                      <a:pt x="17" y="37"/>
                      <a:pt x="20" y="37"/>
                    </a:cubicBezTo>
                    <a:cubicBezTo>
                      <a:pt x="22" y="37"/>
                      <a:pt x="24" y="36"/>
                      <a:pt x="26" y="35"/>
                    </a:cubicBezTo>
                    <a:cubicBezTo>
                      <a:pt x="28" y="34"/>
                      <a:pt x="30" y="33"/>
                      <a:pt x="31" y="32"/>
                    </a:cubicBezTo>
                    <a:cubicBezTo>
                      <a:pt x="31" y="25"/>
                      <a:pt x="31" y="25"/>
                      <a:pt x="31" y="25"/>
                    </a:cubicBezTo>
                    <a:lnTo>
                      <a:pt x="20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3" name="iṩľíḋé"/>
              <p:cNvSpPr/>
              <p:nvPr/>
            </p:nvSpPr>
            <p:spPr bwMode="auto">
              <a:xfrm>
                <a:off x="6478588" y="3700463"/>
                <a:ext cx="106363" cy="131763"/>
              </a:xfrm>
              <a:custGeom>
                <a:avLst/>
                <a:gdLst>
                  <a:gd name="T0" fmla="*/ 26 w 32"/>
                  <a:gd name="T1" fmla="*/ 0 h 40"/>
                  <a:gd name="T2" fmla="*/ 32 w 32"/>
                  <a:gd name="T3" fmla="*/ 0 h 40"/>
                  <a:gd name="T4" fmla="*/ 32 w 32"/>
                  <a:gd name="T5" fmla="*/ 23 h 40"/>
                  <a:gd name="T6" fmla="*/ 30 w 32"/>
                  <a:gd name="T7" fmla="*/ 32 h 40"/>
                  <a:gd name="T8" fmla="*/ 25 w 32"/>
                  <a:gd name="T9" fmla="*/ 38 h 40"/>
                  <a:gd name="T10" fmla="*/ 16 w 32"/>
                  <a:gd name="T11" fmla="*/ 40 h 40"/>
                  <a:gd name="T12" fmla="*/ 7 w 32"/>
                  <a:gd name="T13" fmla="*/ 38 h 40"/>
                  <a:gd name="T14" fmla="*/ 2 w 32"/>
                  <a:gd name="T15" fmla="*/ 33 h 40"/>
                  <a:gd name="T16" fmla="*/ 0 w 32"/>
                  <a:gd name="T17" fmla="*/ 23 h 40"/>
                  <a:gd name="T18" fmla="*/ 0 w 32"/>
                  <a:gd name="T19" fmla="*/ 0 h 40"/>
                  <a:gd name="T20" fmla="*/ 6 w 32"/>
                  <a:gd name="T21" fmla="*/ 0 h 40"/>
                  <a:gd name="T22" fmla="*/ 6 w 32"/>
                  <a:gd name="T23" fmla="*/ 23 h 40"/>
                  <a:gd name="T24" fmla="*/ 7 w 32"/>
                  <a:gd name="T25" fmla="*/ 30 h 40"/>
                  <a:gd name="T26" fmla="*/ 10 w 32"/>
                  <a:gd name="T27" fmla="*/ 34 h 40"/>
                  <a:gd name="T28" fmla="*/ 16 w 32"/>
                  <a:gd name="T29" fmla="*/ 36 h 40"/>
                  <a:gd name="T30" fmla="*/ 24 w 32"/>
                  <a:gd name="T31" fmla="*/ 33 h 40"/>
                  <a:gd name="T32" fmla="*/ 26 w 32"/>
                  <a:gd name="T33" fmla="*/ 23 h 40"/>
                  <a:gd name="T34" fmla="*/ 26 w 32"/>
                  <a:gd name="T3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2" h="40">
                    <a:moveTo>
                      <a:pt x="26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2" y="27"/>
                      <a:pt x="31" y="30"/>
                      <a:pt x="30" y="32"/>
                    </a:cubicBezTo>
                    <a:cubicBezTo>
                      <a:pt x="29" y="35"/>
                      <a:pt x="28" y="37"/>
                      <a:pt x="25" y="38"/>
                    </a:cubicBezTo>
                    <a:cubicBezTo>
                      <a:pt x="23" y="40"/>
                      <a:pt x="20" y="40"/>
                      <a:pt x="16" y="40"/>
                    </a:cubicBezTo>
                    <a:cubicBezTo>
                      <a:pt x="12" y="40"/>
                      <a:pt x="9" y="40"/>
                      <a:pt x="7" y="38"/>
                    </a:cubicBezTo>
                    <a:cubicBezTo>
                      <a:pt x="5" y="37"/>
                      <a:pt x="3" y="35"/>
                      <a:pt x="2" y="33"/>
                    </a:cubicBezTo>
                    <a:cubicBezTo>
                      <a:pt x="1" y="30"/>
                      <a:pt x="0" y="27"/>
                      <a:pt x="0" y="2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6"/>
                      <a:pt x="6" y="29"/>
                      <a:pt x="7" y="30"/>
                    </a:cubicBezTo>
                    <a:cubicBezTo>
                      <a:pt x="7" y="32"/>
                      <a:pt x="8" y="33"/>
                      <a:pt x="10" y="34"/>
                    </a:cubicBezTo>
                    <a:cubicBezTo>
                      <a:pt x="11" y="35"/>
                      <a:pt x="13" y="36"/>
                      <a:pt x="16" y="36"/>
                    </a:cubicBezTo>
                    <a:cubicBezTo>
                      <a:pt x="19" y="36"/>
                      <a:pt x="22" y="35"/>
                      <a:pt x="24" y="33"/>
                    </a:cubicBezTo>
                    <a:cubicBezTo>
                      <a:pt x="25" y="31"/>
                      <a:pt x="26" y="28"/>
                      <a:pt x="26" y="23"/>
                    </a:cubicBezTo>
                    <a:lnTo>
                      <a:pt x="2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4" name="iṧlíḓé"/>
              <p:cNvSpPr/>
              <p:nvPr/>
            </p:nvSpPr>
            <p:spPr bwMode="auto">
              <a:xfrm>
                <a:off x="6753226" y="3700463"/>
                <a:ext cx="101600" cy="131763"/>
              </a:xfrm>
              <a:custGeom>
                <a:avLst/>
                <a:gdLst>
                  <a:gd name="T0" fmla="*/ 0 w 64"/>
                  <a:gd name="T1" fmla="*/ 83 h 83"/>
                  <a:gd name="T2" fmla="*/ 0 w 64"/>
                  <a:gd name="T3" fmla="*/ 0 h 83"/>
                  <a:gd name="T4" fmla="*/ 12 w 64"/>
                  <a:gd name="T5" fmla="*/ 0 h 83"/>
                  <a:gd name="T6" fmla="*/ 54 w 64"/>
                  <a:gd name="T7" fmla="*/ 64 h 83"/>
                  <a:gd name="T8" fmla="*/ 54 w 64"/>
                  <a:gd name="T9" fmla="*/ 0 h 83"/>
                  <a:gd name="T10" fmla="*/ 64 w 64"/>
                  <a:gd name="T11" fmla="*/ 0 h 83"/>
                  <a:gd name="T12" fmla="*/ 64 w 64"/>
                  <a:gd name="T13" fmla="*/ 83 h 83"/>
                  <a:gd name="T14" fmla="*/ 54 w 64"/>
                  <a:gd name="T15" fmla="*/ 83 h 83"/>
                  <a:gd name="T16" fmla="*/ 10 w 64"/>
                  <a:gd name="T17" fmla="*/ 18 h 83"/>
                  <a:gd name="T18" fmla="*/ 10 w 64"/>
                  <a:gd name="T19" fmla="*/ 83 h 83"/>
                  <a:gd name="T20" fmla="*/ 0 w 64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4" h="83">
                    <a:moveTo>
                      <a:pt x="0" y="83"/>
                    </a:moveTo>
                    <a:lnTo>
                      <a:pt x="0" y="0"/>
                    </a:lnTo>
                    <a:lnTo>
                      <a:pt x="12" y="0"/>
                    </a:lnTo>
                    <a:lnTo>
                      <a:pt x="54" y="64"/>
                    </a:lnTo>
                    <a:lnTo>
                      <a:pt x="54" y="0"/>
                    </a:lnTo>
                    <a:lnTo>
                      <a:pt x="64" y="0"/>
                    </a:lnTo>
                    <a:lnTo>
                      <a:pt x="64" y="83"/>
                    </a:lnTo>
                    <a:lnTo>
                      <a:pt x="54" y="83"/>
                    </a:lnTo>
                    <a:lnTo>
                      <a:pt x="10" y="18"/>
                    </a:lnTo>
                    <a:lnTo>
                      <a:pt x="10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5" name="íṥľide"/>
              <p:cNvSpPr/>
              <p:nvPr/>
            </p:nvSpPr>
            <p:spPr bwMode="auto">
              <a:xfrm>
                <a:off x="7029451" y="3700463"/>
                <a:ext cx="15875" cy="1317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6" name="ïṩlîḑè"/>
              <p:cNvSpPr/>
              <p:nvPr/>
            </p:nvSpPr>
            <p:spPr bwMode="auto">
              <a:xfrm>
                <a:off x="7207251" y="3700463"/>
                <a:ext cx="119063" cy="131763"/>
              </a:xfrm>
              <a:custGeom>
                <a:avLst/>
                <a:gdLst>
                  <a:gd name="T0" fmla="*/ 15 w 36"/>
                  <a:gd name="T1" fmla="*/ 40 h 40"/>
                  <a:gd name="T2" fmla="*/ 0 w 36"/>
                  <a:gd name="T3" fmla="*/ 0 h 40"/>
                  <a:gd name="T4" fmla="*/ 5 w 36"/>
                  <a:gd name="T5" fmla="*/ 0 h 40"/>
                  <a:gd name="T6" fmla="*/ 15 w 36"/>
                  <a:gd name="T7" fmla="*/ 29 h 40"/>
                  <a:gd name="T8" fmla="*/ 18 w 36"/>
                  <a:gd name="T9" fmla="*/ 35 h 40"/>
                  <a:gd name="T10" fmla="*/ 20 w 36"/>
                  <a:gd name="T11" fmla="*/ 29 h 40"/>
                  <a:gd name="T12" fmla="*/ 30 w 36"/>
                  <a:gd name="T13" fmla="*/ 0 h 40"/>
                  <a:gd name="T14" fmla="*/ 36 w 36"/>
                  <a:gd name="T15" fmla="*/ 0 h 40"/>
                  <a:gd name="T16" fmla="*/ 20 w 36"/>
                  <a:gd name="T17" fmla="*/ 40 h 40"/>
                  <a:gd name="T18" fmla="*/ 15 w 36"/>
                  <a:gd name="T19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40">
                    <a:moveTo>
                      <a:pt x="15" y="4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6" y="31"/>
                      <a:pt x="17" y="33"/>
                      <a:pt x="18" y="35"/>
                    </a:cubicBezTo>
                    <a:cubicBezTo>
                      <a:pt x="18" y="33"/>
                      <a:pt x="19" y="31"/>
                      <a:pt x="20" y="29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20" y="40"/>
                      <a:pt x="20" y="40"/>
                      <a:pt x="20" y="40"/>
                    </a:cubicBezTo>
                    <a:lnTo>
                      <a:pt x="15" y="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7" name="í$ḷiḓê"/>
              <p:cNvSpPr/>
              <p:nvPr/>
            </p:nvSpPr>
            <p:spPr bwMode="auto">
              <a:xfrm>
                <a:off x="7485063" y="3700463"/>
                <a:ext cx="95250" cy="131763"/>
              </a:xfrm>
              <a:custGeom>
                <a:avLst/>
                <a:gdLst>
                  <a:gd name="T0" fmla="*/ 0 w 60"/>
                  <a:gd name="T1" fmla="*/ 83 h 83"/>
                  <a:gd name="T2" fmla="*/ 0 w 60"/>
                  <a:gd name="T3" fmla="*/ 0 h 83"/>
                  <a:gd name="T4" fmla="*/ 58 w 60"/>
                  <a:gd name="T5" fmla="*/ 0 h 83"/>
                  <a:gd name="T6" fmla="*/ 58 w 60"/>
                  <a:gd name="T7" fmla="*/ 10 h 83"/>
                  <a:gd name="T8" fmla="*/ 10 w 60"/>
                  <a:gd name="T9" fmla="*/ 10 h 83"/>
                  <a:gd name="T10" fmla="*/ 10 w 60"/>
                  <a:gd name="T11" fmla="*/ 35 h 83"/>
                  <a:gd name="T12" fmla="*/ 56 w 60"/>
                  <a:gd name="T13" fmla="*/ 35 h 83"/>
                  <a:gd name="T14" fmla="*/ 56 w 60"/>
                  <a:gd name="T15" fmla="*/ 43 h 83"/>
                  <a:gd name="T16" fmla="*/ 10 w 60"/>
                  <a:gd name="T17" fmla="*/ 43 h 83"/>
                  <a:gd name="T18" fmla="*/ 10 w 60"/>
                  <a:gd name="T19" fmla="*/ 73 h 83"/>
                  <a:gd name="T20" fmla="*/ 60 w 60"/>
                  <a:gd name="T21" fmla="*/ 73 h 83"/>
                  <a:gd name="T22" fmla="*/ 60 w 60"/>
                  <a:gd name="T23" fmla="*/ 83 h 83"/>
                  <a:gd name="T24" fmla="*/ 0 w 60"/>
                  <a:gd name="T2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" h="83">
                    <a:moveTo>
                      <a:pt x="0" y="83"/>
                    </a:moveTo>
                    <a:lnTo>
                      <a:pt x="0" y="0"/>
                    </a:lnTo>
                    <a:lnTo>
                      <a:pt x="58" y="0"/>
                    </a:lnTo>
                    <a:lnTo>
                      <a:pt x="58" y="10"/>
                    </a:lnTo>
                    <a:lnTo>
                      <a:pt x="10" y="10"/>
                    </a:lnTo>
                    <a:lnTo>
                      <a:pt x="10" y="35"/>
                    </a:lnTo>
                    <a:lnTo>
                      <a:pt x="56" y="35"/>
                    </a:lnTo>
                    <a:lnTo>
                      <a:pt x="56" y="43"/>
                    </a:lnTo>
                    <a:lnTo>
                      <a:pt x="10" y="43"/>
                    </a:lnTo>
                    <a:lnTo>
                      <a:pt x="10" y="73"/>
                    </a:lnTo>
                    <a:lnTo>
                      <a:pt x="60" y="73"/>
                    </a:lnTo>
                    <a:lnTo>
                      <a:pt x="60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8" name="ïṡļîdê"/>
              <p:cNvSpPr/>
              <p:nvPr/>
            </p:nvSpPr>
            <p:spPr bwMode="auto">
              <a:xfrm>
                <a:off x="7745413" y="3700463"/>
                <a:ext cx="115888" cy="131763"/>
              </a:xfrm>
              <a:custGeom>
                <a:avLst/>
                <a:gdLst>
                  <a:gd name="T0" fmla="*/ 0 w 35"/>
                  <a:gd name="T1" fmla="*/ 40 h 40"/>
                  <a:gd name="T2" fmla="*/ 0 w 35"/>
                  <a:gd name="T3" fmla="*/ 0 h 40"/>
                  <a:gd name="T4" fmla="*/ 18 w 35"/>
                  <a:gd name="T5" fmla="*/ 0 h 40"/>
                  <a:gd name="T6" fmla="*/ 26 w 35"/>
                  <a:gd name="T7" fmla="*/ 1 h 40"/>
                  <a:gd name="T8" fmla="*/ 30 w 35"/>
                  <a:gd name="T9" fmla="*/ 5 h 40"/>
                  <a:gd name="T10" fmla="*/ 32 w 35"/>
                  <a:gd name="T11" fmla="*/ 11 h 40"/>
                  <a:gd name="T12" fmla="*/ 29 w 35"/>
                  <a:gd name="T13" fmla="*/ 18 h 40"/>
                  <a:gd name="T14" fmla="*/ 21 w 35"/>
                  <a:gd name="T15" fmla="*/ 22 h 40"/>
                  <a:gd name="T16" fmla="*/ 24 w 35"/>
                  <a:gd name="T17" fmla="*/ 24 h 40"/>
                  <a:gd name="T18" fmla="*/ 28 w 35"/>
                  <a:gd name="T19" fmla="*/ 29 h 40"/>
                  <a:gd name="T20" fmla="*/ 35 w 35"/>
                  <a:gd name="T21" fmla="*/ 40 h 40"/>
                  <a:gd name="T22" fmla="*/ 29 w 35"/>
                  <a:gd name="T23" fmla="*/ 40 h 40"/>
                  <a:gd name="T24" fmla="*/ 23 w 35"/>
                  <a:gd name="T25" fmla="*/ 31 h 40"/>
                  <a:gd name="T26" fmla="*/ 20 w 35"/>
                  <a:gd name="T27" fmla="*/ 26 h 40"/>
                  <a:gd name="T28" fmla="*/ 17 w 35"/>
                  <a:gd name="T29" fmla="*/ 23 h 40"/>
                  <a:gd name="T30" fmla="*/ 15 w 35"/>
                  <a:gd name="T31" fmla="*/ 22 h 40"/>
                  <a:gd name="T32" fmla="*/ 12 w 35"/>
                  <a:gd name="T33" fmla="*/ 22 h 40"/>
                  <a:gd name="T34" fmla="*/ 6 w 35"/>
                  <a:gd name="T35" fmla="*/ 22 h 40"/>
                  <a:gd name="T36" fmla="*/ 6 w 35"/>
                  <a:gd name="T37" fmla="*/ 40 h 40"/>
                  <a:gd name="T38" fmla="*/ 0 w 35"/>
                  <a:gd name="T39" fmla="*/ 40 h 40"/>
                  <a:gd name="T40" fmla="*/ 6 w 35"/>
                  <a:gd name="T41" fmla="*/ 18 h 40"/>
                  <a:gd name="T42" fmla="*/ 17 w 35"/>
                  <a:gd name="T43" fmla="*/ 18 h 40"/>
                  <a:gd name="T44" fmla="*/ 22 w 35"/>
                  <a:gd name="T45" fmla="*/ 17 h 40"/>
                  <a:gd name="T46" fmla="*/ 26 w 35"/>
                  <a:gd name="T47" fmla="*/ 14 h 40"/>
                  <a:gd name="T48" fmla="*/ 27 w 35"/>
                  <a:gd name="T49" fmla="*/ 11 h 40"/>
                  <a:gd name="T50" fmla="*/ 25 w 35"/>
                  <a:gd name="T51" fmla="*/ 6 h 40"/>
                  <a:gd name="T52" fmla="*/ 18 w 35"/>
                  <a:gd name="T53" fmla="*/ 4 h 40"/>
                  <a:gd name="T54" fmla="*/ 6 w 35"/>
                  <a:gd name="T55" fmla="*/ 4 h 40"/>
                  <a:gd name="T56" fmla="*/ 6 w 35"/>
                  <a:gd name="T57" fmla="*/ 1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5" h="40">
                    <a:moveTo>
                      <a:pt x="0" y="4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1" y="0"/>
                      <a:pt x="24" y="0"/>
                      <a:pt x="26" y="1"/>
                    </a:cubicBezTo>
                    <a:cubicBezTo>
                      <a:pt x="28" y="2"/>
                      <a:pt x="29" y="3"/>
                      <a:pt x="30" y="5"/>
                    </a:cubicBezTo>
                    <a:cubicBezTo>
                      <a:pt x="31" y="7"/>
                      <a:pt x="32" y="9"/>
                      <a:pt x="32" y="11"/>
                    </a:cubicBezTo>
                    <a:cubicBezTo>
                      <a:pt x="32" y="14"/>
                      <a:pt x="31" y="16"/>
                      <a:pt x="29" y="18"/>
                    </a:cubicBezTo>
                    <a:cubicBezTo>
                      <a:pt x="27" y="20"/>
                      <a:pt x="25" y="21"/>
                      <a:pt x="21" y="22"/>
                    </a:cubicBezTo>
                    <a:cubicBezTo>
                      <a:pt x="22" y="22"/>
                      <a:pt x="23" y="23"/>
                      <a:pt x="24" y="24"/>
                    </a:cubicBezTo>
                    <a:cubicBezTo>
                      <a:pt x="25" y="25"/>
                      <a:pt x="27" y="27"/>
                      <a:pt x="28" y="2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3" y="31"/>
                      <a:pt x="23" y="31"/>
                      <a:pt x="23" y="31"/>
                    </a:cubicBezTo>
                    <a:cubicBezTo>
                      <a:pt x="22" y="29"/>
                      <a:pt x="21" y="27"/>
                      <a:pt x="20" y="26"/>
                    </a:cubicBezTo>
                    <a:cubicBezTo>
                      <a:pt x="19" y="25"/>
                      <a:pt x="18" y="24"/>
                      <a:pt x="17" y="23"/>
                    </a:cubicBezTo>
                    <a:cubicBezTo>
                      <a:pt x="16" y="23"/>
                      <a:pt x="15" y="22"/>
                      <a:pt x="15" y="22"/>
                    </a:cubicBezTo>
                    <a:cubicBezTo>
                      <a:pt x="14" y="22"/>
                      <a:pt x="13" y="22"/>
                      <a:pt x="12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0" y="40"/>
                      <a:pt x="0" y="40"/>
                      <a:pt x="0" y="40"/>
                    </a:cubicBezTo>
                    <a:close/>
                    <a:moveTo>
                      <a:pt x="6" y="18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9" y="18"/>
                      <a:pt x="21" y="17"/>
                      <a:pt x="22" y="17"/>
                    </a:cubicBezTo>
                    <a:cubicBezTo>
                      <a:pt x="24" y="16"/>
                      <a:pt x="25" y="15"/>
                      <a:pt x="26" y="14"/>
                    </a:cubicBezTo>
                    <a:cubicBezTo>
                      <a:pt x="26" y="13"/>
                      <a:pt x="27" y="12"/>
                      <a:pt x="27" y="11"/>
                    </a:cubicBezTo>
                    <a:cubicBezTo>
                      <a:pt x="27" y="9"/>
                      <a:pt x="26" y="7"/>
                      <a:pt x="25" y="6"/>
                    </a:cubicBezTo>
                    <a:cubicBezTo>
                      <a:pt x="23" y="5"/>
                      <a:pt x="21" y="4"/>
                      <a:pt x="18" y="4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9" name="ísḷíďê"/>
              <p:cNvSpPr/>
              <p:nvPr/>
            </p:nvSpPr>
            <p:spPr bwMode="auto">
              <a:xfrm>
                <a:off x="8012113" y="3695700"/>
                <a:ext cx="106363" cy="136525"/>
              </a:xfrm>
              <a:custGeom>
                <a:avLst/>
                <a:gdLst>
                  <a:gd name="T0" fmla="*/ 0 w 32"/>
                  <a:gd name="T1" fmla="*/ 28 h 41"/>
                  <a:gd name="T2" fmla="*/ 5 w 32"/>
                  <a:gd name="T3" fmla="*/ 27 h 41"/>
                  <a:gd name="T4" fmla="*/ 7 w 32"/>
                  <a:gd name="T5" fmla="*/ 32 h 41"/>
                  <a:gd name="T6" fmla="*/ 11 w 32"/>
                  <a:gd name="T7" fmla="*/ 35 h 41"/>
                  <a:gd name="T8" fmla="*/ 17 w 32"/>
                  <a:gd name="T9" fmla="*/ 37 h 41"/>
                  <a:gd name="T10" fmla="*/ 22 w 32"/>
                  <a:gd name="T11" fmla="*/ 36 h 41"/>
                  <a:gd name="T12" fmla="*/ 26 w 32"/>
                  <a:gd name="T13" fmla="*/ 33 h 41"/>
                  <a:gd name="T14" fmla="*/ 27 w 32"/>
                  <a:gd name="T15" fmla="*/ 30 h 41"/>
                  <a:gd name="T16" fmla="*/ 26 w 32"/>
                  <a:gd name="T17" fmla="*/ 27 h 41"/>
                  <a:gd name="T18" fmla="*/ 22 w 32"/>
                  <a:gd name="T19" fmla="*/ 24 h 41"/>
                  <a:gd name="T20" fmla="*/ 15 w 32"/>
                  <a:gd name="T21" fmla="*/ 22 h 41"/>
                  <a:gd name="T22" fmla="*/ 8 w 32"/>
                  <a:gd name="T23" fmla="*/ 20 h 41"/>
                  <a:gd name="T24" fmla="*/ 3 w 32"/>
                  <a:gd name="T25" fmla="*/ 16 h 41"/>
                  <a:gd name="T26" fmla="*/ 2 w 32"/>
                  <a:gd name="T27" fmla="*/ 11 h 41"/>
                  <a:gd name="T28" fmla="*/ 4 w 32"/>
                  <a:gd name="T29" fmla="*/ 6 h 41"/>
                  <a:gd name="T30" fmla="*/ 9 w 32"/>
                  <a:gd name="T31" fmla="*/ 2 h 41"/>
                  <a:gd name="T32" fmla="*/ 16 w 32"/>
                  <a:gd name="T33" fmla="*/ 0 h 41"/>
                  <a:gd name="T34" fmla="*/ 24 w 32"/>
                  <a:gd name="T35" fmla="*/ 2 h 41"/>
                  <a:gd name="T36" fmla="*/ 29 w 32"/>
                  <a:gd name="T37" fmla="*/ 6 h 41"/>
                  <a:gd name="T38" fmla="*/ 31 w 32"/>
                  <a:gd name="T39" fmla="*/ 12 h 41"/>
                  <a:gd name="T40" fmla="*/ 26 w 32"/>
                  <a:gd name="T41" fmla="*/ 13 h 41"/>
                  <a:gd name="T42" fmla="*/ 23 w 32"/>
                  <a:gd name="T43" fmla="*/ 7 h 41"/>
                  <a:gd name="T44" fmla="*/ 16 w 32"/>
                  <a:gd name="T45" fmla="*/ 5 h 41"/>
                  <a:gd name="T46" fmla="*/ 9 w 32"/>
                  <a:gd name="T47" fmla="*/ 7 h 41"/>
                  <a:gd name="T48" fmla="*/ 7 w 32"/>
                  <a:gd name="T49" fmla="*/ 11 h 41"/>
                  <a:gd name="T50" fmla="*/ 8 w 32"/>
                  <a:gd name="T51" fmla="*/ 14 h 41"/>
                  <a:gd name="T52" fmla="*/ 16 w 32"/>
                  <a:gd name="T53" fmla="*/ 17 h 41"/>
                  <a:gd name="T54" fmla="*/ 25 w 32"/>
                  <a:gd name="T55" fmla="*/ 20 h 41"/>
                  <a:gd name="T56" fmla="*/ 30 w 32"/>
                  <a:gd name="T57" fmla="*/ 24 h 41"/>
                  <a:gd name="T58" fmla="*/ 32 w 32"/>
                  <a:gd name="T59" fmla="*/ 29 h 41"/>
                  <a:gd name="T60" fmla="*/ 30 w 32"/>
                  <a:gd name="T61" fmla="*/ 35 h 41"/>
                  <a:gd name="T62" fmla="*/ 25 w 32"/>
                  <a:gd name="T63" fmla="*/ 40 h 41"/>
                  <a:gd name="T64" fmla="*/ 17 w 32"/>
                  <a:gd name="T65" fmla="*/ 41 h 41"/>
                  <a:gd name="T66" fmla="*/ 8 w 32"/>
                  <a:gd name="T67" fmla="*/ 40 h 41"/>
                  <a:gd name="T68" fmla="*/ 3 w 32"/>
                  <a:gd name="T69" fmla="*/ 35 h 41"/>
                  <a:gd name="T70" fmla="*/ 0 w 32"/>
                  <a:gd name="T71" fmla="*/ 28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2" h="41">
                    <a:moveTo>
                      <a:pt x="0" y="28"/>
                    </a:moveTo>
                    <a:cubicBezTo>
                      <a:pt x="5" y="27"/>
                      <a:pt x="5" y="27"/>
                      <a:pt x="5" y="27"/>
                    </a:cubicBezTo>
                    <a:cubicBezTo>
                      <a:pt x="6" y="29"/>
                      <a:pt x="6" y="31"/>
                      <a:pt x="7" y="32"/>
                    </a:cubicBezTo>
                    <a:cubicBezTo>
                      <a:pt x="8" y="34"/>
                      <a:pt x="9" y="35"/>
                      <a:pt x="11" y="35"/>
                    </a:cubicBezTo>
                    <a:cubicBezTo>
                      <a:pt x="13" y="36"/>
                      <a:pt x="15" y="37"/>
                      <a:pt x="17" y="37"/>
                    </a:cubicBezTo>
                    <a:cubicBezTo>
                      <a:pt x="19" y="37"/>
                      <a:pt x="21" y="36"/>
                      <a:pt x="22" y="36"/>
                    </a:cubicBezTo>
                    <a:cubicBezTo>
                      <a:pt x="24" y="35"/>
                      <a:pt x="25" y="34"/>
                      <a:pt x="26" y="33"/>
                    </a:cubicBezTo>
                    <a:cubicBezTo>
                      <a:pt x="26" y="32"/>
                      <a:pt x="27" y="31"/>
                      <a:pt x="27" y="30"/>
                    </a:cubicBezTo>
                    <a:cubicBezTo>
                      <a:pt x="27" y="29"/>
                      <a:pt x="26" y="28"/>
                      <a:pt x="26" y="27"/>
                    </a:cubicBezTo>
                    <a:cubicBezTo>
                      <a:pt x="25" y="26"/>
                      <a:pt x="24" y="25"/>
                      <a:pt x="22" y="24"/>
                    </a:cubicBezTo>
                    <a:cubicBezTo>
                      <a:pt x="21" y="24"/>
                      <a:pt x="19" y="23"/>
                      <a:pt x="15" y="22"/>
                    </a:cubicBezTo>
                    <a:cubicBezTo>
                      <a:pt x="12" y="21"/>
                      <a:pt x="9" y="21"/>
                      <a:pt x="8" y="20"/>
                    </a:cubicBezTo>
                    <a:cubicBezTo>
                      <a:pt x="6" y="19"/>
                      <a:pt x="4" y="18"/>
                      <a:pt x="3" y="16"/>
                    </a:cubicBezTo>
                    <a:cubicBezTo>
                      <a:pt x="2" y="15"/>
                      <a:pt x="2" y="13"/>
                      <a:pt x="2" y="11"/>
                    </a:cubicBezTo>
                    <a:cubicBezTo>
                      <a:pt x="2" y="9"/>
                      <a:pt x="2" y="7"/>
                      <a:pt x="4" y="6"/>
                    </a:cubicBezTo>
                    <a:cubicBezTo>
                      <a:pt x="5" y="4"/>
                      <a:pt x="6" y="3"/>
                      <a:pt x="9" y="2"/>
                    </a:cubicBezTo>
                    <a:cubicBezTo>
                      <a:pt x="11" y="1"/>
                      <a:pt x="13" y="0"/>
                      <a:pt x="16" y="0"/>
                    </a:cubicBezTo>
                    <a:cubicBezTo>
                      <a:pt x="19" y="0"/>
                      <a:pt x="21" y="1"/>
                      <a:pt x="24" y="2"/>
                    </a:cubicBezTo>
                    <a:cubicBezTo>
                      <a:pt x="26" y="3"/>
                      <a:pt x="28" y="4"/>
                      <a:pt x="29" y="6"/>
                    </a:cubicBezTo>
                    <a:cubicBezTo>
                      <a:pt x="30" y="8"/>
                      <a:pt x="31" y="10"/>
                      <a:pt x="31" y="12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5" y="10"/>
                      <a:pt x="24" y="8"/>
                      <a:pt x="23" y="7"/>
                    </a:cubicBezTo>
                    <a:cubicBezTo>
                      <a:pt x="21" y="6"/>
                      <a:pt x="19" y="5"/>
                      <a:pt x="16" y="5"/>
                    </a:cubicBezTo>
                    <a:cubicBezTo>
                      <a:pt x="13" y="5"/>
                      <a:pt x="11" y="6"/>
                      <a:pt x="9" y="7"/>
                    </a:cubicBezTo>
                    <a:cubicBezTo>
                      <a:pt x="8" y="8"/>
                      <a:pt x="7" y="9"/>
                      <a:pt x="7" y="11"/>
                    </a:cubicBezTo>
                    <a:cubicBezTo>
                      <a:pt x="7" y="12"/>
                      <a:pt x="7" y="14"/>
                      <a:pt x="8" y="14"/>
                    </a:cubicBezTo>
                    <a:cubicBezTo>
                      <a:pt x="9" y="15"/>
                      <a:pt x="12" y="16"/>
                      <a:pt x="16" y="17"/>
                    </a:cubicBezTo>
                    <a:cubicBezTo>
                      <a:pt x="21" y="18"/>
                      <a:pt x="24" y="19"/>
                      <a:pt x="25" y="20"/>
                    </a:cubicBezTo>
                    <a:cubicBezTo>
                      <a:pt x="27" y="21"/>
                      <a:pt x="29" y="22"/>
                      <a:pt x="30" y="24"/>
                    </a:cubicBezTo>
                    <a:cubicBezTo>
                      <a:pt x="31" y="25"/>
                      <a:pt x="32" y="27"/>
                      <a:pt x="32" y="29"/>
                    </a:cubicBezTo>
                    <a:cubicBezTo>
                      <a:pt x="32" y="32"/>
                      <a:pt x="31" y="34"/>
                      <a:pt x="30" y="35"/>
                    </a:cubicBezTo>
                    <a:cubicBezTo>
                      <a:pt x="29" y="37"/>
                      <a:pt x="27" y="39"/>
                      <a:pt x="25" y="40"/>
                    </a:cubicBezTo>
                    <a:cubicBezTo>
                      <a:pt x="23" y="41"/>
                      <a:pt x="20" y="41"/>
                      <a:pt x="17" y="41"/>
                    </a:cubicBezTo>
                    <a:cubicBezTo>
                      <a:pt x="14" y="41"/>
                      <a:pt x="11" y="41"/>
                      <a:pt x="8" y="40"/>
                    </a:cubicBezTo>
                    <a:cubicBezTo>
                      <a:pt x="6" y="39"/>
                      <a:pt x="4" y="37"/>
                      <a:pt x="3" y="35"/>
                    </a:cubicBezTo>
                    <a:cubicBezTo>
                      <a:pt x="1" y="33"/>
                      <a:pt x="0" y="31"/>
                      <a:pt x="0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0" name="ïşḷïḑè"/>
              <p:cNvSpPr/>
              <p:nvPr/>
            </p:nvSpPr>
            <p:spPr bwMode="auto">
              <a:xfrm>
                <a:off x="8286751" y="3700463"/>
                <a:ext cx="15875" cy="1317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1" name="ïŝľiḍê"/>
              <p:cNvSpPr/>
              <p:nvPr/>
            </p:nvSpPr>
            <p:spPr bwMode="auto">
              <a:xfrm>
                <a:off x="8464551" y="3700463"/>
                <a:ext cx="106363" cy="131763"/>
              </a:xfrm>
              <a:custGeom>
                <a:avLst/>
                <a:gdLst>
                  <a:gd name="T0" fmla="*/ 27 w 67"/>
                  <a:gd name="T1" fmla="*/ 83 h 83"/>
                  <a:gd name="T2" fmla="*/ 27 w 67"/>
                  <a:gd name="T3" fmla="*/ 10 h 83"/>
                  <a:gd name="T4" fmla="*/ 0 w 67"/>
                  <a:gd name="T5" fmla="*/ 10 h 83"/>
                  <a:gd name="T6" fmla="*/ 0 w 67"/>
                  <a:gd name="T7" fmla="*/ 0 h 83"/>
                  <a:gd name="T8" fmla="*/ 67 w 67"/>
                  <a:gd name="T9" fmla="*/ 0 h 83"/>
                  <a:gd name="T10" fmla="*/ 67 w 67"/>
                  <a:gd name="T11" fmla="*/ 10 h 83"/>
                  <a:gd name="T12" fmla="*/ 40 w 67"/>
                  <a:gd name="T13" fmla="*/ 10 h 83"/>
                  <a:gd name="T14" fmla="*/ 40 w 67"/>
                  <a:gd name="T15" fmla="*/ 83 h 83"/>
                  <a:gd name="T16" fmla="*/ 27 w 67"/>
                  <a:gd name="T17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7" h="83">
                    <a:moveTo>
                      <a:pt x="27" y="83"/>
                    </a:moveTo>
                    <a:lnTo>
                      <a:pt x="27" y="1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10"/>
                    </a:lnTo>
                    <a:lnTo>
                      <a:pt x="40" y="10"/>
                    </a:lnTo>
                    <a:lnTo>
                      <a:pt x="40" y="83"/>
                    </a:lnTo>
                    <a:lnTo>
                      <a:pt x="27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2" name="iṥḻïdê"/>
              <p:cNvSpPr/>
              <p:nvPr/>
            </p:nvSpPr>
            <p:spPr bwMode="auto">
              <a:xfrm>
                <a:off x="8715376" y="3700463"/>
                <a:ext cx="119063" cy="131763"/>
              </a:xfrm>
              <a:custGeom>
                <a:avLst/>
                <a:gdLst>
                  <a:gd name="T0" fmla="*/ 15 w 36"/>
                  <a:gd name="T1" fmla="*/ 40 h 40"/>
                  <a:gd name="T2" fmla="*/ 15 w 36"/>
                  <a:gd name="T3" fmla="*/ 23 h 40"/>
                  <a:gd name="T4" fmla="*/ 0 w 36"/>
                  <a:gd name="T5" fmla="*/ 0 h 40"/>
                  <a:gd name="T6" fmla="*/ 6 w 36"/>
                  <a:gd name="T7" fmla="*/ 0 h 40"/>
                  <a:gd name="T8" fmla="*/ 14 w 36"/>
                  <a:gd name="T9" fmla="*/ 12 h 40"/>
                  <a:gd name="T10" fmla="*/ 18 w 36"/>
                  <a:gd name="T11" fmla="*/ 19 h 40"/>
                  <a:gd name="T12" fmla="*/ 23 w 36"/>
                  <a:gd name="T13" fmla="*/ 12 h 40"/>
                  <a:gd name="T14" fmla="*/ 30 w 36"/>
                  <a:gd name="T15" fmla="*/ 0 h 40"/>
                  <a:gd name="T16" fmla="*/ 36 w 36"/>
                  <a:gd name="T17" fmla="*/ 0 h 40"/>
                  <a:gd name="T18" fmla="*/ 21 w 36"/>
                  <a:gd name="T19" fmla="*/ 23 h 40"/>
                  <a:gd name="T20" fmla="*/ 21 w 36"/>
                  <a:gd name="T21" fmla="*/ 40 h 40"/>
                  <a:gd name="T22" fmla="*/ 15 w 36"/>
                  <a:gd name="T2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6" h="40">
                    <a:moveTo>
                      <a:pt x="15" y="40"/>
                    </a:moveTo>
                    <a:cubicBezTo>
                      <a:pt x="15" y="23"/>
                      <a:pt x="15" y="23"/>
                      <a:pt x="15" y="2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6" y="14"/>
                      <a:pt x="17" y="16"/>
                      <a:pt x="18" y="19"/>
                    </a:cubicBezTo>
                    <a:cubicBezTo>
                      <a:pt x="19" y="17"/>
                      <a:pt x="21" y="14"/>
                      <a:pt x="23" y="12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40"/>
                      <a:pt x="21" y="40"/>
                      <a:pt x="21" y="40"/>
                    </a:cubicBezTo>
                    <a:lnTo>
                      <a:pt x="15" y="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2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53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0" name="图片占位符 6"/>
          <p:cNvSpPr>
            <a:spLocks noGrp="1" noChangeAspect="1"/>
          </p:cNvSpPr>
          <p:nvPr>
            <p:ph type="pic" sz="quarter" idx="10"/>
          </p:nvPr>
        </p:nvSpPr>
        <p:spPr>
          <a:xfrm>
            <a:off x="1114723" y="1132945"/>
            <a:ext cx="1735608" cy="231551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图片占位符 6"/>
          <p:cNvSpPr>
            <a:spLocks noGrp="1" noChangeAspect="1"/>
          </p:cNvSpPr>
          <p:nvPr>
            <p:ph type="pic" sz="quarter" idx="13"/>
          </p:nvPr>
        </p:nvSpPr>
        <p:spPr>
          <a:xfrm>
            <a:off x="9351363" y="3674139"/>
            <a:ext cx="1755000" cy="234138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2" name="任意多边形: 形状 91"/>
          <p:cNvSpPr/>
          <p:nvPr userDrawn="1"/>
        </p:nvSpPr>
        <p:spPr bwMode="auto">
          <a:xfrm rot="5400000">
            <a:off x="93484" y="218082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93" name="标题 1"/>
          <p:cNvSpPr>
            <a:spLocks noGrp="1"/>
          </p:cNvSpPr>
          <p:nvPr>
            <p:ph type="title"/>
          </p:nvPr>
        </p:nvSpPr>
        <p:spPr>
          <a:xfrm>
            <a:off x="1091255" y="237838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4" name="文本框 93"/>
          <p:cNvSpPr txBox="1"/>
          <p:nvPr userDrawn="1"/>
        </p:nvSpPr>
        <p:spPr>
          <a:xfrm>
            <a:off x="660159" y="6392453"/>
            <a:ext cx="15692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德才兼备   知行合一</a:t>
            </a:r>
          </a:p>
        </p:txBody>
      </p:sp>
      <p:grpSp>
        <p:nvGrpSpPr>
          <p:cNvPr id="43" name="81ebc1f8-0063-4175-a0e9-d76839507c2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9669037" y="465140"/>
            <a:ext cx="1820991" cy="338052"/>
            <a:chOff x="3497261" y="2746242"/>
            <a:chExt cx="7298696" cy="1354943"/>
          </a:xfrm>
          <a:solidFill>
            <a:schemeClr val="accent1"/>
          </a:solidFill>
        </p:grpSpPr>
        <p:grpSp>
          <p:nvGrpSpPr>
            <p:cNvPr id="44" name="ïşļíḓê"/>
            <p:cNvGrpSpPr/>
            <p:nvPr/>
          </p:nvGrpSpPr>
          <p:grpSpPr>
            <a:xfrm>
              <a:off x="3497261" y="2746242"/>
              <a:ext cx="7298696" cy="1095599"/>
              <a:chOff x="4535488" y="3019425"/>
              <a:chExt cx="4378326" cy="657226"/>
            </a:xfrm>
            <a:grpFill/>
          </p:grpSpPr>
          <p:sp>
            <p:nvSpPr>
              <p:cNvPr id="63" name="îṥļiďe"/>
              <p:cNvSpPr/>
              <p:nvPr/>
            </p:nvSpPr>
            <p:spPr bwMode="auto">
              <a:xfrm>
                <a:off x="4535488" y="3192463"/>
                <a:ext cx="290513" cy="484188"/>
              </a:xfrm>
              <a:custGeom>
                <a:avLst/>
                <a:gdLst>
                  <a:gd name="T0" fmla="*/ 88 w 88"/>
                  <a:gd name="T1" fmla="*/ 31 h 146"/>
                  <a:gd name="T2" fmla="*/ 71 w 88"/>
                  <a:gd name="T3" fmla="*/ 93 h 146"/>
                  <a:gd name="T4" fmla="*/ 61 w 88"/>
                  <a:gd name="T5" fmla="*/ 100 h 146"/>
                  <a:gd name="T6" fmla="*/ 46 w 88"/>
                  <a:gd name="T7" fmla="*/ 114 h 146"/>
                  <a:gd name="T8" fmla="*/ 10 w 88"/>
                  <a:gd name="T9" fmla="*/ 128 h 146"/>
                  <a:gd name="T10" fmla="*/ 3 w 88"/>
                  <a:gd name="T11" fmla="*/ 118 h 146"/>
                  <a:gd name="T12" fmla="*/ 12 w 88"/>
                  <a:gd name="T13" fmla="*/ 113 h 146"/>
                  <a:gd name="T14" fmla="*/ 46 w 88"/>
                  <a:gd name="T15" fmla="*/ 92 h 146"/>
                  <a:gd name="T16" fmla="*/ 39 w 88"/>
                  <a:gd name="T17" fmla="*/ 67 h 146"/>
                  <a:gd name="T18" fmla="*/ 24 w 88"/>
                  <a:gd name="T19" fmla="*/ 55 h 146"/>
                  <a:gd name="T20" fmla="*/ 32 w 88"/>
                  <a:gd name="T21" fmla="*/ 51 h 146"/>
                  <a:gd name="T22" fmla="*/ 49 w 88"/>
                  <a:gd name="T23" fmla="*/ 30 h 146"/>
                  <a:gd name="T24" fmla="*/ 56 w 88"/>
                  <a:gd name="T25" fmla="*/ 7 h 146"/>
                  <a:gd name="T26" fmla="*/ 88 w 88"/>
                  <a:gd name="T27" fmla="*/ 31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146">
                    <a:moveTo>
                      <a:pt x="88" y="31"/>
                    </a:moveTo>
                    <a:cubicBezTo>
                      <a:pt x="71" y="93"/>
                      <a:pt x="71" y="93"/>
                      <a:pt x="71" y="93"/>
                    </a:cubicBezTo>
                    <a:cubicBezTo>
                      <a:pt x="71" y="93"/>
                      <a:pt x="68" y="99"/>
                      <a:pt x="61" y="100"/>
                    </a:cubicBezTo>
                    <a:cubicBezTo>
                      <a:pt x="61" y="100"/>
                      <a:pt x="48" y="106"/>
                      <a:pt x="46" y="114"/>
                    </a:cubicBezTo>
                    <a:cubicBezTo>
                      <a:pt x="46" y="114"/>
                      <a:pt x="19" y="146"/>
                      <a:pt x="10" y="128"/>
                    </a:cubicBezTo>
                    <a:cubicBezTo>
                      <a:pt x="10" y="128"/>
                      <a:pt x="9" y="118"/>
                      <a:pt x="3" y="118"/>
                    </a:cubicBezTo>
                    <a:cubicBezTo>
                      <a:pt x="3" y="118"/>
                      <a:pt x="0" y="115"/>
                      <a:pt x="12" y="113"/>
                    </a:cubicBezTo>
                    <a:cubicBezTo>
                      <a:pt x="12" y="113"/>
                      <a:pt x="32" y="116"/>
                      <a:pt x="46" y="92"/>
                    </a:cubicBezTo>
                    <a:cubicBezTo>
                      <a:pt x="46" y="92"/>
                      <a:pt x="57" y="72"/>
                      <a:pt x="39" y="67"/>
                    </a:cubicBezTo>
                    <a:cubicBezTo>
                      <a:pt x="39" y="67"/>
                      <a:pt x="22" y="66"/>
                      <a:pt x="24" y="55"/>
                    </a:cubicBezTo>
                    <a:cubicBezTo>
                      <a:pt x="24" y="55"/>
                      <a:pt x="24" y="52"/>
                      <a:pt x="32" y="51"/>
                    </a:cubicBezTo>
                    <a:cubicBezTo>
                      <a:pt x="32" y="51"/>
                      <a:pt x="59" y="46"/>
                      <a:pt x="49" y="30"/>
                    </a:cubicBezTo>
                    <a:cubicBezTo>
                      <a:pt x="49" y="30"/>
                      <a:pt x="33" y="10"/>
                      <a:pt x="56" y="7"/>
                    </a:cubicBezTo>
                    <a:cubicBezTo>
                      <a:pt x="56" y="7"/>
                      <a:pt x="85" y="0"/>
                      <a:pt x="88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4" name="íŝļíḍê"/>
              <p:cNvSpPr/>
              <p:nvPr/>
            </p:nvSpPr>
            <p:spPr bwMode="auto">
              <a:xfrm>
                <a:off x="4899026" y="3148013"/>
                <a:ext cx="214313" cy="409575"/>
              </a:xfrm>
              <a:custGeom>
                <a:avLst/>
                <a:gdLst>
                  <a:gd name="T0" fmla="*/ 24 w 65"/>
                  <a:gd name="T1" fmla="*/ 0 h 123"/>
                  <a:gd name="T2" fmla="*/ 5 w 65"/>
                  <a:gd name="T3" fmla="*/ 21 h 123"/>
                  <a:gd name="T4" fmla="*/ 8 w 65"/>
                  <a:gd name="T5" fmla="*/ 43 h 123"/>
                  <a:gd name="T6" fmla="*/ 3 w 65"/>
                  <a:gd name="T7" fmla="*/ 65 h 123"/>
                  <a:gd name="T8" fmla="*/ 2 w 65"/>
                  <a:gd name="T9" fmla="*/ 73 h 123"/>
                  <a:gd name="T10" fmla="*/ 8 w 65"/>
                  <a:gd name="T11" fmla="*/ 106 h 123"/>
                  <a:gd name="T12" fmla="*/ 42 w 65"/>
                  <a:gd name="T13" fmla="*/ 119 h 123"/>
                  <a:gd name="T14" fmla="*/ 63 w 65"/>
                  <a:gd name="T15" fmla="*/ 103 h 123"/>
                  <a:gd name="T16" fmla="*/ 48 w 65"/>
                  <a:gd name="T17" fmla="*/ 97 h 123"/>
                  <a:gd name="T18" fmla="*/ 21 w 65"/>
                  <a:gd name="T19" fmla="*/ 91 h 123"/>
                  <a:gd name="T20" fmla="*/ 25 w 65"/>
                  <a:gd name="T21" fmla="*/ 57 h 123"/>
                  <a:gd name="T22" fmla="*/ 42 w 65"/>
                  <a:gd name="T23" fmla="*/ 50 h 123"/>
                  <a:gd name="T24" fmla="*/ 58 w 65"/>
                  <a:gd name="T25" fmla="*/ 34 h 123"/>
                  <a:gd name="T26" fmla="*/ 44 w 65"/>
                  <a:gd name="T27" fmla="*/ 32 h 123"/>
                  <a:gd name="T28" fmla="*/ 28 w 65"/>
                  <a:gd name="T29" fmla="*/ 31 h 123"/>
                  <a:gd name="T30" fmla="*/ 33 w 65"/>
                  <a:gd name="T31" fmla="*/ 19 h 123"/>
                  <a:gd name="T32" fmla="*/ 24 w 65"/>
                  <a:gd name="T33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5" h="123">
                    <a:moveTo>
                      <a:pt x="24" y="0"/>
                    </a:moveTo>
                    <a:cubicBezTo>
                      <a:pt x="24" y="0"/>
                      <a:pt x="2" y="1"/>
                      <a:pt x="5" y="21"/>
                    </a:cubicBezTo>
                    <a:cubicBezTo>
                      <a:pt x="5" y="21"/>
                      <a:pt x="12" y="38"/>
                      <a:pt x="8" y="43"/>
                    </a:cubicBezTo>
                    <a:cubicBezTo>
                      <a:pt x="8" y="43"/>
                      <a:pt x="2" y="56"/>
                      <a:pt x="3" y="65"/>
                    </a:cubicBezTo>
                    <a:cubicBezTo>
                      <a:pt x="3" y="65"/>
                      <a:pt x="5" y="66"/>
                      <a:pt x="2" y="73"/>
                    </a:cubicBezTo>
                    <a:cubicBezTo>
                      <a:pt x="2" y="73"/>
                      <a:pt x="0" y="100"/>
                      <a:pt x="8" y="106"/>
                    </a:cubicBezTo>
                    <a:cubicBezTo>
                      <a:pt x="8" y="106"/>
                      <a:pt x="17" y="117"/>
                      <a:pt x="42" y="119"/>
                    </a:cubicBezTo>
                    <a:cubicBezTo>
                      <a:pt x="42" y="119"/>
                      <a:pt x="65" y="123"/>
                      <a:pt x="63" y="103"/>
                    </a:cubicBezTo>
                    <a:cubicBezTo>
                      <a:pt x="63" y="103"/>
                      <a:pt x="58" y="95"/>
                      <a:pt x="48" y="97"/>
                    </a:cubicBezTo>
                    <a:cubicBezTo>
                      <a:pt x="48" y="97"/>
                      <a:pt x="21" y="107"/>
                      <a:pt x="21" y="91"/>
                    </a:cubicBezTo>
                    <a:cubicBezTo>
                      <a:pt x="21" y="91"/>
                      <a:pt x="18" y="70"/>
                      <a:pt x="25" y="57"/>
                    </a:cubicBezTo>
                    <a:cubicBezTo>
                      <a:pt x="25" y="57"/>
                      <a:pt x="28" y="50"/>
                      <a:pt x="42" y="50"/>
                    </a:cubicBezTo>
                    <a:cubicBezTo>
                      <a:pt x="42" y="50"/>
                      <a:pt x="62" y="50"/>
                      <a:pt x="58" y="34"/>
                    </a:cubicBezTo>
                    <a:cubicBezTo>
                      <a:pt x="58" y="34"/>
                      <a:pt x="55" y="27"/>
                      <a:pt x="44" y="32"/>
                    </a:cubicBezTo>
                    <a:cubicBezTo>
                      <a:pt x="44" y="32"/>
                      <a:pt x="31" y="42"/>
                      <a:pt x="28" y="31"/>
                    </a:cubicBezTo>
                    <a:cubicBezTo>
                      <a:pt x="28" y="31"/>
                      <a:pt x="27" y="24"/>
                      <a:pt x="33" y="19"/>
                    </a:cubicBezTo>
                    <a:cubicBezTo>
                      <a:pt x="33" y="19"/>
                      <a:pt x="46" y="4"/>
                      <a:pt x="2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5" name="íşḷiḋe"/>
              <p:cNvSpPr/>
              <p:nvPr/>
            </p:nvSpPr>
            <p:spPr bwMode="auto">
              <a:xfrm>
                <a:off x="5218113" y="3122613"/>
                <a:ext cx="406400" cy="222250"/>
              </a:xfrm>
              <a:custGeom>
                <a:avLst/>
                <a:gdLst>
                  <a:gd name="T0" fmla="*/ 43 w 123"/>
                  <a:gd name="T1" fmla="*/ 10 h 67"/>
                  <a:gd name="T2" fmla="*/ 43 w 123"/>
                  <a:gd name="T3" fmla="*/ 19 h 67"/>
                  <a:gd name="T4" fmla="*/ 53 w 123"/>
                  <a:gd name="T5" fmla="*/ 30 h 67"/>
                  <a:gd name="T6" fmla="*/ 39 w 123"/>
                  <a:gd name="T7" fmla="*/ 37 h 67"/>
                  <a:gd name="T8" fmla="*/ 39 w 123"/>
                  <a:gd name="T9" fmla="*/ 37 h 67"/>
                  <a:gd name="T10" fmla="*/ 15 w 123"/>
                  <a:gd name="T11" fmla="*/ 43 h 67"/>
                  <a:gd name="T12" fmla="*/ 0 w 123"/>
                  <a:gd name="T13" fmla="*/ 52 h 67"/>
                  <a:gd name="T14" fmla="*/ 15 w 123"/>
                  <a:gd name="T15" fmla="*/ 62 h 67"/>
                  <a:gd name="T16" fmla="*/ 29 w 123"/>
                  <a:gd name="T17" fmla="*/ 52 h 67"/>
                  <a:gd name="T18" fmla="*/ 44 w 123"/>
                  <a:gd name="T19" fmla="*/ 46 h 67"/>
                  <a:gd name="T20" fmla="*/ 112 w 123"/>
                  <a:gd name="T21" fmla="*/ 36 h 67"/>
                  <a:gd name="T22" fmla="*/ 123 w 123"/>
                  <a:gd name="T23" fmla="*/ 31 h 67"/>
                  <a:gd name="T24" fmla="*/ 116 w 123"/>
                  <a:gd name="T25" fmla="*/ 25 h 67"/>
                  <a:gd name="T26" fmla="*/ 84 w 123"/>
                  <a:gd name="T27" fmla="*/ 25 h 67"/>
                  <a:gd name="T28" fmla="*/ 80 w 123"/>
                  <a:gd name="T29" fmla="*/ 19 h 67"/>
                  <a:gd name="T30" fmla="*/ 72 w 123"/>
                  <a:gd name="T31" fmla="*/ 5 h 67"/>
                  <a:gd name="T32" fmla="*/ 67 w 123"/>
                  <a:gd name="T33" fmla="*/ 5 h 67"/>
                  <a:gd name="T34" fmla="*/ 59 w 123"/>
                  <a:gd name="T35" fmla="*/ 3 h 67"/>
                  <a:gd name="T36" fmla="*/ 43 w 123"/>
                  <a:gd name="T37" fmla="*/ 1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3" h="67">
                    <a:moveTo>
                      <a:pt x="43" y="10"/>
                    </a:moveTo>
                    <a:cubicBezTo>
                      <a:pt x="43" y="10"/>
                      <a:pt x="35" y="13"/>
                      <a:pt x="43" y="19"/>
                    </a:cubicBezTo>
                    <a:cubicBezTo>
                      <a:pt x="43" y="19"/>
                      <a:pt x="57" y="23"/>
                      <a:pt x="53" y="30"/>
                    </a:cubicBezTo>
                    <a:cubicBezTo>
                      <a:pt x="53" y="30"/>
                      <a:pt x="50" y="34"/>
                      <a:pt x="39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27" y="40"/>
                      <a:pt x="15" y="43"/>
                      <a:pt x="15" y="43"/>
                    </a:cubicBezTo>
                    <a:cubicBezTo>
                      <a:pt x="15" y="43"/>
                      <a:pt x="4" y="38"/>
                      <a:pt x="0" y="52"/>
                    </a:cubicBezTo>
                    <a:cubicBezTo>
                      <a:pt x="0" y="52"/>
                      <a:pt x="1" y="67"/>
                      <a:pt x="15" y="62"/>
                    </a:cubicBezTo>
                    <a:cubicBezTo>
                      <a:pt x="15" y="62"/>
                      <a:pt x="17" y="52"/>
                      <a:pt x="29" y="52"/>
                    </a:cubicBezTo>
                    <a:cubicBezTo>
                      <a:pt x="29" y="52"/>
                      <a:pt x="36" y="53"/>
                      <a:pt x="44" y="46"/>
                    </a:cubicBezTo>
                    <a:cubicBezTo>
                      <a:pt x="44" y="46"/>
                      <a:pt x="72" y="32"/>
                      <a:pt x="112" y="36"/>
                    </a:cubicBezTo>
                    <a:cubicBezTo>
                      <a:pt x="112" y="36"/>
                      <a:pt x="122" y="39"/>
                      <a:pt x="123" y="31"/>
                    </a:cubicBezTo>
                    <a:cubicBezTo>
                      <a:pt x="123" y="31"/>
                      <a:pt x="123" y="26"/>
                      <a:pt x="116" y="25"/>
                    </a:cubicBezTo>
                    <a:cubicBezTo>
                      <a:pt x="84" y="25"/>
                      <a:pt x="84" y="25"/>
                      <a:pt x="84" y="25"/>
                    </a:cubicBezTo>
                    <a:cubicBezTo>
                      <a:pt x="84" y="25"/>
                      <a:pt x="77" y="25"/>
                      <a:pt x="80" y="19"/>
                    </a:cubicBezTo>
                    <a:cubicBezTo>
                      <a:pt x="80" y="19"/>
                      <a:pt x="85" y="9"/>
                      <a:pt x="72" y="5"/>
                    </a:cubicBezTo>
                    <a:cubicBezTo>
                      <a:pt x="72" y="5"/>
                      <a:pt x="70" y="4"/>
                      <a:pt x="67" y="5"/>
                    </a:cubicBezTo>
                    <a:cubicBezTo>
                      <a:pt x="67" y="5"/>
                      <a:pt x="61" y="6"/>
                      <a:pt x="59" y="3"/>
                    </a:cubicBezTo>
                    <a:cubicBezTo>
                      <a:pt x="59" y="3"/>
                      <a:pt x="56" y="0"/>
                      <a:pt x="4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6" name="iṩ1îdê"/>
              <p:cNvSpPr/>
              <p:nvPr/>
            </p:nvSpPr>
            <p:spPr bwMode="auto">
              <a:xfrm>
                <a:off x="5316538" y="3297238"/>
                <a:ext cx="271463" cy="333375"/>
              </a:xfrm>
              <a:custGeom>
                <a:avLst/>
                <a:gdLst>
                  <a:gd name="T0" fmla="*/ 5 w 82"/>
                  <a:gd name="T1" fmla="*/ 17 h 100"/>
                  <a:gd name="T2" fmla="*/ 8 w 82"/>
                  <a:gd name="T3" fmla="*/ 49 h 100"/>
                  <a:gd name="T4" fmla="*/ 20 w 82"/>
                  <a:gd name="T5" fmla="*/ 54 h 100"/>
                  <a:gd name="T6" fmla="*/ 27 w 82"/>
                  <a:gd name="T7" fmla="*/ 69 h 100"/>
                  <a:gd name="T8" fmla="*/ 27 w 82"/>
                  <a:gd name="T9" fmla="*/ 75 h 100"/>
                  <a:gd name="T10" fmla="*/ 14 w 82"/>
                  <a:gd name="T11" fmla="*/ 77 h 100"/>
                  <a:gd name="T12" fmla="*/ 14 w 82"/>
                  <a:gd name="T13" fmla="*/ 81 h 100"/>
                  <a:gd name="T14" fmla="*/ 27 w 82"/>
                  <a:gd name="T15" fmla="*/ 94 h 100"/>
                  <a:gd name="T16" fmla="*/ 27 w 82"/>
                  <a:gd name="T17" fmla="*/ 99 h 100"/>
                  <a:gd name="T18" fmla="*/ 43 w 82"/>
                  <a:gd name="T19" fmla="*/ 88 h 100"/>
                  <a:gd name="T20" fmla="*/ 42 w 82"/>
                  <a:gd name="T21" fmla="*/ 46 h 100"/>
                  <a:gd name="T22" fmla="*/ 52 w 82"/>
                  <a:gd name="T23" fmla="*/ 27 h 100"/>
                  <a:gd name="T24" fmla="*/ 73 w 82"/>
                  <a:gd name="T25" fmla="*/ 12 h 100"/>
                  <a:gd name="T26" fmla="*/ 67 w 82"/>
                  <a:gd name="T27" fmla="*/ 0 h 100"/>
                  <a:gd name="T28" fmla="*/ 23 w 82"/>
                  <a:gd name="T29" fmla="*/ 9 h 100"/>
                  <a:gd name="T30" fmla="*/ 13 w 82"/>
                  <a:gd name="T31" fmla="*/ 14 h 100"/>
                  <a:gd name="T32" fmla="*/ 5 w 82"/>
                  <a:gd name="T33" fmla="*/ 17 h 100"/>
                  <a:gd name="T34" fmla="*/ 35 w 82"/>
                  <a:gd name="T35" fmla="*/ 19 h 100"/>
                  <a:gd name="T36" fmla="*/ 36 w 82"/>
                  <a:gd name="T37" fmla="*/ 20 h 100"/>
                  <a:gd name="T38" fmla="*/ 24 w 82"/>
                  <a:gd name="T39" fmla="*/ 37 h 100"/>
                  <a:gd name="T40" fmla="*/ 19 w 82"/>
                  <a:gd name="T41" fmla="*/ 25 h 100"/>
                  <a:gd name="T42" fmla="*/ 35 w 82"/>
                  <a:gd name="T43" fmla="*/ 1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2" h="100">
                    <a:moveTo>
                      <a:pt x="5" y="17"/>
                    </a:moveTo>
                    <a:cubicBezTo>
                      <a:pt x="5" y="17"/>
                      <a:pt x="0" y="35"/>
                      <a:pt x="8" y="49"/>
                    </a:cubicBezTo>
                    <a:cubicBezTo>
                      <a:pt x="8" y="49"/>
                      <a:pt x="12" y="53"/>
                      <a:pt x="20" y="54"/>
                    </a:cubicBezTo>
                    <a:cubicBezTo>
                      <a:pt x="20" y="54"/>
                      <a:pt x="26" y="52"/>
                      <a:pt x="27" y="69"/>
                    </a:cubicBezTo>
                    <a:cubicBezTo>
                      <a:pt x="27" y="75"/>
                      <a:pt x="27" y="75"/>
                      <a:pt x="27" y="75"/>
                    </a:cubicBezTo>
                    <a:cubicBezTo>
                      <a:pt x="27" y="75"/>
                      <a:pt x="29" y="89"/>
                      <a:pt x="14" y="77"/>
                    </a:cubicBezTo>
                    <a:cubicBezTo>
                      <a:pt x="14" y="77"/>
                      <a:pt x="11" y="76"/>
                      <a:pt x="14" y="81"/>
                    </a:cubicBezTo>
                    <a:cubicBezTo>
                      <a:pt x="27" y="94"/>
                      <a:pt x="27" y="94"/>
                      <a:pt x="27" y="94"/>
                    </a:cubicBezTo>
                    <a:cubicBezTo>
                      <a:pt x="27" y="94"/>
                      <a:pt x="29" y="97"/>
                      <a:pt x="27" y="99"/>
                    </a:cubicBezTo>
                    <a:cubicBezTo>
                      <a:pt x="27" y="99"/>
                      <a:pt x="39" y="100"/>
                      <a:pt x="43" y="88"/>
                    </a:cubicBezTo>
                    <a:cubicBezTo>
                      <a:pt x="43" y="88"/>
                      <a:pt x="47" y="65"/>
                      <a:pt x="42" y="46"/>
                    </a:cubicBezTo>
                    <a:cubicBezTo>
                      <a:pt x="42" y="46"/>
                      <a:pt x="56" y="41"/>
                      <a:pt x="52" y="27"/>
                    </a:cubicBezTo>
                    <a:cubicBezTo>
                      <a:pt x="52" y="27"/>
                      <a:pt x="71" y="13"/>
                      <a:pt x="73" y="12"/>
                    </a:cubicBezTo>
                    <a:cubicBezTo>
                      <a:pt x="73" y="12"/>
                      <a:pt x="82" y="1"/>
                      <a:pt x="67" y="0"/>
                    </a:cubicBezTo>
                    <a:cubicBezTo>
                      <a:pt x="67" y="0"/>
                      <a:pt x="42" y="0"/>
                      <a:pt x="23" y="9"/>
                    </a:cubicBezTo>
                    <a:cubicBezTo>
                      <a:pt x="23" y="9"/>
                      <a:pt x="16" y="14"/>
                      <a:pt x="13" y="14"/>
                    </a:cubicBezTo>
                    <a:cubicBezTo>
                      <a:pt x="13" y="14"/>
                      <a:pt x="6" y="15"/>
                      <a:pt x="5" y="17"/>
                    </a:cubicBezTo>
                    <a:close/>
                    <a:moveTo>
                      <a:pt x="35" y="19"/>
                    </a:moveTo>
                    <a:cubicBezTo>
                      <a:pt x="36" y="20"/>
                      <a:pt x="36" y="20"/>
                      <a:pt x="36" y="20"/>
                    </a:cubicBezTo>
                    <a:cubicBezTo>
                      <a:pt x="43" y="26"/>
                      <a:pt x="24" y="37"/>
                      <a:pt x="24" y="37"/>
                    </a:cubicBezTo>
                    <a:cubicBezTo>
                      <a:pt x="18" y="35"/>
                      <a:pt x="19" y="25"/>
                      <a:pt x="19" y="25"/>
                    </a:cubicBezTo>
                    <a:cubicBezTo>
                      <a:pt x="20" y="18"/>
                      <a:pt x="35" y="19"/>
                      <a:pt x="35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7" name="isļïḍe"/>
              <p:cNvSpPr/>
              <p:nvPr/>
            </p:nvSpPr>
            <p:spPr bwMode="auto">
              <a:xfrm>
                <a:off x="5227638" y="3540125"/>
                <a:ext cx="85725" cy="103188"/>
              </a:xfrm>
              <a:custGeom>
                <a:avLst/>
                <a:gdLst>
                  <a:gd name="T0" fmla="*/ 4 w 26"/>
                  <a:gd name="T1" fmla="*/ 5 h 31"/>
                  <a:gd name="T2" fmla="*/ 2 w 26"/>
                  <a:gd name="T3" fmla="*/ 23 h 31"/>
                  <a:gd name="T4" fmla="*/ 11 w 26"/>
                  <a:gd name="T5" fmla="*/ 28 h 31"/>
                  <a:gd name="T6" fmla="*/ 17 w 26"/>
                  <a:gd name="T7" fmla="*/ 19 h 31"/>
                  <a:gd name="T8" fmla="*/ 25 w 26"/>
                  <a:gd name="T9" fmla="*/ 9 h 31"/>
                  <a:gd name="T10" fmla="*/ 23 w 26"/>
                  <a:gd name="T11" fmla="*/ 7 h 31"/>
                  <a:gd name="T12" fmla="*/ 12 w 26"/>
                  <a:gd name="T13" fmla="*/ 3 h 31"/>
                  <a:gd name="T14" fmla="*/ 4 w 26"/>
                  <a:gd name="T15" fmla="*/ 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31">
                    <a:moveTo>
                      <a:pt x="4" y="5"/>
                    </a:moveTo>
                    <a:cubicBezTo>
                      <a:pt x="4" y="5"/>
                      <a:pt x="0" y="15"/>
                      <a:pt x="2" y="23"/>
                    </a:cubicBezTo>
                    <a:cubicBezTo>
                      <a:pt x="2" y="23"/>
                      <a:pt x="4" y="31"/>
                      <a:pt x="11" y="28"/>
                    </a:cubicBezTo>
                    <a:cubicBezTo>
                      <a:pt x="11" y="28"/>
                      <a:pt x="14" y="26"/>
                      <a:pt x="17" y="19"/>
                    </a:cubicBezTo>
                    <a:cubicBezTo>
                      <a:pt x="17" y="19"/>
                      <a:pt x="20" y="10"/>
                      <a:pt x="25" y="9"/>
                    </a:cubicBezTo>
                    <a:cubicBezTo>
                      <a:pt x="25" y="9"/>
                      <a:pt x="26" y="6"/>
                      <a:pt x="23" y="7"/>
                    </a:cubicBezTo>
                    <a:cubicBezTo>
                      <a:pt x="23" y="7"/>
                      <a:pt x="16" y="8"/>
                      <a:pt x="12" y="3"/>
                    </a:cubicBezTo>
                    <a:cubicBezTo>
                      <a:pt x="12" y="3"/>
                      <a:pt x="6" y="0"/>
                      <a:pt x="4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8" name="íṣḷíḋê"/>
              <p:cNvSpPr/>
              <p:nvPr/>
            </p:nvSpPr>
            <p:spPr bwMode="auto">
              <a:xfrm>
                <a:off x="5502276" y="3421063"/>
                <a:ext cx="134938" cy="158750"/>
              </a:xfrm>
              <a:custGeom>
                <a:avLst/>
                <a:gdLst>
                  <a:gd name="T0" fmla="*/ 0 w 41"/>
                  <a:gd name="T1" fmla="*/ 18 h 48"/>
                  <a:gd name="T2" fmla="*/ 35 w 41"/>
                  <a:gd name="T3" fmla="*/ 19 h 48"/>
                  <a:gd name="T4" fmla="*/ 29 w 41"/>
                  <a:gd name="T5" fmla="*/ 41 h 48"/>
                  <a:gd name="T6" fmla="*/ 14 w 41"/>
                  <a:gd name="T7" fmla="*/ 37 h 48"/>
                  <a:gd name="T8" fmla="*/ 0 w 41"/>
                  <a:gd name="T9" fmla="*/ 1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48">
                    <a:moveTo>
                      <a:pt x="0" y="18"/>
                    </a:moveTo>
                    <a:cubicBezTo>
                      <a:pt x="0" y="18"/>
                      <a:pt x="14" y="0"/>
                      <a:pt x="35" y="19"/>
                    </a:cubicBezTo>
                    <a:cubicBezTo>
                      <a:pt x="35" y="19"/>
                      <a:pt x="41" y="28"/>
                      <a:pt x="29" y="41"/>
                    </a:cubicBezTo>
                    <a:cubicBezTo>
                      <a:pt x="29" y="41"/>
                      <a:pt x="21" y="48"/>
                      <a:pt x="14" y="37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9" name="iṧľïdé"/>
              <p:cNvSpPr/>
              <p:nvPr/>
            </p:nvSpPr>
            <p:spPr bwMode="auto">
              <a:xfrm>
                <a:off x="5707063" y="3151188"/>
                <a:ext cx="257175" cy="455613"/>
              </a:xfrm>
              <a:custGeom>
                <a:avLst/>
                <a:gdLst>
                  <a:gd name="T0" fmla="*/ 48 w 78"/>
                  <a:gd name="T1" fmla="*/ 1 h 137"/>
                  <a:gd name="T2" fmla="*/ 40 w 78"/>
                  <a:gd name="T3" fmla="*/ 15 h 137"/>
                  <a:gd name="T4" fmla="*/ 34 w 78"/>
                  <a:gd name="T5" fmla="*/ 27 h 137"/>
                  <a:gd name="T6" fmla="*/ 26 w 78"/>
                  <a:gd name="T7" fmla="*/ 38 h 137"/>
                  <a:gd name="T8" fmla="*/ 33 w 78"/>
                  <a:gd name="T9" fmla="*/ 64 h 137"/>
                  <a:gd name="T10" fmla="*/ 31 w 78"/>
                  <a:gd name="T11" fmla="*/ 81 h 137"/>
                  <a:gd name="T12" fmla="*/ 20 w 78"/>
                  <a:gd name="T13" fmla="*/ 87 h 137"/>
                  <a:gd name="T14" fmla="*/ 2 w 78"/>
                  <a:gd name="T15" fmla="*/ 102 h 137"/>
                  <a:gd name="T16" fmla="*/ 9 w 78"/>
                  <a:gd name="T17" fmla="*/ 109 h 137"/>
                  <a:gd name="T18" fmla="*/ 19 w 78"/>
                  <a:gd name="T19" fmla="*/ 102 h 137"/>
                  <a:gd name="T20" fmla="*/ 27 w 78"/>
                  <a:gd name="T21" fmla="*/ 107 h 137"/>
                  <a:gd name="T22" fmla="*/ 32 w 78"/>
                  <a:gd name="T23" fmla="*/ 129 h 137"/>
                  <a:gd name="T24" fmla="*/ 35 w 78"/>
                  <a:gd name="T25" fmla="*/ 123 h 137"/>
                  <a:gd name="T26" fmla="*/ 41 w 78"/>
                  <a:gd name="T27" fmla="*/ 100 h 137"/>
                  <a:gd name="T28" fmla="*/ 55 w 78"/>
                  <a:gd name="T29" fmla="*/ 88 h 137"/>
                  <a:gd name="T30" fmla="*/ 60 w 78"/>
                  <a:gd name="T31" fmla="*/ 88 h 137"/>
                  <a:gd name="T32" fmla="*/ 60 w 78"/>
                  <a:gd name="T33" fmla="*/ 105 h 137"/>
                  <a:gd name="T34" fmla="*/ 57 w 78"/>
                  <a:gd name="T35" fmla="*/ 109 h 137"/>
                  <a:gd name="T36" fmla="*/ 53 w 78"/>
                  <a:gd name="T37" fmla="*/ 102 h 137"/>
                  <a:gd name="T38" fmla="*/ 49 w 78"/>
                  <a:gd name="T39" fmla="*/ 107 h 137"/>
                  <a:gd name="T40" fmla="*/ 53 w 78"/>
                  <a:gd name="T41" fmla="*/ 114 h 137"/>
                  <a:gd name="T42" fmla="*/ 55 w 78"/>
                  <a:gd name="T43" fmla="*/ 126 h 137"/>
                  <a:gd name="T44" fmla="*/ 64 w 78"/>
                  <a:gd name="T45" fmla="*/ 135 h 137"/>
                  <a:gd name="T46" fmla="*/ 71 w 78"/>
                  <a:gd name="T47" fmla="*/ 122 h 137"/>
                  <a:gd name="T48" fmla="*/ 70 w 78"/>
                  <a:gd name="T49" fmla="*/ 98 h 137"/>
                  <a:gd name="T50" fmla="*/ 71 w 78"/>
                  <a:gd name="T51" fmla="*/ 84 h 137"/>
                  <a:gd name="T52" fmla="*/ 70 w 78"/>
                  <a:gd name="T53" fmla="*/ 70 h 137"/>
                  <a:gd name="T54" fmla="*/ 72 w 78"/>
                  <a:gd name="T55" fmla="*/ 55 h 137"/>
                  <a:gd name="T56" fmla="*/ 59 w 78"/>
                  <a:gd name="T57" fmla="*/ 30 h 137"/>
                  <a:gd name="T58" fmla="*/ 42 w 78"/>
                  <a:gd name="T59" fmla="*/ 48 h 137"/>
                  <a:gd name="T60" fmla="*/ 37 w 78"/>
                  <a:gd name="T61" fmla="*/ 39 h 137"/>
                  <a:gd name="T62" fmla="*/ 39 w 78"/>
                  <a:gd name="T63" fmla="*/ 30 h 137"/>
                  <a:gd name="T64" fmla="*/ 72 w 78"/>
                  <a:gd name="T65" fmla="*/ 8 h 137"/>
                  <a:gd name="T66" fmla="*/ 63 w 78"/>
                  <a:gd name="T67" fmla="*/ 1 h 137"/>
                  <a:gd name="T68" fmla="*/ 48 w 78"/>
                  <a:gd name="T69" fmla="*/ 1 h 137"/>
                  <a:gd name="T70" fmla="*/ 60 w 78"/>
                  <a:gd name="T71" fmla="*/ 64 h 137"/>
                  <a:gd name="T72" fmla="*/ 54 w 78"/>
                  <a:gd name="T73" fmla="*/ 62 h 137"/>
                  <a:gd name="T74" fmla="*/ 47 w 78"/>
                  <a:gd name="T75" fmla="*/ 65 h 137"/>
                  <a:gd name="T76" fmla="*/ 43 w 78"/>
                  <a:gd name="T77" fmla="*/ 72 h 137"/>
                  <a:gd name="T78" fmla="*/ 53 w 78"/>
                  <a:gd name="T79" fmla="*/ 45 h 137"/>
                  <a:gd name="T80" fmla="*/ 60 w 78"/>
                  <a:gd name="T81" fmla="*/ 6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37">
                    <a:moveTo>
                      <a:pt x="48" y="1"/>
                    </a:moveTo>
                    <a:cubicBezTo>
                      <a:pt x="48" y="1"/>
                      <a:pt x="41" y="1"/>
                      <a:pt x="40" y="15"/>
                    </a:cubicBezTo>
                    <a:cubicBezTo>
                      <a:pt x="40" y="15"/>
                      <a:pt x="39" y="25"/>
                      <a:pt x="34" y="27"/>
                    </a:cubicBezTo>
                    <a:cubicBezTo>
                      <a:pt x="34" y="27"/>
                      <a:pt x="21" y="29"/>
                      <a:pt x="26" y="38"/>
                    </a:cubicBezTo>
                    <a:cubicBezTo>
                      <a:pt x="26" y="38"/>
                      <a:pt x="37" y="50"/>
                      <a:pt x="33" y="64"/>
                    </a:cubicBezTo>
                    <a:cubicBezTo>
                      <a:pt x="33" y="64"/>
                      <a:pt x="30" y="71"/>
                      <a:pt x="31" y="81"/>
                    </a:cubicBezTo>
                    <a:cubicBezTo>
                      <a:pt x="31" y="81"/>
                      <a:pt x="34" y="87"/>
                      <a:pt x="20" y="87"/>
                    </a:cubicBezTo>
                    <a:cubicBezTo>
                      <a:pt x="20" y="87"/>
                      <a:pt x="6" y="84"/>
                      <a:pt x="2" y="102"/>
                    </a:cubicBezTo>
                    <a:cubicBezTo>
                      <a:pt x="2" y="102"/>
                      <a:pt x="0" y="110"/>
                      <a:pt x="9" y="109"/>
                    </a:cubicBezTo>
                    <a:cubicBezTo>
                      <a:pt x="9" y="109"/>
                      <a:pt x="17" y="106"/>
                      <a:pt x="19" y="102"/>
                    </a:cubicBezTo>
                    <a:cubicBezTo>
                      <a:pt x="19" y="102"/>
                      <a:pt x="26" y="98"/>
                      <a:pt x="27" y="107"/>
                    </a:cubicBezTo>
                    <a:cubicBezTo>
                      <a:pt x="27" y="107"/>
                      <a:pt x="23" y="123"/>
                      <a:pt x="32" y="129"/>
                    </a:cubicBezTo>
                    <a:cubicBezTo>
                      <a:pt x="32" y="129"/>
                      <a:pt x="34" y="129"/>
                      <a:pt x="35" y="123"/>
                    </a:cubicBezTo>
                    <a:cubicBezTo>
                      <a:pt x="41" y="100"/>
                      <a:pt x="41" y="100"/>
                      <a:pt x="41" y="100"/>
                    </a:cubicBezTo>
                    <a:cubicBezTo>
                      <a:pt x="41" y="100"/>
                      <a:pt x="53" y="92"/>
                      <a:pt x="55" y="88"/>
                    </a:cubicBezTo>
                    <a:cubicBezTo>
                      <a:pt x="55" y="88"/>
                      <a:pt x="59" y="84"/>
                      <a:pt x="60" y="88"/>
                    </a:cubicBezTo>
                    <a:cubicBezTo>
                      <a:pt x="60" y="105"/>
                      <a:pt x="60" y="105"/>
                      <a:pt x="60" y="105"/>
                    </a:cubicBezTo>
                    <a:cubicBezTo>
                      <a:pt x="60" y="105"/>
                      <a:pt x="60" y="111"/>
                      <a:pt x="57" y="109"/>
                    </a:cubicBezTo>
                    <a:cubicBezTo>
                      <a:pt x="53" y="102"/>
                      <a:pt x="53" y="102"/>
                      <a:pt x="53" y="102"/>
                    </a:cubicBezTo>
                    <a:cubicBezTo>
                      <a:pt x="53" y="102"/>
                      <a:pt x="49" y="98"/>
                      <a:pt x="49" y="107"/>
                    </a:cubicBezTo>
                    <a:cubicBezTo>
                      <a:pt x="49" y="107"/>
                      <a:pt x="51" y="113"/>
                      <a:pt x="53" y="114"/>
                    </a:cubicBezTo>
                    <a:cubicBezTo>
                      <a:pt x="53" y="114"/>
                      <a:pt x="56" y="122"/>
                      <a:pt x="55" y="126"/>
                    </a:cubicBezTo>
                    <a:cubicBezTo>
                      <a:pt x="55" y="126"/>
                      <a:pt x="56" y="137"/>
                      <a:pt x="64" y="135"/>
                    </a:cubicBezTo>
                    <a:cubicBezTo>
                      <a:pt x="64" y="135"/>
                      <a:pt x="71" y="132"/>
                      <a:pt x="71" y="122"/>
                    </a:cubicBezTo>
                    <a:cubicBezTo>
                      <a:pt x="71" y="122"/>
                      <a:pt x="72" y="101"/>
                      <a:pt x="70" y="98"/>
                    </a:cubicBezTo>
                    <a:cubicBezTo>
                      <a:pt x="70" y="98"/>
                      <a:pt x="69" y="89"/>
                      <a:pt x="71" y="84"/>
                    </a:cubicBezTo>
                    <a:cubicBezTo>
                      <a:pt x="71" y="84"/>
                      <a:pt x="73" y="73"/>
                      <a:pt x="70" y="70"/>
                    </a:cubicBezTo>
                    <a:cubicBezTo>
                      <a:pt x="70" y="70"/>
                      <a:pt x="70" y="63"/>
                      <a:pt x="72" y="55"/>
                    </a:cubicBezTo>
                    <a:cubicBezTo>
                      <a:pt x="72" y="55"/>
                      <a:pt x="78" y="34"/>
                      <a:pt x="59" y="30"/>
                    </a:cubicBezTo>
                    <a:cubicBezTo>
                      <a:pt x="59" y="30"/>
                      <a:pt x="48" y="30"/>
                      <a:pt x="42" y="4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0" y="32"/>
                      <a:pt x="39" y="30"/>
                    </a:cubicBezTo>
                    <a:cubicBezTo>
                      <a:pt x="39" y="30"/>
                      <a:pt x="76" y="28"/>
                      <a:pt x="72" y="8"/>
                    </a:cubicBezTo>
                    <a:cubicBezTo>
                      <a:pt x="72" y="8"/>
                      <a:pt x="70" y="0"/>
                      <a:pt x="63" y="1"/>
                    </a:cubicBezTo>
                    <a:cubicBezTo>
                      <a:pt x="63" y="1"/>
                      <a:pt x="51" y="5"/>
                      <a:pt x="48" y="1"/>
                    </a:cubicBezTo>
                    <a:close/>
                    <a:moveTo>
                      <a:pt x="60" y="64"/>
                    </a:moveTo>
                    <a:cubicBezTo>
                      <a:pt x="60" y="68"/>
                      <a:pt x="54" y="62"/>
                      <a:pt x="54" y="62"/>
                    </a:cubicBezTo>
                    <a:cubicBezTo>
                      <a:pt x="47" y="53"/>
                      <a:pt x="47" y="65"/>
                      <a:pt x="47" y="65"/>
                    </a:cubicBezTo>
                    <a:cubicBezTo>
                      <a:pt x="46" y="71"/>
                      <a:pt x="43" y="72"/>
                      <a:pt x="43" y="72"/>
                    </a:cubicBezTo>
                    <a:cubicBezTo>
                      <a:pt x="42" y="43"/>
                      <a:pt x="53" y="45"/>
                      <a:pt x="53" y="45"/>
                    </a:cubicBezTo>
                    <a:cubicBezTo>
                      <a:pt x="57" y="46"/>
                      <a:pt x="60" y="64"/>
                      <a:pt x="60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87" name="ïṡḷïḓé"/>
              <p:cNvSpPr/>
              <p:nvPr/>
            </p:nvSpPr>
            <p:spPr bwMode="auto">
              <a:xfrm>
                <a:off x="5973763" y="3162300"/>
                <a:ext cx="238125" cy="171450"/>
              </a:xfrm>
              <a:custGeom>
                <a:avLst/>
                <a:gdLst>
                  <a:gd name="T0" fmla="*/ 13 w 72"/>
                  <a:gd name="T1" fmla="*/ 18 h 52"/>
                  <a:gd name="T2" fmla="*/ 31 w 72"/>
                  <a:gd name="T3" fmla="*/ 5 h 52"/>
                  <a:gd name="T4" fmla="*/ 53 w 72"/>
                  <a:gd name="T5" fmla="*/ 13 h 52"/>
                  <a:gd name="T6" fmla="*/ 48 w 72"/>
                  <a:gd name="T7" fmla="*/ 22 h 52"/>
                  <a:gd name="T8" fmla="*/ 50 w 72"/>
                  <a:gd name="T9" fmla="*/ 27 h 52"/>
                  <a:gd name="T10" fmla="*/ 67 w 72"/>
                  <a:gd name="T11" fmla="*/ 23 h 52"/>
                  <a:gd name="T12" fmla="*/ 68 w 72"/>
                  <a:gd name="T13" fmla="*/ 28 h 52"/>
                  <a:gd name="T14" fmla="*/ 43 w 72"/>
                  <a:gd name="T15" fmla="*/ 35 h 52"/>
                  <a:gd name="T16" fmla="*/ 29 w 72"/>
                  <a:gd name="T17" fmla="*/ 39 h 52"/>
                  <a:gd name="T18" fmla="*/ 5 w 72"/>
                  <a:gd name="T19" fmla="*/ 49 h 52"/>
                  <a:gd name="T20" fmla="*/ 8 w 72"/>
                  <a:gd name="T21" fmla="*/ 40 h 52"/>
                  <a:gd name="T22" fmla="*/ 25 w 72"/>
                  <a:gd name="T23" fmla="*/ 29 h 52"/>
                  <a:gd name="T24" fmla="*/ 17 w 72"/>
                  <a:gd name="T25" fmla="*/ 22 h 52"/>
                  <a:gd name="T26" fmla="*/ 13 w 72"/>
                  <a:gd name="T27" fmla="*/ 1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52">
                    <a:moveTo>
                      <a:pt x="13" y="18"/>
                    </a:moveTo>
                    <a:cubicBezTo>
                      <a:pt x="13" y="18"/>
                      <a:pt x="19" y="6"/>
                      <a:pt x="31" y="5"/>
                    </a:cubicBezTo>
                    <a:cubicBezTo>
                      <a:pt x="31" y="5"/>
                      <a:pt x="48" y="0"/>
                      <a:pt x="53" y="13"/>
                    </a:cubicBezTo>
                    <a:cubicBezTo>
                      <a:pt x="53" y="13"/>
                      <a:pt x="54" y="18"/>
                      <a:pt x="48" y="22"/>
                    </a:cubicBezTo>
                    <a:cubicBezTo>
                      <a:pt x="48" y="22"/>
                      <a:pt x="43" y="28"/>
                      <a:pt x="50" y="27"/>
                    </a:cubicBezTo>
                    <a:cubicBezTo>
                      <a:pt x="50" y="27"/>
                      <a:pt x="60" y="28"/>
                      <a:pt x="67" y="23"/>
                    </a:cubicBezTo>
                    <a:cubicBezTo>
                      <a:pt x="67" y="23"/>
                      <a:pt x="72" y="23"/>
                      <a:pt x="68" y="28"/>
                    </a:cubicBezTo>
                    <a:cubicBezTo>
                      <a:pt x="68" y="28"/>
                      <a:pt x="60" y="38"/>
                      <a:pt x="43" y="35"/>
                    </a:cubicBezTo>
                    <a:cubicBezTo>
                      <a:pt x="43" y="35"/>
                      <a:pt x="37" y="31"/>
                      <a:pt x="29" y="39"/>
                    </a:cubicBezTo>
                    <a:cubicBezTo>
                      <a:pt x="29" y="39"/>
                      <a:pt x="12" y="52"/>
                      <a:pt x="5" y="49"/>
                    </a:cubicBezTo>
                    <a:cubicBezTo>
                      <a:pt x="5" y="49"/>
                      <a:pt x="0" y="42"/>
                      <a:pt x="8" y="40"/>
                    </a:cubicBezTo>
                    <a:cubicBezTo>
                      <a:pt x="8" y="40"/>
                      <a:pt x="25" y="38"/>
                      <a:pt x="25" y="29"/>
                    </a:cubicBezTo>
                    <a:cubicBezTo>
                      <a:pt x="25" y="29"/>
                      <a:pt x="23" y="24"/>
                      <a:pt x="17" y="22"/>
                    </a:cubicBezTo>
                    <a:lnTo>
                      <a:pt x="13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88" name="îṥ1ïḋè"/>
              <p:cNvSpPr/>
              <p:nvPr/>
            </p:nvSpPr>
            <p:spPr bwMode="auto">
              <a:xfrm>
                <a:off x="5954713" y="3290888"/>
                <a:ext cx="328613" cy="279400"/>
              </a:xfrm>
              <a:custGeom>
                <a:avLst/>
                <a:gdLst>
                  <a:gd name="T0" fmla="*/ 21 w 100"/>
                  <a:gd name="T1" fmla="*/ 22 h 84"/>
                  <a:gd name="T2" fmla="*/ 45 w 100"/>
                  <a:gd name="T3" fmla="*/ 10 h 84"/>
                  <a:gd name="T4" fmla="*/ 60 w 100"/>
                  <a:gd name="T5" fmla="*/ 12 h 84"/>
                  <a:gd name="T6" fmla="*/ 55 w 100"/>
                  <a:gd name="T7" fmla="*/ 20 h 84"/>
                  <a:gd name="T8" fmla="*/ 56 w 100"/>
                  <a:gd name="T9" fmla="*/ 54 h 84"/>
                  <a:gd name="T10" fmla="*/ 81 w 100"/>
                  <a:gd name="T11" fmla="*/ 58 h 84"/>
                  <a:gd name="T12" fmla="*/ 83 w 100"/>
                  <a:gd name="T13" fmla="*/ 43 h 84"/>
                  <a:gd name="T14" fmla="*/ 91 w 100"/>
                  <a:gd name="T15" fmla="*/ 60 h 84"/>
                  <a:gd name="T16" fmla="*/ 85 w 100"/>
                  <a:gd name="T17" fmla="*/ 83 h 84"/>
                  <a:gd name="T18" fmla="*/ 75 w 100"/>
                  <a:gd name="T19" fmla="*/ 84 h 84"/>
                  <a:gd name="T20" fmla="*/ 42 w 100"/>
                  <a:gd name="T21" fmla="*/ 55 h 84"/>
                  <a:gd name="T22" fmla="*/ 40 w 100"/>
                  <a:gd name="T23" fmla="*/ 38 h 84"/>
                  <a:gd name="T24" fmla="*/ 33 w 100"/>
                  <a:gd name="T25" fmla="*/ 29 h 84"/>
                  <a:gd name="T26" fmla="*/ 28 w 100"/>
                  <a:gd name="T27" fmla="*/ 38 h 84"/>
                  <a:gd name="T28" fmla="*/ 6 w 100"/>
                  <a:gd name="T29" fmla="*/ 78 h 84"/>
                  <a:gd name="T30" fmla="*/ 3 w 100"/>
                  <a:gd name="T31" fmla="*/ 71 h 84"/>
                  <a:gd name="T32" fmla="*/ 7 w 100"/>
                  <a:gd name="T33" fmla="*/ 59 h 84"/>
                  <a:gd name="T34" fmla="*/ 10 w 100"/>
                  <a:gd name="T35" fmla="*/ 51 h 84"/>
                  <a:gd name="T36" fmla="*/ 21 w 100"/>
                  <a:gd name="T37" fmla="*/ 2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84">
                    <a:moveTo>
                      <a:pt x="21" y="22"/>
                    </a:moveTo>
                    <a:cubicBezTo>
                      <a:pt x="21" y="22"/>
                      <a:pt x="40" y="19"/>
                      <a:pt x="45" y="10"/>
                    </a:cubicBezTo>
                    <a:cubicBezTo>
                      <a:pt x="45" y="10"/>
                      <a:pt x="54" y="0"/>
                      <a:pt x="60" y="12"/>
                    </a:cubicBezTo>
                    <a:cubicBezTo>
                      <a:pt x="60" y="12"/>
                      <a:pt x="62" y="14"/>
                      <a:pt x="55" y="20"/>
                    </a:cubicBezTo>
                    <a:cubicBezTo>
                      <a:pt x="55" y="20"/>
                      <a:pt x="45" y="40"/>
                      <a:pt x="56" y="54"/>
                    </a:cubicBezTo>
                    <a:cubicBezTo>
                      <a:pt x="56" y="54"/>
                      <a:pt x="76" y="77"/>
                      <a:pt x="81" y="58"/>
                    </a:cubicBezTo>
                    <a:cubicBezTo>
                      <a:pt x="83" y="43"/>
                      <a:pt x="83" y="43"/>
                      <a:pt x="83" y="43"/>
                    </a:cubicBezTo>
                    <a:cubicBezTo>
                      <a:pt x="83" y="43"/>
                      <a:pt x="86" y="43"/>
                      <a:pt x="91" y="60"/>
                    </a:cubicBezTo>
                    <a:cubicBezTo>
                      <a:pt x="91" y="60"/>
                      <a:pt x="100" y="82"/>
                      <a:pt x="85" y="83"/>
                    </a:cubicBezTo>
                    <a:cubicBezTo>
                      <a:pt x="85" y="83"/>
                      <a:pt x="80" y="81"/>
                      <a:pt x="75" y="84"/>
                    </a:cubicBezTo>
                    <a:cubicBezTo>
                      <a:pt x="75" y="84"/>
                      <a:pt x="46" y="79"/>
                      <a:pt x="42" y="55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8"/>
                      <a:pt x="42" y="28"/>
                      <a:pt x="33" y="29"/>
                    </a:cubicBezTo>
                    <a:cubicBezTo>
                      <a:pt x="33" y="29"/>
                      <a:pt x="28" y="31"/>
                      <a:pt x="28" y="38"/>
                    </a:cubicBezTo>
                    <a:cubicBezTo>
                      <a:pt x="28" y="38"/>
                      <a:pt x="21" y="75"/>
                      <a:pt x="6" y="78"/>
                    </a:cubicBezTo>
                    <a:cubicBezTo>
                      <a:pt x="6" y="78"/>
                      <a:pt x="0" y="76"/>
                      <a:pt x="3" y="71"/>
                    </a:cubicBezTo>
                    <a:cubicBezTo>
                      <a:pt x="3" y="71"/>
                      <a:pt x="7" y="66"/>
                      <a:pt x="7" y="59"/>
                    </a:cubicBezTo>
                    <a:cubicBezTo>
                      <a:pt x="7" y="59"/>
                      <a:pt x="7" y="55"/>
                      <a:pt x="10" y="51"/>
                    </a:cubicBezTo>
                    <a:cubicBezTo>
                      <a:pt x="10" y="51"/>
                      <a:pt x="23" y="29"/>
                      <a:pt x="21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89" name="ïsľîdé"/>
              <p:cNvSpPr/>
              <p:nvPr/>
            </p:nvSpPr>
            <p:spPr bwMode="auto">
              <a:xfrm>
                <a:off x="6310313" y="3105150"/>
                <a:ext cx="471488" cy="511175"/>
              </a:xfrm>
              <a:custGeom>
                <a:avLst/>
                <a:gdLst>
                  <a:gd name="T0" fmla="*/ 38 w 143"/>
                  <a:gd name="T1" fmla="*/ 18 h 154"/>
                  <a:gd name="T2" fmla="*/ 51 w 143"/>
                  <a:gd name="T3" fmla="*/ 9 h 154"/>
                  <a:gd name="T4" fmla="*/ 78 w 143"/>
                  <a:gd name="T5" fmla="*/ 11 h 154"/>
                  <a:gd name="T6" fmla="*/ 83 w 143"/>
                  <a:gd name="T7" fmla="*/ 26 h 154"/>
                  <a:gd name="T8" fmla="*/ 82 w 143"/>
                  <a:gd name="T9" fmla="*/ 33 h 154"/>
                  <a:gd name="T10" fmla="*/ 115 w 143"/>
                  <a:gd name="T11" fmla="*/ 23 h 154"/>
                  <a:gd name="T12" fmla="*/ 124 w 143"/>
                  <a:gd name="T13" fmla="*/ 25 h 154"/>
                  <a:gd name="T14" fmla="*/ 132 w 143"/>
                  <a:gd name="T15" fmla="*/ 44 h 154"/>
                  <a:gd name="T16" fmla="*/ 122 w 143"/>
                  <a:gd name="T17" fmla="*/ 46 h 154"/>
                  <a:gd name="T18" fmla="*/ 98 w 143"/>
                  <a:gd name="T19" fmla="*/ 51 h 154"/>
                  <a:gd name="T20" fmla="*/ 97 w 143"/>
                  <a:gd name="T21" fmla="*/ 57 h 154"/>
                  <a:gd name="T22" fmla="*/ 94 w 143"/>
                  <a:gd name="T23" fmla="*/ 66 h 154"/>
                  <a:gd name="T24" fmla="*/ 76 w 143"/>
                  <a:gd name="T25" fmla="*/ 78 h 154"/>
                  <a:gd name="T26" fmla="*/ 71 w 143"/>
                  <a:gd name="T27" fmla="*/ 84 h 154"/>
                  <a:gd name="T28" fmla="*/ 71 w 143"/>
                  <a:gd name="T29" fmla="*/ 89 h 154"/>
                  <a:gd name="T30" fmla="*/ 86 w 143"/>
                  <a:gd name="T31" fmla="*/ 83 h 154"/>
                  <a:gd name="T32" fmla="*/ 92 w 143"/>
                  <a:gd name="T33" fmla="*/ 92 h 154"/>
                  <a:gd name="T34" fmla="*/ 79 w 143"/>
                  <a:gd name="T35" fmla="*/ 103 h 154"/>
                  <a:gd name="T36" fmla="*/ 77 w 143"/>
                  <a:gd name="T37" fmla="*/ 110 h 154"/>
                  <a:gd name="T38" fmla="*/ 80 w 143"/>
                  <a:gd name="T39" fmla="*/ 117 h 154"/>
                  <a:gd name="T40" fmla="*/ 105 w 143"/>
                  <a:gd name="T41" fmla="*/ 110 h 154"/>
                  <a:gd name="T42" fmla="*/ 113 w 143"/>
                  <a:gd name="T43" fmla="*/ 112 h 154"/>
                  <a:gd name="T44" fmla="*/ 119 w 143"/>
                  <a:gd name="T45" fmla="*/ 125 h 154"/>
                  <a:gd name="T46" fmla="*/ 105 w 143"/>
                  <a:gd name="T47" fmla="*/ 130 h 154"/>
                  <a:gd name="T48" fmla="*/ 41 w 143"/>
                  <a:gd name="T49" fmla="*/ 148 h 154"/>
                  <a:gd name="T50" fmla="*/ 28 w 143"/>
                  <a:gd name="T51" fmla="*/ 145 h 154"/>
                  <a:gd name="T52" fmla="*/ 36 w 143"/>
                  <a:gd name="T53" fmla="*/ 131 h 154"/>
                  <a:gd name="T54" fmla="*/ 61 w 143"/>
                  <a:gd name="T55" fmla="*/ 118 h 154"/>
                  <a:gd name="T56" fmla="*/ 56 w 143"/>
                  <a:gd name="T57" fmla="*/ 113 h 154"/>
                  <a:gd name="T58" fmla="*/ 48 w 143"/>
                  <a:gd name="T59" fmla="*/ 98 h 154"/>
                  <a:gd name="T60" fmla="*/ 75 w 143"/>
                  <a:gd name="T61" fmla="*/ 67 h 154"/>
                  <a:gd name="T62" fmla="*/ 83 w 143"/>
                  <a:gd name="T63" fmla="*/ 50 h 154"/>
                  <a:gd name="T64" fmla="*/ 100 w 143"/>
                  <a:gd name="T65" fmla="*/ 42 h 154"/>
                  <a:gd name="T66" fmla="*/ 93 w 143"/>
                  <a:gd name="T67" fmla="*/ 38 h 154"/>
                  <a:gd name="T68" fmla="*/ 58 w 143"/>
                  <a:gd name="T69" fmla="*/ 54 h 154"/>
                  <a:gd name="T70" fmla="*/ 40 w 143"/>
                  <a:gd name="T71" fmla="*/ 62 h 154"/>
                  <a:gd name="T72" fmla="*/ 30 w 143"/>
                  <a:gd name="T73" fmla="*/ 70 h 154"/>
                  <a:gd name="T74" fmla="*/ 11 w 143"/>
                  <a:gd name="T75" fmla="*/ 77 h 154"/>
                  <a:gd name="T76" fmla="*/ 8 w 143"/>
                  <a:gd name="T77" fmla="*/ 55 h 154"/>
                  <a:gd name="T78" fmla="*/ 27 w 143"/>
                  <a:gd name="T79" fmla="*/ 36 h 154"/>
                  <a:gd name="T80" fmla="*/ 32 w 143"/>
                  <a:gd name="T81" fmla="*/ 42 h 154"/>
                  <a:gd name="T82" fmla="*/ 35 w 143"/>
                  <a:gd name="T83" fmla="*/ 49 h 154"/>
                  <a:gd name="T84" fmla="*/ 60 w 143"/>
                  <a:gd name="T85" fmla="*/ 39 h 154"/>
                  <a:gd name="T86" fmla="*/ 53 w 143"/>
                  <a:gd name="T87" fmla="*/ 31 h 154"/>
                  <a:gd name="T88" fmla="*/ 53 w 143"/>
                  <a:gd name="T89" fmla="*/ 31 h 154"/>
                  <a:gd name="T90" fmla="*/ 38 w 143"/>
                  <a:gd name="T91" fmla="*/ 18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43" h="154">
                    <a:moveTo>
                      <a:pt x="38" y="18"/>
                    </a:moveTo>
                    <a:cubicBezTo>
                      <a:pt x="38" y="18"/>
                      <a:pt x="42" y="10"/>
                      <a:pt x="51" y="9"/>
                    </a:cubicBezTo>
                    <a:cubicBezTo>
                      <a:pt x="51" y="9"/>
                      <a:pt x="68" y="0"/>
                      <a:pt x="78" y="11"/>
                    </a:cubicBezTo>
                    <a:cubicBezTo>
                      <a:pt x="78" y="11"/>
                      <a:pt x="87" y="19"/>
                      <a:pt x="83" y="26"/>
                    </a:cubicBezTo>
                    <a:cubicBezTo>
                      <a:pt x="83" y="26"/>
                      <a:pt x="77" y="29"/>
                      <a:pt x="82" y="33"/>
                    </a:cubicBezTo>
                    <a:cubicBezTo>
                      <a:pt x="115" y="23"/>
                      <a:pt x="115" y="23"/>
                      <a:pt x="115" y="23"/>
                    </a:cubicBezTo>
                    <a:cubicBezTo>
                      <a:pt x="115" y="23"/>
                      <a:pt x="119" y="21"/>
                      <a:pt x="124" y="25"/>
                    </a:cubicBezTo>
                    <a:cubicBezTo>
                      <a:pt x="124" y="25"/>
                      <a:pt x="143" y="36"/>
                      <a:pt x="132" y="44"/>
                    </a:cubicBezTo>
                    <a:cubicBezTo>
                      <a:pt x="132" y="44"/>
                      <a:pt x="126" y="47"/>
                      <a:pt x="122" y="46"/>
                    </a:cubicBezTo>
                    <a:cubicBezTo>
                      <a:pt x="98" y="51"/>
                      <a:pt x="98" y="51"/>
                      <a:pt x="98" y="51"/>
                    </a:cubicBezTo>
                    <a:cubicBezTo>
                      <a:pt x="98" y="51"/>
                      <a:pt x="94" y="53"/>
                      <a:pt x="97" y="57"/>
                    </a:cubicBezTo>
                    <a:cubicBezTo>
                      <a:pt x="97" y="57"/>
                      <a:pt x="99" y="63"/>
                      <a:pt x="94" y="66"/>
                    </a:cubicBezTo>
                    <a:cubicBezTo>
                      <a:pt x="94" y="66"/>
                      <a:pt x="76" y="75"/>
                      <a:pt x="76" y="78"/>
                    </a:cubicBezTo>
                    <a:cubicBezTo>
                      <a:pt x="71" y="84"/>
                      <a:pt x="71" y="84"/>
                      <a:pt x="71" y="84"/>
                    </a:cubicBezTo>
                    <a:cubicBezTo>
                      <a:pt x="71" y="84"/>
                      <a:pt x="65" y="87"/>
                      <a:pt x="71" y="89"/>
                    </a:cubicBezTo>
                    <a:cubicBezTo>
                      <a:pt x="86" y="83"/>
                      <a:pt x="86" y="83"/>
                      <a:pt x="86" y="83"/>
                    </a:cubicBezTo>
                    <a:cubicBezTo>
                      <a:pt x="86" y="83"/>
                      <a:pt x="94" y="81"/>
                      <a:pt x="92" y="92"/>
                    </a:cubicBezTo>
                    <a:cubicBezTo>
                      <a:pt x="92" y="92"/>
                      <a:pt x="86" y="101"/>
                      <a:pt x="79" y="103"/>
                    </a:cubicBezTo>
                    <a:cubicBezTo>
                      <a:pt x="79" y="103"/>
                      <a:pt x="79" y="107"/>
                      <a:pt x="77" y="110"/>
                    </a:cubicBezTo>
                    <a:cubicBezTo>
                      <a:pt x="77" y="110"/>
                      <a:pt x="77" y="116"/>
                      <a:pt x="80" y="117"/>
                    </a:cubicBezTo>
                    <a:cubicBezTo>
                      <a:pt x="105" y="110"/>
                      <a:pt x="105" y="110"/>
                      <a:pt x="105" y="110"/>
                    </a:cubicBezTo>
                    <a:cubicBezTo>
                      <a:pt x="105" y="110"/>
                      <a:pt x="110" y="109"/>
                      <a:pt x="113" y="112"/>
                    </a:cubicBezTo>
                    <a:cubicBezTo>
                      <a:pt x="113" y="112"/>
                      <a:pt x="121" y="117"/>
                      <a:pt x="119" y="125"/>
                    </a:cubicBezTo>
                    <a:cubicBezTo>
                      <a:pt x="119" y="125"/>
                      <a:pt x="114" y="132"/>
                      <a:pt x="105" y="130"/>
                    </a:cubicBezTo>
                    <a:cubicBezTo>
                      <a:pt x="105" y="130"/>
                      <a:pt x="64" y="132"/>
                      <a:pt x="41" y="148"/>
                    </a:cubicBezTo>
                    <a:cubicBezTo>
                      <a:pt x="41" y="148"/>
                      <a:pt x="33" y="154"/>
                      <a:pt x="28" y="145"/>
                    </a:cubicBezTo>
                    <a:cubicBezTo>
                      <a:pt x="28" y="145"/>
                      <a:pt x="26" y="133"/>
                      <a:pt x="36" y="131"/>
                    </a:cubicBezTo>
                    <a:cubicBezTo>
                      <a:pt x="36" y="131"/>
                      <a:pt x="69" y="129"/>
                      <a:pt x="61" y="118"/>
                    </a:cubicBezTo>
                    <a:cubicBezTo>
                      <a:pt x="56" y="113"/>
                      <a:pt x="56" y="113"/>
                      <a:pt x="56" y="113"/>
                    </a:cubicBezTo>
                    <a:cubicBezTo>
                      <a:pt x="56" y="113"/>
                      <a:pt x="44" y="105"/>
                      <a:pt x="48" y="98"/>
                    </a:cubicBezTo>
                    <a:cubicBezTo>
                      <a:pt x="48" y="98"/>
                      <a:pt x="73" y="86"/>
                      <a:pt x="75" y="67"/>
                    </a:cubicBezTo>
                    <a:cubicBezTo>
                      <a:pt x="75" y="67"/>
                      <a:pt x="73" y="52"/>
                      <a:pt x="83" y="50"/>
                    </a:cubicBezTo>
                    <a:cubicBezTo>
                      <a:pt x="83" y="50"/>
                      <a:pt x="95" y="52"/>
                      <a:pt x="100" y="42"/>
                    </a:cubicBezTo>
                    <a:cubicBezTo>
                      <a:pt x="100" y="42"/>
                      <a:pt x="104" y="31"/>
                      <a:pt x="93" y="38"/>
                    </a:cubicBezTo>
                    <a:cubicBezTo>
                      <a:pt x="93" y="38"/>
                      <a:pt x="66" y="46"/>
                      <a:pt x="58" y="54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35" y="62"/>
                      <a:pt x="30" y="70"/>
                    </a:cubicBezTo>
                    <a:cubicBezTo>
                      <a:pt x="30" y="70"/>
                      <a:pt x="21" y="86"/>
                      <a:pt x="11" y="77"/>
                    </a:cubicBezTo>
                    <a:cubicBezTo>
                      <a:pt x="11" y="77"/>
                      <a:pt x="0" y="69"/>
                      <a:pt x="8" y="55"/>
                    </a:cubicBezTo>
                    <a:cubicBezTo>
                      <a:pt x="8" y="55"/>
                      <a:pt x="15" y="42"/>
                      <a:pt x="27" y="36"/>
                    </a:cubicBezTo>
                    <a:cubicBezTo>
                      <a:pt x="27" y="36"/>
                      <a:pt x="33" y="38"/>
                      <a:pt x="32" y="42"/>
                    </a:cubicBezTo>
                    <a:cubicBezTo>
                      <a:pt x="32" y="42"/>
                      <a:pt x="29" y="50"/>
                      <a:pt x="35" y="49"/>
                    </a:cubicBezTo>
                    <a:cubicBezTo>
                      <a:pt x="35" y="49"/>
                      <a:pt x="52" y="51"/>
                      <a:pt x="60" y="39"/>
                    </a:cubicBezTo>
                    <a:cubicBezTo>
                      <a:pt x="60" y="39"/>
                      <a:pt x="58" y="33"/>
                      <a:pt x="53" y="31"/>
                    </a:cubicBezTo>
                    <a:cubicBezTo>
                      <a:pt x="53" y="31"/>
                      <a:pt x="53" y="31"/>
                      <a:pt x="53" y="31"/>
                    </a:cubicBezTo>
                    <a:cubicBezTo>
                      <a:pt x="48" y="28"/>
                      <a:pt x="41" y="18"/>
                      <a:pt x="38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5" name="íṩlíďê"/>
              <p:cNvSpPr/>
              <p:nvPr/>
            </p:nvSpPr>
            <p:spPr bwMode="auto">
              <a:xfrm>
                <a:off x="6448426" y="3314700"/>
                <a:ext cx="79375" cy="88900"/>
              </a:xfrm>
              <a:custGeom>
                <a:avLst/>
                <a:gdLst>
                  <a:gd name="T0" fmla="*/ 23 w 24"/>
                  <a:gd name="T1" fmla="*/ 3 h 27"/>
                  <a:gd name="T2" fmla="*/ 18 w 24"/>
                  <a:gd name="T3" fmla="*/ 13 h 27"/>
                  <a:gd name="T4" fmla="*/ 5 w 24"/>
                  <a:gd name="T5" fmla="*/ 16 h 27"/>
                  <a:gd name="T6" fmla="*/ 3 w 24"/>
                  <a:gd name="T7" fmla="*/ 3 h 27"/>
                  <a:gd name="T8" fmla="*/ 7 w 24"/>
                  <a:gd name="T9" fmla="*/ 3 h 27"/>
                  <a:gd name="T10" fmla="*/ 20 w 24"/>
                  <a:gd name="T11" fmla="*/ 1 h 27"/>
                  <a:gd name="T12" fmla="*/ 23 w 24"/>
                  <a:gd name="T13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27">
                    <a:moveTo>
                      <a:pt x="23" y="3"/>
                    </a:moveTo>
                    <a:cubicBezTo>
                      <a:pt x="23" y="3"/>
                      <a:pt x="20" y="11"/>
                      <a:pt x="18" y="13"/>
                    </a:cubicBezTo>
                    <a:cubicBezTo>
                      <a:pt x="18" y="13"/>
                      <a:pt x="11" y="27"/>
                      <a:pt x="5" y="16"/>
                    </a:cubicBezTo>
                    <a:cubicBezTo>
                      <a:pt x="5" y="16"/>
                      <a:pt x="0" y="13"/>
                      <a:pt x="3" y="3"/>
                    </a:cubicBezTo>
                    <a:cubicBezTo>
                      <a:pt x="3" y="3"/>
                      <a:pt x="6" y="0"/>
                      <a:pt x="7" y="3"/>
                    </a:cubicBezTo>
                    <a:cubicBezTo>
                      <a:pt x="7" y="3"/>
                      <a:pt x="13" y="8"/>
                      <a:pt x="20" y="1"/>
                    </a:cubicBezTo>
                    <a:cubicBezTo>
                      <a:pt x="20" y="1"/>
                      <a:pt x="24" y="0"/>
                      <a:pt x="23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6" name="işḷïďè"/>
              <p:cNvSpPr/>
              <p:nvPr/>
            </p:nvSpPr>
            <p:spPr bwMode="auto">
              <a:xfrm>
                <a:off x="6448426" y="3314700"/>
                <a:ext cx="79375" cy="88900"/>
              </a:xfrm>
              <a:custGeom>
                <a:avLst/>
                <a:gdLst>
                  <a:gd name="T0" fmla="*/ 23 w 24"/>
                  <a:gd name="T1" fmla="*/ 3 h 27"/>
                  <a:gd name="T2" fmla="*/ 18 w 24"/>
                  <a:gd name="T3" fmla="*/ 13 h 27"/>
                  <a:gd name="T4" fmla="*/ 5 w 24"/>
                  <a:gd name="T5" fmla="*/ 16 h 27"/>
                  <a:gd name="T6" fmla="*/ 3 w 24"/>
                  <a:gd name="T7" fmla="*/ 3 h 27"/>
                  <a:gd name="T8" fmla="*/ 7 w 24"/>
                  <a:gd name="T9" fmla="*/ 3 h 27"/>
                  <a:gd name="T10" fmla="*/ 20 w 24"/>
                  <a:gd name="T11" fmla="*/ 1 h 27"/>
                  <a:gd name="T12" fmla="*/ 23 w 24"/>
                  <a:gd name="T13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27">
                    <a:moveTo>
                      <a:pt x="23" y="3"/>
                    </a:moveTo>
                    <a:cubicBezTo>
                      <a:pt x="23" y="3"/>
                      <a:pt x="20" y="11"/>
                      <a:pt x="18" y="13"/>
                    </a:cubicBezTo>
                    <a:cubicBezTo>
                      <a:pt x="18" y="13"/>
                      <a:pt x="11" y="27"/>
                      <a:pt x="5" y="16"/>
                    </a:cubicBezTo>
                    <a:cubicBezTo>
                      <a:pt x="5" y="16"/>
                      <a:pt x="0" y="13"/>
                      <a:pt x="3" y="3"/>
                    </a:cubicBezTo>
                    <a:cubicBezTo>
                      <a:pt x="3" y="3"/>
                      <a:pt x="6" y="0"/>
                      <a:pt x="7" y="3"/>
                    </a:cubicBezTo>
                    <a:cubicBezTo>
                      <a:pt x="7" y="3"/>
                      <a:pt x="13" y="8"/>
                      <a:pt x="20" y="1"/>
                    </a:cubicBezTo>
                    <a:cubicBezTo>
                      <a:pt x="20" y="1"/>
                      <a:pt x="24" y="0"/>
                      <a:pt x="23" y="3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7" name="îṡlíḑê"/>
              <p:cNvSpPr/>
              <p:nvPr/>
            </p:nvSpPr>
            <p:spPr bwMode="auto">
              <a:xfrm>
                <a:off x="6904038" y="3122613"/>
                <a:ext cx="138113" cy="125413"/>
              </a:xfrm>
              <a:custGeom>
                <a:avLst/>
                <a:gdLst>
                  <a:gd name="T0" fmla="*/ 22 w 42"/>
                  <a:gd name="T1" fmla="*/ 3 h 38"/>
                  <a:gd name="T2" fmla="*/ 9 w 42"/>
                  <a:gd name="T3" fmla="*/ 16 h 38"/>
                  <a:gd name="T4" fmla="*/ 4 w 42"/>
                  <a:gd name="T5" fmla="*/ 27 h 38"/>
                  <a:gd name="T6" fmla="*/ 4 w 42"/>
                  <a:gd name="T7" fmla="*/ 38 h 38"/>
                  <a:gd name="T8" fmla="*/ 16 w 42"/>
                  <a:gd name="T9" fmla="*/ 24 h 38"/>
                  <a:gd name="T10" fmla="*/ 28 w 42"/>
                  <a:gd name="T11" fmla="*/ 23 h 38"/>
                  <a:gd name="T12" fmla="*/ 41 w 42"/>
                  <a:gd name="T13" fmla="*/ 10 h 38"/>
                  <a:gd name="T14" fmla="*/ 22 w 42"/>
                  <a:gd name="T15" fmla="*/ 3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" h="38">
                    <a:moveTo>
                      <a:pt x="22" y="3"/>
                    </a:moveTo>
                    <a:cubicBezTo>
                      <a:pt x="22" y="3"/>
                      <a:pt x="13" y="2"/>
                      <a:pt x="9" y="16"/>
                    </a:cubicBezTo>
                    <a:cubicBezTo>
                      <a:pt x="9" y="16"/>
                      <a:pt x="11" y="24"/>
                      <a:pt x="4" y="27"/>
                    </a:cubicBezTo>
                    <a:cubicBezTo>
                      <a:pt x="4" y="27"/>
                      <a:pt x="0" y="32"/>
                      <a:pt x="4" y="38"/>
                    </a:cubicBezTo>
                    <a:cubicBezTo>
                      <a:pt x="4" y="38"/>
                      <a:pt x="8" y="33"/>
                      <a:pt x="16" y="24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42" y="26"/>
                      <a:pt x="41" y="10"/>
                    </a:cubicBezTo>
                    <a:cubicBezTo>
                      <a:pt x="41" y="10"/>
                      <a:pt x="38" y="0"/>
                      <a:pt x="2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8" name="iṡľïḍê"/>
              <p:cNvSpPr/>
              <p:nvPr/>
            </p:nvSpPr>
            <p:spPr bwMode="auto">
              <a:xfrm>
                <a:off x="6815138" y="3228975"/>
                <a:ext cx="227013" cy="377825"/>
              </a:xfrm>
              <a:custGeom>
                <a:avLst/>
                <a:gdLst>
                  <a:gd name="T0" fmla="*/ 35 w 69"/>
                  <a:gd name="T1" fmla="*/ 11 h 114"/>
                  <a:gd name="T2" fmla="*/ 30 w 69"/>
                  <a:gd name="T3" fmla="*/ 23 h 114"/>
                  <a:gd name="T4" fmla="*/ 30 w 69"/>
                  <a:gd name="T5" fmla="*/ 48 h 114"/>
                  <a:gd name="T6" fmla="*/ 19 w 69"/>
                  <a:gd name="T7" fmla="*/ 56 h 114"/>
                  <a:gd name="T8" fmla="*/ 11 w 69"/>
                  <a:gd name="T9" fmla="*/ 54 h 114"/>
                  <a:gd name="T10" fmla="*/ 4 w 69"/>
                  <a:gd name="T11" fmla="*/ 64 h 114"/>
                  <a:gd name="T12" fmla="*/ 10 w 69"/>
                  <a:gd name="T13" fmla="*/ 76 h 114"/>
                  <a:gd name="T14" fmla="*/ 22 w 69"/>
                  <a:gd name="T15" fmla="*/ 76 h 114"/>
                  <a:gd name="T16" fmla="*/ 18 w 69"/>
                  <a:gd name="T17" fmla="*/ 84 h 114"/>
                  <a:gd name="T18" fmla="*/ 17 w 69"/>
                  <a:gd name="T19" fmla="*/ 100 h 114"/>
                  <a:gd name="T20" fmla="*/ 25 w 69"/>
                  <a:gd name="T21" fmla="*/ 87 h 114"/>
                  <a:gd name="T22" fmla="*/ 36 w 69"/>
                  <a:gd name="T23" fmla="*/ 69 h 114"/>
                  <a:gd name="T24" fmla="*/ 54 w 69"/>
                  <a:gd name="T25" fmla="*/ 68 h 114"/>
                  <a:gd name="T26" fmla="*/ 52 w 69"/>
                  <a:gd name="T27" fmla="*/ 84 h 114"/>
                  <a:gd name="T28" fmla="*/ 49 w 69"/>
                  <a:gd name="T29" fmla="*/ 77 h 114"/>
                  <a:gd name="T30" fmla="*/ 43 w 69"/>
                  <a:gd name="T31" fmla="*/ 82 h 114"/>
                  <a:gd name="T32" fmla="*/ 62 w 69"/>
                  <a:gd name="T33" fmla="*/ 104 h 114"/>
                  <a:gd name="T34" fmla="*/ 61 w 69"/>
                  <a:gd name="T35" fmla="*/ 58 h 114"/>
                  <a:gd name="T36" fmla="*/ 64 w 69"/>
                  <a:gd name="T37" fmla="*/ 51 h 114"/>
                  <a:gd name="T38" fmla="*/ 63 w 69"/>
                  <a:gd name="T39" fmla="*/ 43 h 114"/>
                  <a:gd name="T40" fmla="*/ 60 w 69"/>
                  <a:gd name="T41" fmla="*/ 36 h 114"/>
                  <a:gd name="T42" fmla="*/ 63 w 69"/>
                  <a:gd name="T43" fmla="*/ 23 h 114"/>
                  <a:gd name="T44" fmla="*/ 67 w 69"/>
                  <a:gd name="T45" fmla="*/ 16 h 114"/>
                  <a:gd name="T46" fmla="*/ 65 w 69"/>
                  <a:gd name="T47" fmla="*/ 9 h 114"/>
                  <a:gd name="T48" fmla="*/ 51 w 69"/>
                  <a:gd name="T49" fmla="*/ 6 h 114"/>
                  <a:gd name="T50" fmla="*/ 43 w 69"/>
                  <a:gd name="T51" fmla="*/ 16 h 114"/>
                  <a:gd name="T52" fmla="*/ 53 w 69"/>
                  <a:gd name="T53" fmla="*/ 16 h 114"/>
                  <a:gd name="T54" fmla="*/ 56 w 69"/>
                  <a:gd name="T55" fmla="*/ 20 h 114"/>
                  <a:gd name="T56" fmla="*/ 52 w 69"/>
                  <a:gd name="T57" fmla="*/ 30 h 114"/>
                  <a:gd name="T58" fmla="*/ 43 w 69"/>
                  <a:gd name="T59" fmla="*/ 29 h 114"/>
                  <a:gd name="T60" fmla="*/ 38 w 69"/>
                  <a:gd name="T61" fmla="*/ 27 h 114"/>
                  <a:gd name="T62" fmla="*/ 35 w 69"/>
                  <a:gd name="T63" fmla="*/ 11 h 114"/>
                  <a:gd name="T64" fmla="*/ 38 w 69"/>
                  <a:gd name="T65" fmla="*/ 36 h 114"/>
                  <a:gd name="T66" fmla="*/ 44 w 69"/>
                  <a:gd name="T67" fmla="*/ 45 h 114"/>
                  <a:gd name="T68" fmla="*/ 38 w 69"/>
                  <a:gd name="T69" fmla="*/ 51 h 114"/>
                  <a:gd name="T70" fmla="*/ 38 w 69"/>
                  <a:gd name="T71" fmla="*/ 36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9" h="114">
                    <a:moveTo>
                      <a:pt x="35" y="11"/>
                    </a:moveTo>
                    <a:cubicBezTo>
                      <a:pt x="35" y="11"/>
                      <a:pt x="27" y="13"/>
                      <a:pt x="30" y="23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30" y="48"/>
                      <a:pt x="28" y="59"/>
                      <a:pt x="19" y="56"/>
                    </a:cubicBezTo>
                    <a:cubicBezTo>
                      <a:pt x="11" y="54"/>
                      <a:pt x="11" y="54"/>
                      <a:pt x="11" y="54"/>
                    </a:cubicBezTo>
                    <a:cubicBezTo>
                      <a:pt x="11" y="54"/>
                      <a:pt x="7" y="51"/>
                      <a:pt x="4" y="64"/>
                    </a:cubicBezTo>
                    <a:cubicBezTo>
                      <a:pt x="4" y="64"/>
                      <a:pt x="0" y="78"/>
                      <a:pt x="10" y="76"/>
                    </a:cubicBezTo>
                    <a:cubicBezTo>
                      <a:pt x="10" y="76"/>
                      <a:pt x="17" y="72"/>
                      <a:pt x="22" y="76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18" y="84"/>
                      <a:pt x="12" y="90"/>
                      <a:pt x="17" y="100"/>
                    </a:cubicBezTo>
                    <a:cubicBezTo>
                      <a:pt x="17" y="100"/>
                      <a:pt x="22" y="100"/>
                      <a:pt x="25" y="87"/>
                    </a:cubicBezTo>
                    <a:cubicBezTo>
                      <a:pt x="25" y="87"/>
                      <a:pt x="29" y="68"/>
                      <a:pt x="36" y="69"/>
                    </a:cubicBezTo>
                    <a:cubicBezTo>
                      <a:pt x="36" y="69"/>
                      <a:pt x="52" y="55"/>
                      <a:pt x="54" y="68"/>
                    </a:cubicBezTo>
                    <a:cubicBezTo>
                      <a:pt x="54" y="68"/>
                      <a:pt x="58" y="82"/>
                      <a:pt x="52" y="84"/>
                    </a:cubicBezTo>
                    <a:cubicBezTo>
                      <a:pt x="52" y="84"/>
                      <a:pt x="50" y="83"/>
                      <a:pt x="49" y="77"/>
                    </a:cubicBezTo>
                    <a:cubicBezTo>
                      <a:pt x="49" y="77"/>
                      <a:pt x="44" y="71"/>
                      <a:pt x="43" y="82"/>
                    </a:cubicBezTo>
                    <a:cubicBezTo>
                      <a:pt x="43" y="82"/>
                      <a:pt x="54" y="114"/>
                      <a:pt x="62" y="104"/>
                    </a:cubicBezTo>
                    <a:cubicBezTo>
                      <a:pt x="62" y="104"/>
                      <a:pt x="67" y="73"/>
                      <a:pt x="61" y="58"/>
                    </a:cubicBezTo>
                    <a:cubicBezTo>
                      <a:pt x="61" y="58"/>
                      <a:pt x="60" y="54"/>
                      <a:pt x="64" y="51"/>
                    </a:cubicBezTo>
                    <a:cubicBezTo>
                      <a:pt x="64" y="51"/>
                      <a:pt x="68" y="43"/>
                      <a:pt x="63" y="43"/>
                    </a:cubicBezTo>
                    <a:cubicBezTo>
                      <a:pt x="63" y="43"/>
                      <a:pt x="55" y="44"/>
                      <a:pt x="60" y="36"/>
                    </a:cubicBezTo>
                    <a:cubicBezTo>
                      <a:pt x="60" y="36"/>
                      <a:pt x="65" y="28"/>
                      <a:pt x="63" y="23"/>
                    </a:cubicBezTo>
                    <a:cubicBezTo>
                      <a:pt x="63" y="23"/>
                      <a:pt x="63" y="18"/>
                      <a:pt x="67" y="16"/>
                    </a:cubicBezTo>
                    <a:cubicBezTo>
                      <a:pt x="67" y="16"/>
                      <a:pt x="69" y="14"/>
                      <a:pt x="65" y="9"/>
                    </a:cubicBezTo>
                    <a:cubicBezTo>
                      <a:pt x="65" y="9"/>
                      <a:pt x="59" y="0"/>
                      <a:pt x="51" y="6"/>
                    </a:cubicBezTo>
                    <a:cubicBezTo>
                      <a:pt x="51" y="6"/>
                      <a:pt x="42" y="11"/>
                      <a:pt x="43" y="16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3" y="16"/>
                      <a:pt x="56" y="16"/>
                      <a:pt x="56" y="20"/>
                    </a:cubicBezTo>
                    <a:cubicBezTo>
                      <a:pt x="56" y="20"/>
                      <a:pt x="59" y="31"/>
                      <a:pt x="52" y="30"/>
                    </a:cubicBezTo>
                    <a:cubicBezTo>
                      <a:pt x="52" y="30"/>
                      <a:pt x="48" y="26"/>
                      <a:pt x="43" y="29"/>
                    </a:cubicBezTo>
                    <a:cubicBezTo>
                      <a:pt x="43" y="29"/>
                      <a:pt x="38" y="32"/>
                      <a:pt x="38" y="27"/>
                    </a:cubicBezTo>
                    <a:cubicBezTo>
                      <a:pt x="38" y="27"/>
                      <a:pt x="42" y="15"/>
                      <a:pt x="35" y="11"/>
                    </a:cubicBezTo>
                    <a:close/>
                    <a:moveTo>
                      <a:pt x="38" y="36"/>
                    </a:moveTo>
                    <a:cubicBezTo>
                      <a:pt x="43" y="35"/>
                      <a:pt x="44" y="45"/>
                      <a:pt x="44" y="45"/>
                    </a:cubicBezTo>
                    <a:cubicBezTo>
                      <a:pt x="44" y="54"/>
                      <a:pt x="38" y="51"/>
                      <a:pt x="38" y="51"/>
                    </a:cubicBezTo>
                    <a:cubicBezTo>
                      <a:pt x="38" y="48"/>
                      <a:pt x="38" y="36"/>
                      <a:pt x="38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9" name="iṥľíḑe"/>
              <p:cNvSpPr/>
              <p:nvPr/>
            </p:nvSpPr>
            <p:spPr bwMode="auto">
              <a:xfrm>
                <a:off x="7132638" y="3165475"/>
                <a:ext cx="114300" cy="88900"/>
              </a:xfrm>
              <a:custGeom>
                <a:avLst/>
                <a:gdLst>
                  <a:gd name="T0" fmla="*/ 27 w 35"/>
                  <a:gd name="T1" fmla="*/ 0 h 27"/>
                  <a:gd name="T2" fmla="*/ 33 w 35"/>
                  <a:gd name="T3" fmla="*/ 9 h 27"/>
                  <a:gd name="T4" fmla="*/ 25 w 35"/>
                  <a:gd name="T5" fmla="*/ 21 h 27"/>
                  <a:gd name="T6" fmla="*/ 1 w 35"/>
                  <a:gd name="T7" fmla="*/ 13 h 27"/>
                  <a:gd name="T8" fmla="*/ 9 w 35"/>
                  <a:gd name="T9" fmla="*/ 2 h 27"/>
                  <a:gd name="T10" fmla="*/ 27 w 35"/>
                  <a:gd name="T11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" h="27">
                    <a:moveTo>
                      <a:pt x="27" y="0"/>
                    </a:moveTo>
                    <a:cubicBezTo>
                      <a:pt x="27" y="0"/>
                      <a:pt x="35" y="1"/>
                      <a:pt x="33" y="9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7" y="27"/>
                      <a:pt x="1" y="13"/>
                    </a:cubicBezTo>
                    <a:cubicBezTo>
                      <a:pt x="1" y="13"/>
                      <a:pt x="0" y="4"/>
                      <a:pt x="9" y="2"/>
                    </a:cubicBezTo>
                    <a:cubicBezTo>
                      <a:pt x="9" y="2"/>
                      <a:pt x="23" y="4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0" name="íṥḷîḍé"/>
              <p:cNvSpPr/>
              <p:nvPr/>
            </p:nvSpPr>
            <p:spPr bwMode="auto">
              <a:xfrm>
                <a:off x="7059613" y="3217863"/>
                <a:ext cx="244475" cy="123825"/>
              </a:xfrm>
              <a:custGeom>
                <a:avLst/>
                <a:gdLst>
                  <a:gd name="T0" fmla="*/ 2 w 74"/>
                  <a:gd name="T1" fmla="*/ 25 h 37"/>
                  <a:gd name="T2" fmla="*/ 43 w 74"/>
                  <a:gd name="T3" fmla="*/ 14 h 37"/>
                  <a:gd name="T4" fmla="*/ 63 w 74"/>
                  <a:gd name="T5" fmla="*/ 2 h 37"/>
                  <a:gd name="T6" fmla="*/ 70 w 74"/>
                  <a:gd name="T7" fmla="*/ 4 h 37"/>
                  <a:gd name="T8" fmla="*/ 70 w 74"/>
                  <a:gd name="T9" fmla="*/ 12 h 37"/>
                  <a:gd name="T10" fmla="*/ 18 w 74"/>
                  <a:gd name="T11" fmla="*/ 31 h 37"/>
                  <a:gd name="T12" fmla="*/ 13 w 74"/>
                  <a:gd name="T13" fmla="*/ 34 h 37"/>
                  <a:gd name="T14" fmla="*/ 8 w 74"/>
                  <a:gd name="T15" fmla="*/ 34 h 37"/>
                  <a:gd name="T16" fmla="*/ 1 w 74"/>
                  <a:gd name="T17" fmla="*/ 30 h 37"/>
                  <a:gd name="T18" fmla="*/ 2 w 74"/>
                  <a:gd name="T19" fmla="*/ 2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4" h="37">
                    <a:moveTo>
                      <a:pt x="2" y="25"/>
                    </a:move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61" y="5"/>
                      <a:pt x="63" y="2"/>
                    </a:cubicBezTo>
                    <a:cubicBezTo>
                      <a:pt x="63" y="2"/>
                      <a:pt x="66" y="0"/>
                      <a:pt x="70" y="4"/>
                    </a:cubicBezTo>
                    <a:cubicBezTo>
                      <a:pt x="70" y="4"/>
                      <a:pt x="74" y="9"/>
                      <a:pt x="70" y="12"/>
                    </a:cubicBezTo>
                    <a:cubicBezTo>
                      <a:pt x="70" y="12"/>
                      <a:pt x="19" y="31"/>
                      <a:pt x="18" y="31"/>
                    </a:cubicBezTo>
                    <a:cubicBezTo>
                      <a:pt x="18" y="31"/>
                      <a:pt x="15" y="30"/>
                      <a:pt x="13" y="34"/>
                    </a:cubicBezTo>
                    <a:cubicBezTo>
                      <a:pt x="13" y="34"/>
                      <a:pt x="12" y="37"/>
                      <a:pt x="8" y="34"/>
                    </a:cubicBezTo>
                    <a:cubicBezTo>
                      <a:pt x="8" y="34"/>
                      <a:pt x="2" y="36"/>
                      <a:pt x="1" y="30"/>
                    </a:cubicBezTo>
                    <a:cubicBezTo>
                      <a:pt x="1" y="30"/>
                      <a:pt x="0" y="26"/>
                      <a:pt x="2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1" name="íṩľiḓé"/>
              <p:cNvSpPr/>
              <p:nvPr/>
            </p:nvSpPr>
            <p:spPr bwMode="auto">
              <a:xfrm>
                <a:off x="7045326" y="3308350"/>
                <a:ext cx="293688" cy="261938"/>
              </a:xfrm>
              <a:custGeom>
                <a:avLst/>
                <a:gdLst>
                  <a:gd name="T0" fmla="*/ 29 w 89"/>
                  <a:gd name="T1" fmla="*/ 13 h 79"/>
                  <a:gd name="T2" fmla="*/ 43 w 89"/>
                  <a:gd name="T3" fmla="*/ 9 h 79"/>
                  <a:gd name="T4" fmla="*/ 58 w 89"/>
                  <a:gd name="T5" fmla="*/ 7 h 79"/>
                  <a:gd name="T6" fmla="*/ 56 w 89"/>
                  <a:gd name="T7" fmla="*/ 13 h 79"/>
                  <a:gd name="T8" fmla="*/ 56 w 89"/>
                  <a:gd name="T9" fmla="*/ 14 h 79"/>
                  <a:gd name="T10" fmla="*/ 51 w 89"/>
                  <a:gd name="T11" fmla="*/ 28 h 79"/>
                  <a:gd name="T12" fmla="*/ 60 w 89"/>
                  <a:gd name="T13" fmla="*/ 55 h 79"/>
                  <a:gd name="T14" fmla="*/ 77 w 89"/>
                  <a:gd name="T15" fmla="*/ 50 h 79"/>
                  <a:gd name="T16" fmla="*/ 80 w 89"/>
                  <a:gd name="T17" fmla="*/ 43 h 79"/>
                  <a:gd name="T18" fmla="*/ 85 w 89"/>
                  <a:gd name="T19" fmla="*/ 45 h 79"/>
                  <a:gd name="T20" fmla="*/ 89 w 89"/>
                  <a:gd name="T21" fmla="*/ 63 h 79"/>
                  <a:gd name="T22" fmla="*/ 68 w 89"/>
                  <a:gd name="T23" fmla="*/ 72 h 79"/>
                  <a:gd name="T24" fmla="*/ 43 w 89"/>
                  <a:gd name="T25" fmla="*/ 46 h 79"/>
                  <a:gd name="T26" fmla="*/ 42 w 89"/>
                  <a:gd name="T27" fmla="*/ 28 h 79"/>
                  <a:gd name="T28" fmla="*/ 38 w 89"/>
                  <a:gd name="T29" fmla="*/ 22 h 79"/>
                  <a:gd name="T30" fmla="*/ 32 w 89"/>
                  <a:gd name="T31" fmla="*/ 30 h 79"/>
                  <a:gd name="T32" fmla="*/ 10 w 89"/>
                  <a:gd name="T33" fmla="*/ 64 h 79"/>
                  <a:gd name="T34" fmla="*/ 1 w 89"/>
                  <a:gd name="T35" fmla="*/ 62 h 79"/>
                  <a:gd name="T36" fmla="*/ 8 w 89"/>
                  <a:gd name="T37" fmla="*/ 57 h 79"/>
                  <a:gd name="T38" fmla="*/ 21 w 89"/>
                  <a:gd name="T39" fmla="*/ 29 h 79"/>
                  <a:gd name="T40" fmla="*/ 17 w 89"/>
                  <a:gd name="T41" fmla="*/ 18 h 79"/>
                  <a:gd name="T42" fmla="*/ 29 w 89"/>
                  <a:gd name="T43" fmla="*/ 13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9" h="79">
                    <a:moveTo>
                      <a:pt x="29" y="13"/>
                    </a:moveTo>
                    <a:cubicBezTo>
                      <a:pt x="29" y="13"/>
                      <a:pt x="39" y="17"/>
                      <a:pt x="43" y="9"/>
                    </a:cubicBezTo>
                    <a:cubicBezTo>
                      <a:pt x="43" y="9"/>
                      <a:pt x="52" y="0"/>
                      <a:pt x="58" y="7"/>
                    </a:cubicBezTo>
                    <a:cubicBezTo>
                      <a:pt x="58" y="7"/>
                      <a:pt x="61" y="9"/>
                      <a:pt x="56" y="13"/>
                    </a:cubicBezTo>
                    <a:cubicBezTo>
                      <a:pt x="56" y="13"/>
                      <a:pt x="56" y="13"/>
                      <a:pt x="56" y="14"/>
                    </a:cubicBezTo>
                    <a:cubicBezTo>
                      <a:pt x="51" y="18"/>
                      <a:pt x="51" y="17"/>
                      <a:pt x="51" y="28"/>
                    </a:cubicBezTo>
                    <a:cubicBezTo>
                      <a:pt x="51" y="28"/>
                      <a:pt x="50" y="50"/>
                      <a:pt x="60" y="55"/>
                    </a:cubicBezTo>
                    <a:cubicBezTo>
                      <a:pt x="60" y="55"/>
                      <a:pt x="72" y="62"/>
                      <a:pt x="77" y="50"/>
                    </a:cubicBezTo>
                    <a:cubicBezTo>
                      <a:pt x="80" y="43"/>
                      <a:pt x="80" y="43"/>
                      <a:pt x="80" y="43"/>
                    </a:cubicBezTo>
                    <a:cubicBezTo>
                      <a:pt x="80" y="43"/>
                      <a:pt x="82" y="38"/>
                      <a:pt x="85" y="45"/>
                    </a:cubicBezTo>
                    <a:cubicBezTo>
                      <a:pt x="89" y="63"/>
                      <a:pt x="89" y="63"/>
                      <a:pt x="89" y="63"/>
                    </a:cubicBezTo>
                    <a:cubicBezTo>
                      <a:pt x="89" y="63"/>
                      <a:pt x="84" y="79"/>
                      <a:pt x="68" y="72"/>
                    </a:cubicBezTo>
                    <a:cubicBezTo>
                      <a:pt x="68" y="72"/>
                      <a:pt x="46" y="64"/>
                      <a:pt x="43" y="4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5" y="19"/>
                      <a:pt x="38" y="22"/>
                    </a:cubicBezTo>
                    <a:cubicBezTo>
                      <a:pt x="38" y="22"/>
                      <a:pt x="33" y="23"/>
                      <a:pt x="32" y="30"/>
                    </a:cubicBezTo>
                    <a:cubicBezTo>
                      <a:pt x="32" y="30"/>
                      <a:pt x="27" y="60"/>
                      <a:pt x="10" y="64"/>
                    </a:cubicBezTo>
                    <a:cubicBezTo>
                      <a:pt x="10" y="64"/>
                      <a:pt x="2" y="67"/>
                      <a:pt x="1" y="62"/>
                    </a:cubicBezTo>
                    <a:cubicBezTo>
                      <a:pt x="1" y="62"/>
                      <a:pt x="0" y="59"/>
                      <a:pt x="8" y="57"/>
                    </a:cubicBezTo>
                    <a:cubicBezTo>
                      <a:pt x="8" y="57"/>
                      <a:pt x="23" y="47"/>
                      <a:pt x="21" y="29"/>
                    </a:cubicBezTo>
                    <a:cubicBezTo>
                      <a:pt x="21" y="29"/>
                      <a:pt x="19" y="20"/>
                      <a:pt x="17" y="18"/>
                    </a:cubicBezTo>
                    <a:cubicBezTo>
                      <a:pt x="17" y="18"/>
                      <a:pt x="15" y="7"/>
                      <a:pt x="29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2" name="ïŝļîdê"/>
              <p:cNvSpPr/>
              <p:nvPr/>
            </p:nvSpPr>
            <p:spPr bwMode="auto">
              <a:xfrm>
                <a:off x="7421563" y="3122613"/>
                <a:ext cx="512763" cy="460375"/>
              </a:xfrm>
              <a:custGeom>
                <a:avLst/>
                <a:gdLst>
                  <a:gd name="T0" fmla="*/ 34 w 155"/>
                  <a:gd name="T1" fmla="*/ 20 h 139"/>
                  <a:gd name="T2" fmla="*/ 79 w 155"/>
                  <a:gd name="T3" fmla="*/ 6 h 139"/>
                  <a:gd name="T4" fmla="*/ 92 w 155"/>
                  <a:gd name="T5" fmla="*/ 11 h 139"/>
                  <a:gd name="T6" fmla="*/ 78 w 155"/>
                  <a:gd name="T7" fmla="*/ 30 h 139"/>
                  <a:gd name="T8" fmla="*/ 68 w 155"/>
                  <a:gd name="T9" fmla="*/ 37 h 139"/>
                  <a:gd name="T10" fmla="*/ 74 w 155"/>
                  <a:gd name="T11" fmla="*/ 45 h 139"/>
                  <a:gd name="T12" fmla="*/ 86 w 155"/>
                  <a:gd name="T13" fmla="*/ 44 h 139"/>
                  <a:gd name="T14" fmla="*/ 101 w 155"/>
                  <a:gd name="T15" fmla="*/ 49 h 139"/>
                  <a:gd name="T16" fmla="*/ 85 w 155"/>
                  <a:gd name="T17" fmla="*/ 59 h 139"/>
                  <a:gd name="T18" fmla="*/ 70 w 155"/>
                  <a:gd name="T19" fmla="*/ 70 h 139"/>
                  <a:gd name="T20" fmla="*/ 73 w 155"/>
                  <a:gd name="T21" fmla="*/ 75 h 139"/>
                  <a:gd name="T22" fmla="*/ 75 w 155"/>
                  <a:gd name="T23" fmla="*/ 77 h 139"/>
                  <a:gd name="T24" fmla="*/ 149 w 155"/>
                  <a:gd name="T25" fmla="*/ 116 h 139"/>
                  <a:gd name="T26" fmla="*/ 148 w 155"/>
                  <a:gd name="T27" fmla="*/ 120 h 139"/>
                  <a:gd name="T28" fmla="*/ 95 w 155"/>
                  <a:gd name="T29" fmla="*/ 119 h 139"/>
                  <a:gd name="T30" fmla="*/ 60 w 155"/>
                  <a:gd name="T31" fmla="*/ 90 h 139"/>
                  <a:gd name="T32" fmla="*/ 54 w 155"/>
                  <a:gd name="T33" fmla="*/ 92 h 139"/>
                  <a:gd name="T34" fmla="*/ 26 w 155"/>
                  <a:gd name="T35" fmla="*/ 116 h 139"/>
                  <a:gd name="T36" fmla="*/ 2 w 155"/>
                  <a:gd name="T37" fmla="*/ 114 h 139"/>
                  <a:gd name="T38" fmla="*/ 8 w 155"/>
                  <a:gd name="T39" fmla="*/ 108 h 139"/>
                  <a:gd name="T40" fmla="*/ 38 w 155"/>
                  <a:gd name="T41" fmla="*/ 85 h 139"/>
                  <a:gd name="T42" fmla="*/ 26 w 155"/>
                  <a:gd name="T43" fmla="*/ 75 h 139"/>
                  <a:gd name="T44" fmla="*/ 22 w 155"/>
                  <a:gd name="T45" fmla="*/ 66 h 139"/>
                  <a:gd name="T46" fmla="*/ 33 w 155"/>
                  <a:gd name="T47" fmla="*/ 58 h 139"/>
                  <a:gd name="T48" fmla="*/ 49 w 155"/>
                  <a:gd name="T49" fmla="*/ 50 h 139"/>
                  <a:gd name="T50" fmla="*/ 37 w 155"/>
                  <a:gd name="T51" fmla="*/ 33 h 139"/>
                  <a:gd name="T52" fmla="*/ 30 w 155"/>
                  <a:gd name="T53" fmla="*/ 27 h 139"/>
                  <a:gd name="T54" fmla="*/ 34 w 155"/>
                  <a:gd name="T55" fmla="*/ 2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55" h="139">
                    <a:moveTo>
                      <a:pt x="34" y="20"/>
                    </a:moveTo>
                    <a:cubicBezTo>
                      <a:pt x="34" y="20"/>
                      <a:pt x="67" y="13"/>
                      <a:pt x="79" y="6"/>
                    </a:cubicBezTo>
                    <a:cubicBezTo>
                      <a:pt x="79" y="6"/>
                      <a:pt x="89" y="0"/>
                      <a:pt x="92" y="11"/>
                    </a:cubicBezTo>
                    <a:cubicBezTo>
                      <a:pt x="92" y="11"/>
                      <a:pt x="89" y="26"/>
                      <a:pt x="78" y="30"/>
                    </a:cubicBezTo>
                    <a:cubicBezTo>
                      <a:pt x="78" y="30"/>
                      <a:pt x="68" y="30"/>
                      <a:pt x="68" y="37"/>
                    </a:cubicBezTo>
                    <a:cubicBezTo>
                      <a:pt x="68" y="37"/>
                      <a:pt x="65" y="43"/>
                      <a:pt x="74" y="45"/>
                    </a:cubicBezTo>
                    <a:cubicBezTo>
                      <a:pt x="74" y="45"/>
                      <a:pt x="80" y="46"/>
                      <a:pt x="86" y="44"/>
                    </a:cubicBezTo>
                    <a:cubicBezTo>
                      <a:pt x="86" y="44"/>
                      <a:pt x="97" y="40"/>
                      <a:pt x="101" y="49"/>
                    </a:cubicBezTo>
                    <a:cubicBezTo>
                      <a:pt x="101" y="49"/>
                      <a:pt x="100" y="55"/>
                      <a:pt x="85" y="59"/>
                    </a:cubicBezTo>
                    <a:cubicBezTo>
                      <a:pt x="85" y="59"/>
                      <a:pt x="71" y="61"/>
                      <a:pt x="70" y="70"/>
                    </a:cubicBezTo>
                    <a:cubicBezTo>
                      <a:pt x="70" y="70"/>
                      <a:pt x="69" y="72"/>
                      <a:pt x="73" y="75"/>
                    </a:cubicBezTo>
                    <a:cubicBezTo>
                      <a:pt x="74" y="76"/>
                      <a:pt x="75" y="76"/>
                      <a:pt x="75" y="77"/>
                    </a:cubicBezTo>
                    <a:cubicBezTo>
                      <a:pt x="75" y="77"/>
                      <a:pt x="118" y="117"/>
                      <a:pt x="149" y="116"/>
                    </a:cubicBezTo>
                    <a:cubicBezTo>
                      <a:pt x="149" y="116"/>
                      <a:pt x="155" y="118"/>
                      <a:pt x="148" y="120"/>
                    </a:cubicBezTo>
                    <a:cubicBezTo>
                      <a:pt x="148" y="120"/>
                      <a:pt x="118" y="139"/>
                      <a:pt x="95" y="119"/>
                    </a:cubicBezTo>
                    <a:cubicBezTo>
                      <a:pt x="60" y="90"/>
                      <a:pt x="60" y="90"/>
                      <a:pt x="60" y="90"/>
                    </a:cubicBezTo>
                    <a:cubicBezTo>
                      <a:pt x="60" y="90"/>
                      <a:pt x="56" y="87"/>
                      <a:pt x="54" y="92"/>
                    </a:cubicBezTo>
                    <a:cubicBezTo>
                      <a:pt x="54" y="92"/>
                      <a:pt x="43" y="113"/>
                      <a:pt x="26" y="116"/>
                    </a:cubicBezTo>
                    <a:cubicBezTo>
                      <a:pt x="26" y="116"/>
                      <a:pt x="3" y="124"/>
                      <a:pt x="2" y="114"/>
                    </a:cubicBezTo>
                    <a:cubicBezTo>
                      <a:pt x="2" y="114"/>
                      <a:pt x="0" y="108"/>
                      <a:pt x="8" y="108"/>
                    </a:cubicBezTo>
                    <a:cubicBezTo>
                      <a:pt x="8" y="108"/>
                      <a:pt x="38" y="104"/>
                      <a:pt x="38" y="85"/>
                    </a:cubicBezTo>
                    <a:cubicBezTo>
                      <a:pt x="38" y="85"/>
                      <a:pt x="35" y="76"/>
                      <a:pt x="26" y="75"/>
                    </a:cubicBezTo>
                    <a:cubicBezTo>
                      <a:pt x="26" y="75"/>
                      <a:pt x="20" y="75"/>
                      <a:pt x="22" y="66"/>
                    </a:cubicBezTo>
                    <a:cubicBezTo>
                      <a:pt x="22" y="66"/>
                      <a:pt x="22" y="58"/>
                      <a:pt x="33" y="58"/>
                    </a:cubicBezTo>
                    <a:cubicBezTo>
                      <a:pt x="33" y="58"/>
                      <a:pt x="51" y="60"/>
                      <a:pt x="49" y="50"/>
                    </a:cubicBezTo>
                    <a:cubicBezTo>
                      <a:pt x="49" y="50"/>
                      <a:pt x="42" y="34"/>
                      <a:pt x="37" y="33"/>
                    </a:cubicBezTo>
                    <a:cubicBezTo>
                      <a:pt x="37" y="33"/>
                      <a:pt x="31" y="33"/>
                      <a:pt x="30" y="27"/>
                    </a:cubicBezTo>
                    <a:cubicBezTo>
                      <a:pt x="30" y="27"/>
                      <a:pt x="30" y="21"/>
                      <a:pt x="34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3" name="iṡľîḑé"/>
              <p:cNvSpPr/>
              <p:nvPr/>
            </p:nvSpPr>
            <p:spPr bwMode="auto">
              <a:xfrm>
                <a:off x="7966076" y="3138488"/>
                <a:ext cx="465138" cy="434975"/>
              </a:xfrm>
              <a:custGeom>
                <a:avLst/>
                <a:gdLst>
                  <a:gd name="T0" fmla="*/ 54 w 141"/>
                  <a:gd name="T1" fmla="*/ 0 h 131"/>
                  <a:gd name="T2" fmla="*/ 44 w 141"/>
                  <a:gd name="T3" fmla="*/ 14 h 131"/>
                  <a:gd name="T4" fmla="*/ 49 w 141"/>
                  <a:gd name="T5" fmla="*/ 25 h 131"/>
                  <a:gd name="T6" fmla="*/ 45 w 141"/>
                  <a:gd name="T7" fmla="*/ 47 h 131"/>
                  <a:gd name="T8" fmla="*/ 17 w 141"/>
                  <a:gd name="T9" fmla="*/ 51 h 131"/>
                  <a:gd name="T10" fmla="*/ 1 w 141"/>
                  <a:gd name="T11" fmla="*/ 60 h 131"/>
                  <a:gd name="T12" fmla="*/ 16 w 141"/>
                  <a:gd name="T13" fmla="*/ 68 h 131"/>
                  <a:gd name="T14" fmla="*/ 43 w 141"/>
                  <a:gd name="T15" fmla="*/ 76 h 131"/>
                  <a:gd name="T16" fmla="*/ 17 w 141"/>
                  <a:gd name="T17" fmla="*/ 102 h 131"/>
                  <a:gd name="T18" fmla="*/ 0 w 141"/>
                  <a:gd name="T19" fmla="*/ 113 h 131"/>
                  <a:gd name="T20" fmla="*/ 38 w 141"/>
                  <a:gd name="T21" fmla="*/ 110 h 131"/>
                  <a:gd name="T22" fmla="*/ 52 w 141"/>
                  <a:gd name="T23" fmla="*/ 87 h 131"/>
                  <a:gd name="T24" fmla="*/ 63 w 141"/>
                  <a:gd name="T25" fmla="*/ 85 h 131"/>
                  <a:gd name="T26" fmla="*/ 94 w 141"/>
                  <a:gd name="T27" fmla="*/ 120 h 131"/>
                  <a:gd name="T28" fmla="*/ 109 w 141"/>
                  <a:gd name="T29" fmla="*/ 123 h 131"/>
                  <a:gd name="T30" fmla="*/ 138 w 141"/>
                  <a:gd name="T31" fmla="*/ 117 h 131"/>
                  <a:gd name="T32" fmla="*/ 114 w 141"/>
                  <a:gd name="T33" fmla="*/ 102 h 131"/>
                  <a:gd name="T34" fmla="*/ 82 w 141"/>
                  <a:gd name="T35" fmla="*/ 79 h 131"/>
                  <a:gd name="T36" fmla="*/ 73 w 141"/>
                  <a:gd name="T37" fmla="*/ 58 h 131"/>
                  <a:gd name="T38" fmla="*/ 92 w 141"/>
                  <a:gd name="T39" fmla="*/ 51 h 131"/>
                  <a:gd name="T40" fmla="*/ 102 w 141"/>
                  <a:gd name="T41" fmla="*/ 41 h 131"/>
                  <a:gd name="T42" fmla="*/ 96 w 141"/>
                  <a:gd name="T43" fmla="*/ 33 h 131"/>
                  <a:gd name="T44" fmla="*/ 85 w 141"/>
                  <a:gd name="T45" fmla="*/ 35 h 131"/>
                  <a:gd name="T46" fmla="*/ 69 w 141"/>
                  <a:gd name="T47" fmla="*/ 34 h 131"/>
                  <a:gd name="T48" fmla="*/ 72 w 141"/>
                  <a:gd name="T49" fmla="*/ 25 h 131"/>
                  <a:gd name="T50" fmla="*/ 70 w 141"/>
                  <a:gd name="T51" fmla="*/ 5 h 131"/>
                  <a:gd name="T52" fmla="*/ 61 w 141"/>
                  <a:gd name="T53" fmla="*/ 3 h 131"/>
                  <a:gd name="T54" fmla="*/ 54 w 141"/>
                  <a:gd name="T55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41" h="131">
                    <a:moveTo>
                      <a:pt x="54" y="0"/>
                    </a:moveTo>
                    <a:cubicBezTo>
                      <a:pt x="54" y="0"/>
                      <a:pt x="40" y="3"/>
                      <a:pt x="44" y="14"/>
                    </a:cubicBezTo>
                    <a:cubicBezTo>
                      <a:pt x="44" y="14"/>
                      <a:pt x="45" y="22"/>
                      <a:pt x="49" y="25"/>
                    </a:cubicBezTo>
                    <a:cubicBezTo>
                      <a:pt x="49" y="25"/>
                      <a:pt x="55" y="45"/>
                      <a:pt x="45" y="47"/>
                    </a:cubicBezTo>
                    <a:cubicBezTo>
                      <a:pt x="45" y="47"/>
                      <a:pt x="27" y="54"/>
                      <a:pt x="17" y="51"/>
                    </a:cubicBezTo>
                    <a:cubicBezTo>
                      <a:pt x="17" y="51"/>
                      <a:pt x="2" y="49"/>
                      <a:pt x="1" y="60"/>
                    </a:cubicBezTo>
                    <a:cubicBezTo>
                      <a:pt x="1" y="60"/>
                      <a:pt x="0" y="70"/>
                      <a:pt x="16" y="68"/>
                    </a:cubicBezTo>
                    <a:cubicBezTo>
                      <a:pt x="16" y="68"/>
                      <a:pt x="43" y="65"/>
                      <a:pt x="43" y="76"/>
                    </a:cubicBezTo>
                    <a:cubicBezTo>
                      <a:pt x="43" y="76"/>
                      <a:pt x="45" y="96"/>
                      <a:pt x="17" y="102"/>
                    </a:cubicBezTo>
                    <a:cubicBezTo>
                      <a:pt x="17" y="102"/>
                      <a:pt x="0" y="104"/>
                      <a:pt x="0" y="113"/>
                    </a:cubicBezTo>
                    <a:cubicBezTo>
                      <a:pt x="0" y="113"/>
                      <a:pt x="13" y="130"/>
                      <a:pt x="38" y="110"/>
                    </a:cubicBezTo>
                    <a:cubicBezTo>
                      <a:pt x="38" y="110"/>
                      <a:pt x="49" y="95"/>
                      <a:pt x="52" y="87"/>
                    </a:cubicBezTo>
                    <a:cubicBezTo>
                      <a:pt x="52" y="87"/>
                      <a:pt x="56" y="79"/>
                      <a:pt x="63" y="85"/>
                    </a:cubicBezTo>
                    <a:cubicBezTo>
                      <a:pt x="94" y="120"/>
                      <a:pt x="94" y="120"/>
                      <a:pt x="94" y="120"/>
                    </a:cubicBezTo>
                    <a:cubicBezTo>
                      <a:pt x="94" y="120"/>
                      <a:pt x="98" y="125"/>
                      <a:pt x="109" y="123"/>
                    </a:cubicBezTo>
                    <a:cubicBezTo>
                      <a:pt x="109" y="123"/>
                      <a:pt x="141" y="131"/>
                      <a:pt x="138" y="117"/>
                    </a:cubicBezTo>
                    <a:cubicBezTo>
                      <a:pt x="138" y="117"/>
                      <a:pt x="125" y="111"/>
                      <a:pt x="114" y="102"/>
                    </a:cubicBezTo>
                    <a:cubicBezTo>
                      <a:pt x="114" y="102"/>
                      <a:pt x="84" y="80"/>
                      <a:pt x="82" y="79"/>
                    </a:cubicBezTo>
                    <a:cubicBezTo>
                      <a:pt x="82" y="79"/>
                      <a:pt x="68" y="70"/>
                      <a:pt x="73" y="58"/>
                    </a:cubicBezTo>
                    <a:cubicBezTo>
                      <a:pt x="73" y="58"/>
                      <a:pt x="78" y="49"/>
                      <a:pt x="92" y="51"/>
                    </a:cubicBezTo>
                    <a:cubicBezTo>
                      <a:pt x="92" y="51"/>
                      <a:pt x="108" y="48"/>
                      <a:pt x="102" y="41"/>
                    </a:cubicBezTo>
                    <a:cubicBezTo>
                      <a:pt x="102" y="41"/>
                      <a:pt x="97" y="36"/>
                      <a:pt x="96" y="33"/>
                    </a:cubicBezTo>
                    <a:cubicBezTo>
                      <a:pt x="96" y="33"/>
                      <a:pt x="94" y="30"/>
                      <a:pt x="85" y="35"/>
                    </a:cubicBezTo>
                    <a:cubicBezTo>
                      <a:pt x="85" y="35"/>
                      <a:pt x="70" y="44"/>
                      <a:pt x="69" y="34"/>
                    </a:cubicBezTo>
                    <a:cubicBezTo>
                      <a:pt x="69" y="34"/>
                      <a:pt x="67" y="30"/>
                      <a:pt x="72" y="25"/>
                    </a:cubicBezTo>
                    <a:cubicBezTo>
                      <a:pt x="72" y="25"/>
                      <a:pt x="82" y="14"/>
                      <a:pt x="70" y="5"/>
                    </a:cubicBezTo>
                    <a:cubicBezTo>
                      <a:pt x="70" y="5"/>
                      <a:pt x="62" y="3"/>
                      <a:pt x="61" y="3"/>
                    </a:cubicBezTo>
                    <a:lnTo>
                      <a:pt x="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4" name="iṩ1íḋè"/>
              <p:cNvSpPr/>
              <p:nvPr/>
            </p:nvSpPr>
            <p:spPr bwMode="auto">
              <a:xfrm>
                <a:off x="8455026" y="3019425"/>
                <a:ext cx="458788" cy="395288"/>
              </a:xfrm>
              <a:custGeom>
                <a:avLst/>
                <a:gdLst>
                  <a:gd name="T0" fmla="*/ 16 w 139"/>
                  <a:gd name="T1" fmla="*/ 30 h 119"/>
                  <a:gd name="T2" fmla="*/ 29 w 139"/>
                  <a:gd name="T3" fmla="*/ 53 h 119"/>
                  <a:gd name="T4" fmla="*/ 31 w 139"/>
                  <a:gd name="T5" fmla="*/ 79 h 119"/>
                  <a:gd name="T6" fmla="*/ 40 w 139"/>
                  <a:gd name="T7" fmla="*/ 76 h 119"/>
                  <a:gd name="T8" fmla="*/ 36 w 139"/>
                  <a:gd name="T9" fmla="*/ 40 h 119"/>
                  <a:gd name="T10" fmla="*/ 39 w 139"/>
                  <a:gd name="T11" fmla="*/ 29 h 119"/>
                  <a:gd name="T12" fmla="*/ 49 w 139"/>
                  <a:gd name="T13" fmla="*/ 37 h 119"/>
                  <a:gd name="T14" fmla="*/ 47 w 139"/>
                  <a:gd name="T15" fmla="*/ 58 h 119"/>
                  <a:gd name="T16" fmla="*/ 47 w 139"/>
                  <a:gd name="T17" fmla="*/ 72 h 119"/>
                  <a:gd name="T18" fmla="*/ 52 w 139"/>
                  <a:gd name="T19" fmla="*/ 72 h 119"/>
                  <a:gd name="T20" fmla="*/ 58 w 139"/>
                  <a:gd name="T21" fmla="*/ 61 h 119"/>
                  <a:gd name="T22" fmla="*/ 58 w 139"/>
                  <a:gd name="T23" fmla="*/ 54 h 119"/>
                  <a:gd name="T24" fmla="*/ 65 w 139"/>
                  <a:gd name="T25" fmla="*/ 50 h 119"/>
                  <a:gd name="T26" fmla="*/ 60 w 139"/>
                  <a:gd name="T27" fmla="*/ 50 h 119"/>
                  <a:gd name="T28" fmla="*/ 54 w 139"/>
                  <a:gd name="T29" fmla="*/ 47 h 119"/>
                  <a:gd name="T30" fmla="*/ 53 w 139"/>
                  <a:gd name="T31" fmla="*/ 34 h 119"/>
                  <a:gd name="T32" fmla="*/ 61 w 139"/>
                  <a:gd name="T33" fmla="*/ 31 h 119"/>
                  <a:gd name="T34" fmla="*/ 66 w 139"/>
                  <a:gd name="T35" fmla="*/ 22 h 119"/>
                  <a:gd name="T36" fmla="*/ 73 w 139"/>
                  <a:gd name="T37" fmla="*/ 11 h 119"/>
                  <a:gd name="T38" fmla="*/ 86 w 139"/>
                  <a:gd name="T39" fmla="*/ 22 h 119"/>
                  <a:gd name="T40" fmla="*/ 77 w 139"/>
                  <a:gd name="T41" fmla="*/ 28 h 119"/>
                  <a:gd name="T42" fmla="*/ 74 w 139"/>
                  <a:gd name="T43" fmla="*/ 35 h 119"/>
                  <a:gd name="T44" fmla="*/ 77 w 139"/>
                  <a:gd name="T45" fmla="*/ 38 h 119"/>
                  <a:gd name="T46" fmla="*/ 80 w 139"/>
                  <a:gd name="T47" fmla="*/ 46 h 119"/>
                  <a:gd name="T48" fmla="*/ 79 w 139"/>
                  <a:gd name="T49" fmla="*/ 69 h 119"/>
                  <a:gd name="T50" fmla="*/ 87 w 139"/>
                  <a:gd name="T51" fmla="*/ 65 h 119"/>
                  <a:gd name="T52" fmla="*/ 82 w 139"/>
                  <a:gd name="T53" fmla="*/ 55 h 119"/>
                  <a:gd name="T54" fmla="*/ 95 w 139"/>
                  <a:gd name="T55" fmla="*/ 49 h 119"/>
                  <a:gd name="T56" fmla="*/ 84 w 139"/>
                  <a:gd name="T57" fmla="*/ 41 h 119"/>
                  <a:gd name="T58" fmla="*/ 85 w 139"/>
                  <a:gd name="T59" fmla="*/ 36 h 119"/>
                  <a:gd name="T60" fmla="*/ 101 w 139"/>
                  <a:gd name="T61" fmla="*/ 30 h 119"/>
                  <a:gd name="T62" fmla="*/ 95 w 139"/>
                  <a:gd name="T63" fmla="*/ 20 h 119"/>
                  <a:gd name="T64" fmla="*/ 97 w 139"/>
                  <a:gd name="T65" fmla="*/ 15 h 119"/>
                  <a:gd name="T66" fmla="*/ 108 w 139"/>
                  <a:gd name="T67" fmla="*/ 4 h 119"/>
                  <a:gd name="T68" fmla="*/ 112 w 139"/>
                  <a:gd name="T69" fmla="*/ 4 h 119"/>
                  <a:gd name="T70" fmla="*/ 126 w 139"/>
                  <a:gd name="T71" fmla="*/ 11 h 119"/>
                  <a:gd name="T72" fmla="*/ 118 w 139"/>
                  <a:gd name="T73" fmla="*/ 21 h 119"/>
                  <a:gd name="T74" fmla="*/ 113 w 139"/>
                  <a:gd name="T75" fmla="*/ 31 h 119"/>
                  <a:gd name="T76" fmla="*/ 103 w 139"/>
                  <a:gd name="T77" fmla="*/ 55 h 119"/>
                  <a:gd name="T78" fmla="*/ 109 w 139"/>
                  <a:gd name="T79" fmla="*/ 64 h 119"/>
                  <a:gd name="T80" fmla="*/ 126 w 139"/>
                  <a:gd name="T81" fmla="*/ 59 h 119"/>
                  <a:gd name="T82" fmla="*/ 135 w 139"/>
                  <a:gd name="T83" fmla="*/ 63 h 119"/>
                  <a:gd name="T84" fmla="*/ 138 w 139"/>
                  <a:gd name="T85" fmla="*/ 68 h 119"/>
                  <a:gd name="T86" fmla="*/ 139 w 139"/>
                  <a:gd name="T87" fmla="*/ 75 h 119"/>
                  <a:gd name="T88" fmla="*/ 97 w 139"/>
                  <a:gd name="T89" fmla="*/ 78 h 119"/>
                  <a:gd name="T90" fmla="*/ 87 w 139"/>
                  <a:gd name="T91" fmla="*/ 74 h 119"/>
                  <a:gd name="T92" fmla="*/ 79 w 139"/>
                  <a:gd name="T93" fmla="*/ 74 h 119"/>
                  <a:gd name="T94" fmla="*/ 67 w 139"/>
                  <a:gd name="T95" fmla="*/ 77 h 119"/>
                  <a:gd name="T96" fmla="*/ 48 w 139"/>
                  <a:gd name="T97" fmla="*/ 87 h 119"/>
                  <a:gd name="T98" fmla="*/ 33 w 139"/>
                  <a:gd name="T99" fmla="*/ 95 h 119"/>
                  <a:gd name="T100" fmla="*/ 20 w 139"/>
                  <a:gd name="T101" fmla="*/ 106 h 119"/>
                  <a:gd name="T102" fmla="*/ 3 w 139"/>
                  <a:gd name="T103" fmla="*/ 108 h 119"/>
                  <a:gd name="T104" fmla="*/ 11 w 139"/>
                  <a:gd name="T105" fmla="*/ 80 h 119"/>
                  <a:gd name="T106" fmla="*/ 19 w 139"/>
                  <a:gd name="T107" fmla="*/ 81 h 119"/>
                  <a:gd name="T108" fmla="*/ 23 w 139"/>
                  <a:gd name="T109" fmla="*/ 85 h 119"/>
                  <a:gd name="T110" fmla="*/ 24 w 139"/>
                  <a:gd name="T111" fmla="*/ 85 h 119"/>
                  <a:gd name="T112" fmla="*/ 24 w 139"/>
                  <a:gd name="T113" fmla="*/ 80 h 119"/>
                  <a:gd name="T114" fmla="*/ 23 w 139"/>
                  <a:gd name="T115" fmla="*/ 70 h 119"/>
                  <a:gd name="T116" fmla="*/ 21 w 139"/>
                  <a:gd name="T117" fmla="*/ 60 h 119"/>
                  <a:gd name="T118" fmla="*/ 20 w 139"/>
                  <a:gd name="T119" fmla="*/ 54 h 119"/>
                  <a:gd name="T120" fmla="*/ 18 w 139"/>
                  <a:gd name="T121" fmla="*/ 48 h 119"/>
                  <a:gd name="T122" fmla="*/ 16 w 139"/>
                  <a:gd name="T123" fmla="*/ 3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9" h="119">
                    <a:moveTo>
                      <a:pt x="16" y="30"/>
                    </a:moveTo>
                    <a:cubicBezTo>
                      <a:pt x="16" y="30"/>
                      <a:pt x="29" y="37"/>
                      <a:pt x="29" y="53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9"/>
                      <a:pt x="37" y="86"/>
                      <a:pt x="40" y="76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29" y="30"/>
                      <a:pt x="39" y="29"/>
                    </a:cubicBezTo>
                    <a:cubicBezTo>
                      <a:pt x="39" y="29"/>
                      <a:pt x="48" y="26"/>
                      <a:pt x="49" y="37"/>
                    </a:cubicBezTo>
                    <a:cubicBezTo>
                      <a:pt x="47" y="58"/>
                      <a:pt x="47" y="58"/>
                      <a:pt x="47" y="58"/>
                    </a:cubicBezTo>
                    <a:cubicBezTo>
                      <a:pt x="47" y="72"/>
                      <a:pt x="47" y="72"/>
                      <a:pt x="47" y="72"/>
                    </a:cubicBezTo>
                    <a:cubicBezTo>
                      <a:pt x="47" y="72"/>
                      <a:pt x="49" y="75"/>
                      <a:pt x="52" y="72"/>
                    </a:cubicBezTo>
                    <a:cubicBezTo>
                      <a:pt x="52" y="72"/>
                      <a:pt x="59" y="72"/>
                      <a:pt x="58" y="61"/>
                    </a:cubicBezTo>
                    <a:cubicBezTo>
                      <a:pt x="58" y="61"/>
                      <a:pt x="55" y="54"/>
                      <a:pt x="58" y="54"/>
                    </a:cubicBezTo>
                    <a:cubicBezTo>
                      <a:pt x="58" y="54"/>
                      <a:pt x="66" y="54"/>
                      <a:pt x="65" y="50"/>
                    </a:cubicBezTo>
                    <a:cubicBezTo>
                      <a:pt x="65" y="50"/>
                      <a:pt x="63" y="48"/>
                      <a:pt x="60" y="50"/>
                    </a:cubicBezTo>
                    <a:cubicBezTo>
                      <a:pt x="60" y="50"/>
                      <a:pt x="54" y="51"/>
                      <a:pt x="54" y="47"/>
                    </a:cubicBezTo>
                    <a:cubicBezTo>
                      <a:pt x="53" y="34"/>
                      <a:pt x="53" y="34"/>
                      <a:pt x="53" y="34"/>
                    </a:cubicBezTo>
                    <a:cubicBezTo>
                      <a:pt x="61" y="31"/>
                      <a:pt x="61" y="31"/>
                      <a:pt x="61" y="31"/>
                    </a:cubicBezTo>
                    <a:cubicBezTo>
                      <a:pt x="61" y="31"/>
                      <a:pt x="66" y="29"/>
                      <a:pt x="66" y="22"/>
                    </a:cubicBezTo>
                    <a:cubicBezTo>
                      <a:pt x="66" y="22"/>
                      <a:pt x="64" y="12"/>
                      <a:pt x="73" y="11"/>
                    </a:cubicBezTo>
                    <a:cubicBezTo>
                      <a:pt x="73" y="11"/>
                      <a:pt x="86" y="8"/>
                      <a:pt x="86" y="22"/>
                    </a:cubicBezTo>
                    <a:cubicBezTo>
                      <a:pt x="86" y="22"/>
                      <a:pt x="84" y="26"/>
                      <a:pt x="77" y="28"/>
                    </a:cubicBezTo>
                    <a:cubicBezTo>
                      <a:pt x="77" y="28"/>
                      <a:pt x="73" y="32"/>
                      <a:pt x="74" y="35"/>
                    </a:cubicBezTo>
                    <a:cubicBezTo>
                      <a:pt x="74" y="35"/>
                      <a:pt x="73" y="38"/>
                      <a:pt x="77" y="38"/>
                    </a:cubicBezTo>
                    <a:cubicBezTo>
                      <a:pt x="77" y="38"/>
                      <a:pt x="83" y="41"/>
                      <a:pt x="80" y="46"/>
                    </a:cubicBezTo>
                    <a:cubicBezTo>
                      <a:pt x="80" y="46"/>
                      <a:pt x="66" y="62"/>
                      <a:pt x="79" y="69"/>
                    </a:cubicBezTo>
                    <a:cubicBezTo>
                      <a:pt x="79" y="69"/>
                      <a:pt x="89" y="71"/>
                      <a:pt x="87" y="65"/>
                    </a:cubicBezTo>
                    <a:cubicBezTo>
                      <a:pt x="87" y="65"/>
                      <a:pt x="80" y="60"/>
                      <a:pt x="82" y="55"/>
                    </a:cubicBezTo>
                    <a:cubicBezTo>
                      <a:pt x="82" y="55"/>
                      <a:pt x="98" y="53"/>
                      <a:pt x="95" y="49"/>
                    </a:cubicBezTo>
                    <a:cubicBezTo>
                      <a:pt x="95" y="49"/>
                      <a:pt x="86" y="47"/>
                      <a:pt x="84" y="41"/>
                    </a:cubicBezTo>
                    <a:cubicBezTo>
                      <a:pt x="84" y="41"/>
                      <a:pt x="80" y="34"/>
                      <a:pt x="85" y="36"/>
                    </a:cubicBezTo>
                    <a:cubicBezTo>
                      <a:pt x="85" y="36"/>
                      <a:pt x="103" y="39"/>
                      <a:pt x="101" y="30"/>
                    </a:cubicBezTo>
                    <a:cubicBezTo>
                      <a:pt x="101" y="30"/>
                      <a:pt x="103" y="23"/>
                      <a:pt x="95" y="20"/>
                    </a:cubicBezTo>
                    <a:cubicBezTo>
                      <a:pt x="95" y="20"/>
                      <a:pt x="92" y="15"/>
                      <a:pt x="97" y="15"/>
                    </a:cubicBezTo>
                    <a:cubicBezTo>
                      <a:pt x="97" y="15"/>
                      <a:pt x="107" y="9"/>
                      <a:pt x="108" y="4"/>
                    </a:cubicBezTo>
                    <a:cubicBezTo>
                      <a:pt x="108" y="4"/>
                      <a:pt x="109" y="3"/>
                      <a:pt x="112" y="4"/>
                    </a:cubicBezTo>
                    <a:cubicBezTo>
                      <a:pt x="112" y="4"/>
                      <a:pt x="123" y="0"/>
                      <a:pt x="126" y="11"/>
                    </a:cubicBezTo>
                    <a:cubicBezTo>
                      <a:pt x="126" y="11"/>
                      <a:pt x="127" y="17"/>
                      <a:pt x="118" y="21"/>
                    </a:cubicBezTo>
                    <a:cubicBezTo>
                      <a:pt x="118" y="21"/>
                      <a:pt x="114" y="26"/>
                      <a:pt x="113" y="31"/>
                    </a:cubicBezTo>
                    <a:cubicBezTo>
                      <a:pt x="103" y="55"/>
                      <a:pt x="103" y="55"/>
                      <a:pt x="103" y="55"/>
                    </a:cubicBezTo>
                    <a:cubicBezTo>
                      <a:pt x="103" y="55"/>
                      <a:pt x="97" y="66"/>
                      <a:pt x="109" y="64"/>
                    </a:cubicBezTo>
                    <a:cubicBezTo>
                      <a:pt x="126" y="59"/>
                      <a:pt x="126" y="59"/>
                      <a:pt x="126" y="59"/>
                    </a:cubicBezTo>
                    <a:cubicBezTo>
                      <a:pt x="126" y="59"/>
                      <a:pt x="131" y="57"/>
                      <a:pt x="135" y="63"/>
                    </a:cubicBezTo>
                    <a:cubicBezTo>
                      <a:pt x="135" y="63"/>
                      <a:pt x="139" y="64"/>
                      <a:pt x="138" y="68"/>
                    </a:cubicBezTo>
                    <a:cubicBezTo>
                      <a:pt x="139" y="75"/>
                      <a:pt x="139" y="75"/>
                      <a:pt x="139" y="75"/>
                    </a:cubicBezTo>
                    <a:cubicBezTo>
                      <a:pt x="139" y="75"/>
                      <a:pt x="110" y="81"/>
                      <a:pt x="97" y="78"/>
                    </a:cubicBezTo>
                    <a:cubicBezTo>
                      <a:pt x="97" y="78"/>
                      <a:pt x="89" y="76"/>
                      <a:pt x="87" y="74"/>
                    </a:cubicBezTo>
                    <a:cubicBezTo>
                      <a:pt x="87" y="74"/>
                      <a:pt x="82" y="71"/>
                      <a:pt x="79" y="74"/>
                    </a:cubicBezTo>
                    <a:cubicBezTo>
                      <a:pt x="79" y="74"/>
                      <a:pt x="73" y="80"/>
                      <a:pt x="67" y="77"/>
                    </a:cubicBezTo>
                    <a:cubicBezTo>
                      <a:pt x="67" y="77"/>
                      <a:pt x="55" y="87"/>
                      <a:pt x="48" y="87"/>
                    </a:cubicBezTo>
                    <a:cubicBezTo>
                      <a:pt x="48" y="87"/>
                      <a:pt x="39" y="89"/>
                      <a:pt x="33" y="95"/>
                    </a:cubicBezTo>
                    <a:cubicBezTo>
                      <a:pt x="33" y="95"/>
                      <a:pt x="24" y="100"/>
                      <a:pt x="20" y="106"/>
                    </a:cubicBezTo>
                    <a:cubicBezTo>
                      <a:pt x="20" y="106"/>
                      <a:pt x="9" y="119"/>
                      <a:pt x="3" y="108"/>
                    </a:cubicBezTo>
                    <a:cubicBezTo>
                      <a:pt x="3" y="108"/>
                      <a:pt x="0" y="94"/>
                      <a:pt x="11" y="80"/>
                    </a:cubicBezTo>
                    <a:cubicBezTo>
                      <a:pt x="11" y="80"/>
                      <a:pt x="17" y="74"/>
                      <a:pt x="19" y="81"/>
                    </a:cubicBezTo>
                    <a:cubicBezTo>
                      <a:pt x="19" y="81"/>
                      <a:pt x="19" y="85"/>
                      <a:pt x="23" y="85"/>
                    </a:cubicBezTo>
                    <a:cubicBezTo>
                      <a:pt x="26" y="85"/>
                      <a:pt x="24" y="85"/>
                      <a:pt x="24" y="85"/>
                    </a:cubicBezTo>
                    <a:cubicBezTo>
                      <a:pt x="24" y="85"/>
                      <a:pt x="26" y="84"/>
                      <a:pt x="24" y="80"/>
                    </a:cubicBezTo>
                    <a:cubicBezTo>
                      <a:pt x="24" y="80"/>
                      <a:pt x="22" y="74"/>
                      <a:pt x="23" y="70"/>
                    </a:cubicBezTo>
                    <a:cubicBezTo>
                      <a:pt x="23" y="70"/>
                      <a:pt x="24" y="63"/>
                      <a:pt x="21" y="60"/>
                    </a:cubicBezTo>
                    <a:cubicBezTo>
                      <a:pt x="21" y="60"/>
                      <a:pt x="18" y="55"/>
                      <a:pt x="20" y="54"/>
                    </a:cubicBezTo>
                    <a:cubicBezTo>
                      <a:pt x="20" y="54"/>
                      <a:pt x="21" y="51"/>
                      <a:pt x="18" y="48"/>
                    </a:cubicBezTo>
                    <a:cubicBezTo>
                      <a:pt x="18" y="48"/>
                      <a:pt x="11" y="38"/>
                      <a:pt x="16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5" name="íṣľíḍè"/>
              <p:cNvSpPr/>
              <p:nvPr/>
            </p:nvSpPr>
            <p:spPr bwMode="auto">
              <a:xfrm>
                <a:off x="8537576" y="3284538"/>
                <a:ext cx="280988" cy="342900"/>
              </a:xfrm>
              <a:custGeom>
                <a:avLst/>
                <a:gdLst>
                  <a:gd name="T0" fmla="*/ 24 w 85"/>
                  <a:gd name="T1" fmla="*/ 14 h 103"/>
                  <a:gd name="T2" fmla="*/ 47 w 85"/>
                  <a:gd name="T3" fmla="*/ 7 h 103"/>
                  <a:gd name="T4" fmla="*/ 64 w 85"/>
                  <a:gd name="T5" fmla="*/ 3 h 103"/>
                  <a:gd name="T6" fmla="*/ 71 w 85"/>
                  <a:gd name="T7" fmla="*/ 7 h 103"/>
                  <a:gd name="T8" fmla="*/ 60 w 85"/>
                  <a:gd name="T9" fmla="*/ 13 h 103"/>
                  <a:gd name="T10" fmla="*/ 48 w 85"/>
                  <a:gd name="T11" fmla="*/ 26 h 103"/>
                  <a:gd name="T12" fmla="*/ 55 w 85"/>
                  <a:gd name="T13" fmla="*/ 32 h 103"/>
                  <a:gd name="T14" fmla="*/ 72 w 85"/>
                  <a:gd name="T15" fmla="*/ 27 h 103"/>
                  <a:gd name="T16" fmla="*/ 83 w 85"/>
                  <a:gd name="T17" fmla="*/ 33 h 103"/>
                  <a:gd name="T18" fmla="*/ 77 w 85"/>
                  <a:gd name="T19" fmla="*/ 40 h 103"/>
                  <a:gd name="T20" fmla="*/ 71 w 85"/>
                  <a:gd name="T21" fmla="*/ 38 h 103"/>
                  <a:gd name="T22" fmla="*/ 58 w 85"/>
                  <a:gd name="T23" fmla="*/ 42 h 103"/>
                  <a:gd name="T24" fmla="*/ 56 w 85"/>
                  <a:gd name="T25" fmla="*/ 53 h 103"/>
                  <a:gd name="T26" fmla="*/ 50 w 85"/>
                  <a:gd name="T27" fmla="*/ 84 h 103"/>
                  <a:gd name="T28" fmla="*/ 50 w 85"/>
                  <a:gd name="T29" fmla="*/ 84 h 103"/>
                  <a:gd name="T30" fmla="*/ 29 w 85"/>
                  <a:gd name="T31" fmla="*/ 92 h 103"/>
                  <a:gd name="T32" fmla="*/ 14 w 85"/>
                  <a:gd name="T33" fmla="*/ 72 h 103"/>
                  <a:gd name="T34" fmla="*/ 21 w 85"/>
                  <a:gd name="T35" fmla="*/ 71 h 103"/>
                  <a:gd name="T36" fmla="*/ 44 w 85"/>
                  <a:gd name="T37" fmla="*/ 66 h 103"/>
                  <a:gd name="T38" fmla="*/ 43 w 85"/>
                  <a:gd name="T39" fmla="*/ 57 h 103"/>
                  <a:gd name="T40" fmla="*/ 34 w 85"/>
                  <a:gd name="T41" fmla="*/ 49 h 103"/>
                  <a:gd name="T42" fmla="*/ 13 w 85"/>
                  <a:gd name="T43" fmla="*/ 52 h 103"/>
                  <a:gd name="T44" fmla="*/ 0 w 85"/>
                  <a:gd name="T45" fmla="*/ 44 h 103"/>
                  <a:gd name="T46" fmla="*/ 12 w 85"/>
                  <a:gd name="T47" fmla="*/ 40 h 103"/>
                  <a:gd name="T48" fmla="*/ 38 w 85"/>
                  <a:gd name="T49" fmla="*/ 35 h 103"/>
                  <a:gd name="T50" fmla="*/ 39 w 85"/>
                  <a:gd name="T51" fmla="*/ 20 h 103"/>
                  <a:gd name="T52" fmla="*/ 30 w 85"/>
                  <a:gd name="T53" fmla="*/ 21 h 103"/>
                  <a:gd name="T54" fmla="*/ 16 w 85"/>
                  <a:gd name="T55" fmla="*/ 22 h 103"/>
                  <a:gd name="T56" fmla="*/ 24 w 85"/>
                  <a:gd name="T57" fmla="*/ 1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5" h="103">
                    <a:moveTo>
                      <a:pt x="24" y="14"/>
                    </a:moveTo>
                    <a:cubicBezTo>
                      <a:pt x="26" y="14"/>
                      <a:pt x="36" y="14"/>
                      <a:pt x="47" y="7"/>
                    </a:cubicBezTo>
                    <a:cubicBezTo>
                      <a:pt x="47" y="7"/>
                      <a:pt x="58" y="0"/>
                      <a:pt x="64" y="3"/>
                    </a:cubicBezTo>
                    <a:cubicBezTo>
                      <a:pt x="64" y="3"/>
                      <a:pt x="72" y="3"/>
                      <a:pt x="71" y="7"/>
                    </a:cubicBezTo>
                    <a:cubicBezTo>
                      <a:pt x="71" y="7"/>
                      <a:pt x="69" y="12"/>
                      <a:pt x="60" y="13"/>
                    </a:cubicBezTo>
                    <a:cubicBezTo>
                      <a:pt x="60" y="13"/>
                      <a:pt x="48" y="17"/>
                      <a:pt x="48" y="26"/>
                    </a:cubicBezTo>
                    <a:cubicBezTo>
                      <a:pt x="48" y="26"/>
                      <a:pt x="47" y="32"/>
                      <a:pt x="55" y="32"/>
                    </a:cubicBezTo>
                    <a:cubicBezTo>
                      <a:pt x="72" y="27"/>
                      <a:pt x="72" y="27"/>
                      <a:pt x="72" y="27"/>
                    </a:cubicBezTo>
                    <a:cubicBezTo>
                      <a:pt x="72" y="27"/>
                      <a:pt x="79" y="24"/>
                      <a:pt x="83" y="33"/>
                    </a:cubicBezTo>
                    <a:cubicBezTo>
                      <a:pt x="83" y="33"/>
                      <a:pt x="85" y="40"/>
                      <a:pt x="77" y="40"/>
                    </a:cubicBezTo>
                    <a:cubicBezTo>
                      <a:pt x="77" y="40"/>
                      <a:pt x="75" y="37"/>
                      <a:pt x="71" y="38"/>
                    </a:cubicBezTo>
                    <a:cubicBezTo>
                      <a:pt x="58" y="42"/>
                      <a:pt x="58" y="42"/>
                      <a:pt x="58" y="42"/>
                    </a:cubicBezTo>
                    <a:cubicBezTo>
                      <a:pt x="58" y="42"/>
                      <a:pt x="53" y="44"/>
                      <a:pt x="56" y="53"/>
                    </a:cubicBezTo>
                    <a:cubicBezTo>
                      <a:pt x="56" y="53"/>
                      <a:pt x="56" y="78"/>
                      <a:pt x="50" y="84"/>
                    </a:cubicBezTo>
                    <a:cubicBezTo>
                      <a:pt x="50" y="84"/>
                      <a:pt x="50" y="84"/>
                      <a:pt x="50" y="84"/>
                    </a:cubicBezTo>
                    <a:cubicBezTo>
                      <a:pt x="43" y="90"/>
                      <a:pt x="38" y="103"/>
                      <a:pt x="29" y="92"/>
                    </a:cubicBezTo>
                    <a:cubicBezTo>
                      <a:pt x="29" y="92"/>
                      <a:pt x="15" y="84"/>
                      <a:pt x="14" y="72"/>
                    </a:cubicBezTo>
                    <a:cubicBezTo>
                      <a:pt x="14" y="72"/>
                      <a:pt x="15" y="68"/>
                      <a:pt x="21" y="71"/>
                    </a:cubicBezTo>
                    <a:cubicBezTo>
                      <a:pt x="21" y="71"/>
                      <a:pt x="38" y="77"/>
                      <a:pt x="44" y="66"/>
                    </a:cubicBezTo>
                    <a:cubicBezTo>
                      <a:pt x="44" y="66"/>
                      <a:pt x="44" y="59"/>
                      <a:pt x="43" y="57"/>
                    </a:cubicBezTo>
                    <a:cubicBezTo>
                      <a:pt x="43" y="57"/>
                      <a:pt x="42" y="48"/>
                      <a:pt x="34" y="49"/>
                    </a:cubicBezTo>
                    <a:cubicBezTo>
                      <a:pt x="34" y="49"/>
                      <a:pt x="20" y="49"/>
                      <a:pt x="13" y="52"/>
                    </a:cubicBezTo>
                    <a:cubicBezTo>
                      <a:pt x="13" y="52"/>
                      <a:pt x="5" y="58"/>
                      <a:pt x="0" y="44"/>
                    </a:cubicBezTo>
                    <a:cubicBezTo>
                      <a:pt x="0" y="44"/>
                      <a:pt x="5" y="39"/>
                      <a:pt x="12" y="40"/>
                    </a:cubicBezTo>
                    <a:cubicBezTo>
                      <a:pt x="12" y="40"/>
                      <a:pt x="34" y="44"/>
                      <a:pt x="38" y="35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39" y="20"/>
                      <a:pt x="36" y="18"/>
                      <a:pt x="30" y="21"/>
                    </a:cubicBezTo>
                    <a:cubicBezTo>
                      <a:pt x="30" y="21"/>
                      <a:pt x="20" y="30"/>
                      <a:pt x="16" y="22"/>
                    </a:cubicBezTo>
                    <a:cubicBezTo>
                      <a:pt x="16" y="22"/>
                      <a:pt x="10" y="16"/>
                      <a:pt x="2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</p:grpSp>
        <p:grpSp>
          <p:nvGrpSpPr>
            <p:cNvPr id="45" name="íṥľíḓé"/>
            <p:cNvGrpSpPr/>
            <p:nvPr/>
          </p:nvGrpSpPr>
          <p:grpSpPr>
            <a:xfrm>
              <a:off x="3645458" y="3873595"/>
              <a:ext cx="7018182" cy="227590"/>
              <a:chOff x="4624388" y="3695700"/>
              <a:chExt cx="4210051" cy="136526"/>
            </a:xfrm>
            <a:grpFill/>
          </p:grpSpPr>
          <p:sp>
            <p:nvSpPr>
              <p:cNvPr id="46" name="îš1îde"/>
              <p:cNvSpPr/>
              <p:nvPr/>
            </p:nvSpPr>
            <p:spPr bwMode="auto">
              <a:xfrm>
                <a:off x="4624388" y="3700463"/>
                <a:ext cx="98425" cy="131763"/>
              </a:xfrm>
              <a:custGeom>
                <a:avLst/>
                <a:gdLst>
                  <a:gd name="T0" fmla="*/ 0 w 30"/>
                  <a:gd name="T1" fmla="*/ 40 h 40"/>
                  <a:gd name="T2" fmla="*/ 0 w 30"/>
                  <a:gd name="T3" fmla="*/ 0 h 40"/>
                  <a:gd name="T4" fmla="*/ 15 w 30"/>
                  <a:gd name="T5" fmla="*/ 0 h 40"/>
                  <a:gd name="T6" fmla="*/ 22 w 30"/>
                  <a:gd name="T7" fmla="*/ 1 h 40"/>
                  <a:gd name="T8" fmla="*/ 27 w 30"/>
                  <a:gd name="T9" fmla="*/ 5 h 40"/>
                  <a:gd name="T10" fmla="*/ 28 w 30"/>
                  <a:gd name="T11" fmla="*/ 10 h 40"/>
                  <a:gd name="T12" fmla="*/ 27 w 30"/>
                  <a:gd name="T13" fmla="*/ 15 h 40"/>
                  <a:gd name="T14" fmla="*/ 23 w 30"/>
                  <a:gd name="T15" fmla="*/ 19 h 40"/>
                  <a:gd name="T16" fmla="*/ 28 w 30"/>
                  <a:gd name="T17" fmla="*/ 22 h 40"/>
                  <a:gd name="T18" fmla="*/ 30 w 30"/>
                  <a:gd name="T19" fmla="*/ 28 h 40"/>
                  <a:gd name="T20" fmla="*/ 29 w 30"/>
                  <a:gd name="T21" fmla="*/ 33 h 40"/>
                  <a:gd name="T22" fmla="*/ 26 w 30"/>
                  <a:gd name="T23" fmla="*/ 37 h 40"/>
                  <a:gd name="T24" fmla="*/ 22 w 30"/>
                  <a:gd name="T25" fmla="*/ 39 h 40"/>
                  <a:gd name="T26" fmla="*/ 15 w 30"/>
                  <a:gd name="T27" fmla="*/ 40 h 40"/>
                  <a:gd name="T28" fmla="*/ 0 w 30"/>
                  <a:gd name="T29" fmla="*/ 40 h 40"/>
                  <a:gd name="T30" fmla="*/ 5 w 30"/>
                  <a:gd name="T31" fmla="*/ 17 h 40"/>
                  <a:gd name="T32" fmla="*/ 14 w 30"/>
                  <a:gd name="T33" fmla="*/ 17 h 40"/>
                  <a:gd name="T34" fmla="*/ 19 w 30"/>
                  <a:gd name="T35" fmla="*/ 16 h 40"/>
                  <a:gd name="T36" fmla="*/ 22 w 30"/>
                  <a:gd name="T37" fmla="*/ 14 h 40"/>
                  <a:gd name="T38" fmla="*/ 23 w 30"/>
                  <a:gd name="T39" fmla="*/ 11 h 40"/>
                  <a:gd name="T40" fmla="*/ 22 w 30"/>
                  <a:gd name="T41" fmla="*/ 7 h 40"/>
                  <a:gd name="T42" fmla="*/ 19 w 30"/>
                  <a:gd name="T43" fmla="*/ 5 h 40"/>
                  <a:gd name="T44" fmla="*/ 13 w 30"/>
                  <a:gd name="T45" fmla="*/ 5 h 40"/>
                  <a:gd name="T46" fmla="*/ 5 w 30"/>
                  <a:gd name="T47" fmla="*/ 5 h 40"/>
                  <a:gd name="T48" fmla="*/ 5 w 30"/>
                  <a:gd name="T49" fmla="*/ 17 h 40"/>
                  <a:gd name="T50" fmla="*/ 5 w 30"/>
                  <a:gd name="T51" fmla="*/ 35 h 40"/>
                  <a:gd name="T52" fmla="*/ 15 w 30"/>
                  <a:gd name="T53" fmla="*/ 35 h 40"/>
                  <a:gd name="T54" fmla="*/ 19 w 30"/>
                  <a:gd name="T55" fmla="*/ 35 h 40"/>
                  <a:gd name="T56" fmla="*/ 22 w 30"/>
                  <a:gd name="T57" fmla="*/ 34 h 40"/>
                  <a:gd name="T58" fmla="*/ 24 w 30"/>
                  <a:gd name="T59" fmla="*/ 31 h 40"/>
                  <a:gd name="T60" fmla="*/ 25 w 30"/>
                  <a:gd name="T61" fmla="*/ 28 h 40"/>
                  <a:gd name="T62" fmla="*/ 23 w 30"/>
                  <a:gd name="T63" fmla="*/ 24 h 40"/>
                  <a:gd name="T64" fmla="*/ 20 w 30"/>
                  <a:gd name="T65" fmla="*/ 22 h 40"/>
                  <a:gd name="T66" fmla="*/ 15 w 30"/>
                  <a:gd name="T67" fmla="*/ 21 h 40"/>
                  <a:gd name="T68" fmla="*/ 5 w 30"/>
                  <a:gd name="T69" fmla="*/ 21 h 40"/>
                  <a:gd name="T70" fmla="*/ 5 w 30"/>
                  <a:gd name="T71" fmla="*/ 3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0" h="40">
                    <a:moveTo>
                      <a:pt x="0" y="4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8" y="0"/>
                      <a:pt x="20" y="0"/>
                      <a:pt x="22" y="1"/>
                    </a:cubicBezTo>
                    <a:cubicBezTo>
                      <a:pt x="24" y="2"/>
                      <a:pt x="25" y="3"/>
                      <a:pt x="27" y="5"/>
                    </a:cubicBezTo>
                    <a:cubicBezTo>
                      <a:pt x="28" y="7"/>
                      <a:pt x="28" y="8"/>
                      <a:pt x="28" y="10"/>
                    </a:cubicBezTo>
                    <a:cubicBezTo>
                      <a:pt x="28" y="12"/>
                      <a:pt x="28" y="13"/>
                      <a:pt x="27" y="15"/>
                    </a:cubicBezTo>
                    <a:cubicBezTo>
                      <a:pt x="26" y="16"/>
                      <a:pt x="24" y="18"/>
                      <a:pt x="23" y="19"/>
                    </a:cubicBezTo>
                    <a:cubicBezTo>
                      <a:pt x="25" y="19"/>
                      <a:pt x="27" y="20"/>
                      <a:pt x="28" y="22"/>
                    </a:cubicBezTo>
                    <a:cubicBezTo>
                      <a:pt x="29" y="24"/>
                      <a:pt x="30" y="26"/>
                      <a:pt x="30" y="28"/>
                    </a:cubicBezTo>
                    <a:cubicBezTo>
                      <a:pt x="30" y="30"/>
                      <a:pt x="30" y="32"/>
                      <a:pt x="29" y="33"/>
                    </a:cubicBezTo>
                    <a:cubicBezTo>
                      <a:pt x="28" y="35"/>
                      <a:pt x="27" y="36"/>
                      <a:pt x="26" y="37"/>
                    </a:cubicBezTo>
                    <a:cubicBezTo>
                      <a:pt x="25" y="38"/>
                      <a:pt x="23" y="39"/>
                      <a:pt x="22" y="39"/>
                    </a:cubicBezTo>
                    <a:cubicBezTo>
                      <a:pt x="20" y="39"/>
                      <a:pt x="18" y="40"/>
                      <a:pt x="15" y="40"/>
                    </a:cubicBezTo>
                    <a:cubicBezTo>
                      <a:pt x="0" y="40"/>
                      <a:pt x="0" y="40"/>
                      <a:pt x="0" y="40"/>
                    </a:cubicBezTo>
                    <a:close/>
                    <a:moveTo>
                      <a:pt x="5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6" y="17"/>
                      <a:pt x="18" y="17"/>
                      <a:pt x="19" y="16"/>
                    </a:cubicBezTo>
                    <a:cubicBezTo>
                      <a:pt x="20" y="16"/>
                      <a:pt x="21" y="15"/>
                      <a:pt x="22" y="14"/>
                    </a:cubicBezTo>
                    <a:cubicBezTo>
                      <a:pt x="23" y="13"/>
                      <a:pt x="23" y="12"/>
                      <a:pt x="23" y="11"/>
                    </a:cubicBezTo>
                    <a:cubicBezTo>
                      <a:pt x="23" y="10"/>
                      <a:pt x="23" y="8"/>
                      <a:pt x="22" y="7"/>
                    </a:cubicBezTo>
                    <a:cubicBezTo>
                      <a:pt x="21" y="6"/>
                      <a:pt x="20" y="6"/>
                      <a:pt x="19" y="5"/>
                    </a:cubicBezTo>
                    <a:cubicBezTo>
                      <a:pt x="18" y="5"/>
                      <a:pt x="16" y="5"/>
                      <a:pt x="13" y="5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17"/>
                      <a:pt x="5" y="17"/>
                      <a:pt x="5" y="17"/>
                    </a:cubicBezTo>
                    <a:close/>
                    <a:moveTo>
                      <a:pt x="5" y="35"/>
                    </a:moveTo>
                    <a:cubicBezTo>
                      <a:pt x="15" y="35"/>
                      <a:pt x="15" y="35"/>
                      <a:pt x="15" y="35"/>
                    </a:cubicBezTo>
                    <a:cubicBezTo>
                      <a:pt x="17" y="35"/>
                      <a:pt x="18" y="35"/>
                      <a:pt x="19" y="35"/>
                    </a:cubicBezTo>
                    <a:cubicBezTo>
                      <a:pt x="20" y="35"/>
                      <a:pt x="21" y="34"/>
                      <a:pt x="22" y="34"/>
                    </a:cubicBezTo>
                    <a:cubicBezTo>
                      <a:pt x="23" y="33"/>
                      <a:pt x="23" y="32"/>
                      <a:pt x="24" y="31"/>
                    </a:cubicBezTo>
                    <a:cubicBezTo>
                      <a:pt x="24" y="31"/>
                      <a:pt x="25" y="29"/>
                      <a:pt x="25" y="28"/>
                    </a:cubicBezTo>
                    <a:cubicBezTo>
                      <a:pt x="25" y="27"/>
                      <a:pt x="24" y="25"/>
                      <a:pt x="23" y="24"/>
                    </a:cubicBezTo>
                    <a:cubicBezTo>
                      <a:pt x="23" y="23"/>
                      <a:pt x="22" y="22"/>
                      <a:pt x="20" y="22"/>
                    </a:cubicBezTo>
                    <a:cubicBezTo>
                      <a:pt x="19" y="22"/>
                      <a:pt x="17" y="21"/>
                      <a:pt x="15" y="21"/>
                    </a:cubicBezTo>
                    <a:cubicBezTo>
                      <a:pt x="5" y="21"/>
                      <a:pt x="5" y="21"/>
                      <a:pt x="5" y="21"/>
                    </a:cubicBezTo>
                    <a:lnTo>
                      <a:pt x="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47" name="íSļïďé"/>
              <p:cNvSpPr/>
              <p:nvPr/>
            </p:nvSpPr>
            <p:spPr bwMode="auto">
              <a:xfrm>
                <a:off x="4887913" y="3700463"/>
                <a:ext cx="100013" cy="131763"/>
              </a:xfrm>
              <a:custGeom>
                <a:avLst/>
                <a:gdLst>
                  <a:gd name="T0" fmla="*/ 0 w 63"/>
                  <a:gd name="T1" fmla="*/ 83 h 83"/>
                  <a:gd name="T2" fmla="*/ 0 w 63"/>
                  <a:gd name="T3" fmla="*/ 0 h 83"/>
                  <a:gd name="T4" fmla="*/ 61 w 63"/>
                  <a:gd name="T5" fmla="*/ 0 h 83"/>
                  <a:gd name="T6" fmla="*/ 61 w 63"/>
                  <a:gd name="T7" fmla="*/ 10 h 83"/>
                  <a:gd name="T8" fmla="*/ 13 w 63"/>
                  <a:gd name="T9" fmla="*/ 10 h 83"/>
                  <a:gd name="T10" fmla="*/ 13 w 63"/>
                  <a:gd name="T11" fmla="*/ 35 h 83"/>
                  <a:gd name="T12" fmla="*/ 56 w 63"/>
                  <a:gd name="T13" fmla="*/ 35 h 83"/>
                  <a:gd name="T14" fmla="*/ 56 w 63"/>
                  <a:gd name="T15" fmla="*/ 43 h 83"/>
                  <a:gd name="T16" fmla="*/ 13 w 63"/>
                  <a:gd name="T17" fmla="*/ 43 h 83"/>
                  <a:gd name="T18" fmla="*/ 13 w 63"/>
                  <a:gd name="T19" fmla="*/ 73 h 83"/>
                  <a:gd name="T20" fmla="*/ 63 w 63"/>
                  <a:gd name="T21" fmla="*/ 73 h 83"/>
                  <a:gd name="T22" fmla="*/ 63 w 63"/>
                  <a:gd name="T23" fmla="*/ 83 h 83"/>
                  <a:gd name="T24" fmla="*/ 0 w 63"/>
                  <a:gd name="T2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3" h="83">
                    <a:moveTo>
                      <a:pt x="0" y="83"/>
                    </a:moveTo>
                    <a:lnTo>
                      <a:pt x="0" y="0"/>
                    </a:lnTo>
                    <a:lnTo>
                      <a:pt x="61" y="0"/>
                    </a:lnTo>
                    <a:lnTo>
                      <a:pt x="61" y="10"/>
                    </a:lnTo>
                    <a:lnTo>
                      <a:pt x="13" y="10"/>
                    </a:lnTo>
                    <a:lnTo>
                      <a:pt x="13" y="35"/>
                    </a:lnTo>
                    <a:lnTo>
                      <a:pt x="56" y="35"/>
                    </a:lnTo>
                    <a:lnTo>
                      <a:pt x="56" y="43"/>
                    </a:lnTo>
                    <a:lnTo>
                      <a:pt x="13" y="43"/>
                    </a:lnTo>
                    <a:lnTo>
                      <a:pt x="13" y="73"/>
                    </a:lnTo>
                    <a:lnTo>
                      <a:pt x="63" y="73"/>
                    </a:lnTo>
                    <a:lnTo>
                      <a:pt x="63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48" name="íṥľîḍe"/>
              <p:cNvSpPr/>
              <p:nvPr/>
            </p:nvSpPr>
            <p:spPr bwMode="auto">
              <a:xfrm>
                <a:off x="5156201" y="3700463"/>
                <a:ext cx="15875" cy="1317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49" name="îṧ1iḍê"/>
              <p:cNvSpPr/>
              <p:nvPr/>
            </p:nvSpPr>
            <p:spPr bwMode="auto">
              <a:xfrm>
                <a:off x="5346701" y="3700463"/>
                <a:ext cx="103188" cy="131763"/>
              </a:xfrm>
              <a:custGeom>
                <a:avLst/>
                <a:gdLst>
                  <a:gd name="T0" fmla="*/ 0 w 65"/>
                  <a:gd name="T1" fmla="*/ 83 h 83"/>
                  <a:gd name="T2" fmla="*/ 0 w 65"/>
                  <a:gd name="T3" fmla="*/ 0 h 83"/>
                  <a:gd name="T4" fmla="*/ 11 w 65"/>
                  <a:gd name="T5" fmla="*/ 0 h 83"/>
                  <a:gd name="T6" fmla="*/ 11 w 65"/>
                  <a:gd name="T7" fmla="*/ 33 h 83"/>
                  <a:gd name="T8" fmla="*/ 52 w 65"/>
                  <a:gd name="T9" fmla="*/ 33 h 83"/>
                  <a:gd name="T10" fmla="*/ 52 w 65"/>
                  <a:gd name="T11" fmla="*/ 0 h 83"/>
                  <a:gd name="T12" fmla="*/ 65 w 65"/>
                  <a:gd name="T13" fmla="*/ 0 h 83"/>
                  <a:gd name="T14" fmla="*/ 65 w 65"/>
                  <a:gd name="T15" fmla="*/ 83 h 83"/>
                  <a:gd name="T16" fmla="*/ 52 w 65"/>
                  <a:gd name="T17" fmla="*/ 83 h 83"/>
                  <a:gd name="T18" fmla="*/ 52 w 65"/>
                  <a:gd name="T19" fmla="*/ 43 h 83"/>
                  <a:gd name="T20" fmla="*/ 11 w 65"/>
                  <a:gd name="T21" fmla="*/ 43 h 83"/>
                  <a:gd name="T22" fmla="*/ 11 w 65"/>
                  <a:gd name="T23" fmla="*/ 83 h 83"/>
                  <a:gd name="T24" fmla="*/ 0 w 65"/>
                  <a:gd name="T2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5" h="83">
                    <a:moveTo>
                      <a:pt x="0" y="83"/>
                    </a:moveTo>
                    <a:lnTo>
                      <a:pt x="0" y="0"/>
                    </a:lnTo>
                    <a:lnTo>
                      <a:pt x="11" y="0"/>
                    </a:lnTo>
                    <a:lnTo>
                      <a:pt x="11" y="33"/>
                    </a:lnTo>
                    <a:lnTo>
                      <a:pt x="52" y="33"/>
                    </a:lnTo>
                    <a:lnTo>
                      <a:pt x="52" y="0"/>
                    </a:lnTo>
                    <a:lnTo>
                      <a:pt x="65" y="0"/>
                    </a:lnTo>
                    <a:lnTo>
                      <a:pt x="65" y="83"/>
                    </a:lnTo>
                    <a:lnTo>
                      <a:pt x="52" y="83"/>
                    </a:lnTo>
                    <a:lnTo>
                      <a:pt x="52" y="43"/>
                    </a:lnTo>
                    <a:lnTo>
                      <a:pt x="11" y="43"/>
                    </a:lnTo>
                    <a:lnTo>
                      <a:pt x="11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0" name="îšlïḓe"/>
              <p:cNvSpPr/>
              <p:nvPr/>
            </p:nvSpPr>
            <p:spPr bwMode="auto">
              <a:xfrm>
                <a:off x="5603876" y="3700463"/>
                <a:ext cx="122238" cy="131763"/>
              </a:xfrm>
              <a:custGeom>
                <a:avLst/>
                <a:gdLst>
                  <a:gd name="T0" fmla="*/ 0 w 37"/>
                  <a:gd name="T1" fmla="*/ 40 h 40"/>
                  <a:gd name="T2" fmla="*/ 15 w 37"/>
                  <a:gd name="T3" fmla="*/ 0 h 40"/>
                  <a:gd name="T4" fmla="*/ 21 w 37"/>
                  <a:gd name="T5" fmla="*/ 0 h 40"/>
                  <a:gd name="T6" fmla="*/ 37 w 37"/>
                  <a:gd name="T7" fmla="*/ 40 h 40"/>
                  <a:gd name="T8" fmla="*/ 31 w 37"/>
                  <a:gd name="T9" fmla="*/ 40 h 40"/>
                  <a:gd name="T10" fmla="*/ 26 w 37"/>
                  <a:gd name="T11" fmla="*/ 28 h 40"/>
                  <a:gd name="T12" fmla="*/ 10 w 37"/>
                  <a:gd name="T13" fmla="*/ 28 h 40"/>
                  <a:gd name="T14" fmla="*/ 6 w 37"/>
                  <a:gd name="T15" fmla="*/ 40 h 40"/>
                  <a:gd name="T16" fmla="*/ 0 w 37"/>
                  <a:gd name="T17" fmla="*/ 40 h 40"/>
                  <a:gd name="T18" fmla="*/ 11 w 37"/>
                  <a:gd name="T19" fmla="*/ 23 h 40"/>
                  <a:gd name="T20" fmla="*/ 25 w 37"/>
                  <a:gd name="T21" fmla="*/ 23 h 40"/>
                  <a:gd name="T22" fmla="*/ 21 w 37"/>
                  <a:gd name="T23" fmla="*/ 12 h 40"/>
                  <a:gd name="T24" fmla="*/ 18 w 37"/>
                  <a:gd name="T25" fmla="*/ 4 h 40"/>
                  <a:gd name="T26" fmla="*/ 16 w 37"/>
                  <a:gd name="T27" fmla="*/ 12 h 40"/>
                  <a:gd name="T28" fmla="*/ 11 w 37"/>
                  <a:gd name="T29" fmla="*/ 2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7" h="40">
                    <a:moveTo>
                      <a:pt x="0" y="40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26" y="28"/>
                      <a:pt x="26" y="28"/>
                      <a:pt x="26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0" y="40"/>
                      <a:pt x="0" y="40"/>
                      <a:pt x="0" y="40"/>
                    </a:cubicBezTo>
                    <a:close/>
                    <a:moveTo>
                      <a:pt x="11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19" y="9"/>
                      <a:pt x="18" y="6"/>
                      <a:pt x="18" y="4"/>
                    </a:cubicBezTo>
                    <a:cubicBezTo>
                      <a:pt x="17" y="7"/>
                      <a:pt x="17" y="9"/>
                      <a:pt x="16" y="12"/>
                    </a:cubicBezTo>
                    <a:lnTo>
                      <a:pt x="11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1" name="iṩľiďe"/>
              <p:cNvSpPr/>
              <p:nvPr/>
            </p:nvSpPr>
            <p:spPr bwMode="auto">
              <a:xfrm>
                <a:off x="5881688" y="3700463"/>
                <a:ext cx="101600" cy="131763"/>
              </a:xfrm>
              <a:custGeom>
                <a:avLst/>
                <a:gdLst>
                  <a:gd name="T0" fmla="*/ 0 w 64"/>
                  <a:gd name="T1" fmla="*/ 83 h 83"/>
                  <a:gd name="T2" fmla="*/ 0 w 64"/>
                  <a:gd name="T3" fmla="*/ 0 h 83"/>
                  <a:gd name="T4" fmla="*/ 12 w 64"/>
                  <a:gd name="T5" fmla="*/ 0 h 83"/>
                  <a:gd name="T6" fmla="*/ 54 w 64"/>
                  <a:gd name="T7" fmla="*/ 64 h 83"/>
                  <a:gd name="T8" fmla="*/ 54 w 64"/>
                  <a:gd name="T9" fmla="*/ 0 h 83"/>
                  <a:gd name="T10" fmla="*/ 64 w 64"/>
                  <a:gd name="T11" fmla="*/ 0 h 83"/>
                  <a:gd name="T12" fmla="*/ 64 w 64"/>
                  <a:gd name="T13" fmla="*/ 83 h 83"/>
                  <a:gd name="T14" fmla="*/ 54 w 64"/>
                  <a:gd name="T15" fmla="*/ 83 h 83"/>
                  <a:gd name="T16" fmla="*/ 10 w 64"/>
                  <a:gd name="T17" fmla="*/ 18 h 83"/>
                  <a:gd name="T18" fmla="*/ 10 w 64"/>
                  <a:gd name="T19" fmla="*/ 83 h 83"/>
                  <a:gd name="T20" fmla="*/ 0 w 64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4" h="83">
                    <a:moveTo>
                      <a:pt x="0" y="83"/>
                    </a:moveTo>
                    <a:lnTo>
                      <a:pt x="0" y="0"/>
                    </a:lnTo>
                    <a:lnTo>
                      <a:pt x="12" y="0"/>
                    </a:lnTo>
                    <a:lnTo>
                      <a:pt x="54" y="64"/>
                    </a:lnTo>
                    <a:lnTo>
                      <a:pt x="54" y="0"/>
                    </a:lnTo>
                    <a:lnTo>
                      <a:pt x="64" y="0"/>
                    </a:lnTo>
                    <a:lnTo>
                      <a:pt x="64" y="83"/>
                    </a:lnTo>
                    <a:lnTo>
                      <a:pt x="54" y="83"/>
                    </a:lnTo>
                    <a:lnTo>
                      <a:pt x="10" y="18"/>
                    </a:lnTo>
                    <a:lnTo>
                      <a:pt x="10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2" name="ïṩlíḋè"/>
              <p:cNvSpPr/>
              <p:nvPr/>
            </p:nvSpPr>
            <p:spPr bwMode="auto">
              <a:xfrm>
                <a:off x="6151563" y="3695700"/>
                <a:ext cx="119063" cy="136525"/>
              </a:xfrm>
              <a:custGeom>
                <a:avLst/>
                <a:gdLst>
                  <a:gd name="T0" fmla="*/ 20 w 36"/>
                  <a:gd name="T1" fmla="*/ 25 h 41"/>
                  <a:gd name="T2" fmla="*/ 20 w 36"/>
                  <a:gd name="T3" fmla="*/ 20 h 41"/>
                  <a:gd name="T4" fmla="*/ 36 w 36"/>
                  <a:gd name="T5" fmla="*/ 20 h 41"/>
                  <a:gd name="T6" fmla="*/ 36 w 36"/>
                  <a:gd name="T7" fmla="*/ 35 h 41"/>
                  <a:gd name="T8" fmla="*/ 28 w 36"/>
                  <a:gd name="T9" fmla="*/ 40 h 41"/>
                  <a:gd name="T10" fmla="*/ 20 w 36"/>
                  <a:gd name="T11" fmla="*/ 41 h 41"/>
                  <a:gd name="T12" fmla="*/ 9 w 36"/>
                  <a:gd name="T13" fmla="*/ 39 h 41"/>
                  <a:gd name="T14" fmla="*/ 2 w 36"/>
                  <a:gd name="T15" fmla="*/ 32 h 41"/>
                  <a:gd name="T16" fmla="*/ 0 w 36"/>
                  <a:gd name="T17" fmla="*/ 21 h 41"/>
                  <a:gd name="T18" fmla="*/ 2 w 36"/>
                  <a:gd name="T19" fmla="*/ 10 h 41"/>
                  <a:gd name="T20" fmla="*/ 9 w 36"/>
                  <a:gd name="T21" fmla="*/ 3 h 41"/>
                  <a:gd name="T22" fmla="*/ 20 w 36"/>
                  <a:gd name="T23" fmla="*/ 0 h 41"/>
                  <a:gd name="T24" fmla="*/ 27 w 36"/>
                  <a:gd name="T25" fmla="*/ 2 h 41"/>
                  <a:gd name="T26" fmla="*/ 33 w 36"/>
                  <a:gd name="T27" fmla="*/ 6 h 41"/>
                  <a:gd name="T28" fmla="*/ 36 w 36"/>
                  <a:gd name="T29" fmla="*/ 12 h 41"/>
                  <a:gd name="T30" fmla="*/ 31 w 36"/>
                  <a:gd name="T31" fmla="*/ 13 h 41"/>
                  <a:gd name="T32" fmla="*/ 29 w 36"/>
                  <a:gd name="T33" fmla="*/ 9 h 41"/>
                  <a:gd name="T34" fmla="*/ 25 w 36"/>
                  <a:gd name="T35" fmla="*/ 6 h 41"/>
                  <a:gd name="T36" fmla="*/ 20 w 36"/>
                  <a:gd name="T37" fmla="*/ 5 h 41"/>
                  <a:gd name="T38" fmla="*/ 13 w 36"/>
                  <a:gd name="T39" fmla="*/ 6 h 41"/>
                  <a:gd name="T40" fmla="*/ 9 w 36"/>
                  <a:gd name="T41" fmla="*/ 9 h 41"/>
                  <a:gd name="T42" fmla="*/ 7 w 36"/>
                  <a:gd name="T43" fmla="*/ 13 h 41"/>
                  <a:gd name="T44" fmla="*/ 5 w 36"/>
                  <a:gd name="T45" fmla="*/ 21 h 41"/>
                  <a:gd name="T46" fmla="*/ 7 w 36"/>
                  <a:gd name="T47" fmla="*/ 30 h 41"/>
                  <a:gd name="T48" fmla="*/ 12 w 36"/>
                  <a:gd name="T49" fmla="*/ 35 h 41"/>
                  <a:gd name="T50" fmla="*/ 20 w 36"/>
                  <a:gd name="T51" fmla="*/ 37 h 41"/>
                  <a:gd name="T52" fmla="*/ 26 w 36"/>
                  <a:gd name="T53" fmla="*/ 35 h 41"/>
                  <a:gd name="T54" fmla="*/ 31 w 36"/>
                  <a:gd name="T55" fmla="*/ 32 h 41"/>
                  <a:gd name="T56" fmla="*/ 31 w 36"/>
                  <a:gd name="T57" fmla="*/ 25 h 41"/>
                  <a:gd name="T58" fmla="*/ 20 w 36"/>
                  <a:gd name="T59" fmla="*/ 25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6" h="41">
                    <a:moveTo>
                      <a:pt x="20" y="25"/>
                    </a:moveTo>
                    <a:cubicBezTo>
                      <a:pt x="20" y="20"/>
                      <a:pt x="20" y="20"/>
                      <a:pt x="20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4" y="37"/>
                      <a:pt x="31" y="39"/>
                      <a:pt x="28" y="40"/>
                    </a:cubicBezTo>
                    <a:cubicBezTo>
                      <a:pt x="26" y="41"/>
                      <a:pt x="23" y="41"/>
                      <a:pt x="20" y="41"/>
                    </a:cubicBezTo>
                    <a:cubicBezTo>
                      <a:pt x="16" y="41"/>
                      <a:pt x="13" y="40"/>
                      <a:pt x="9" y="39"/>
                    </a:cubicBezTo>
                    <a:cubicBezTo>
                      <a:pt x="6" y="37"/>
                      <a:pt x="4" y="35"/>
                      <a:pt x="2" y="32"/>
                    </a:cubicBezTo>
                    <a:cubicBezTo>
                      <a:pt x="1" y="28"/>
                      <a:pt x="0" y="25"/>
                      <a:pt x="0" y="21"/>
                    </a:cubicBezTo>
                    <a:cubicBezTo>
                      <a:pt x="0" y="17"/>
                      <a:pt x="1" y="14"/>
                      <a:pt x="2" y="10"/>
                    </a:cubicBezTo>
                    <a:cubicBezTo>
                      <a:pt x="4" y="7"/>
                      <a:pt x="6" y="4"/>
                      <a:pt x="9" y="3"/>
                    </a:cubicBezTo>
                    <a:cubicBezTo>
                      <a:pt x="12" y="1"/>
                      <a:pt x="16" y="0"/>
                      <a:pt x="20" y="0"/>
                    </a:cubicBezTo>
                    <a:cubicBezTo>
                      <a:pt x="22" y="0"/>
                      <a:pt x="25" y="1"/>
                      <a:pt x="27" y="2"/>
                    </a:cubicBezTo>
                    <a:cubicBezTo>
                      <a:pt x="30" y="3"/>
                      <a:pt x="31" y="4"/>
                      <a:pt x="33" y="6"/>
                    </a:cubicBezTo>
                    <a:cubicBezTo>
                      <a:pt x="34" y="7"/>
                      <a:pt x="35" y="9"/>
                      <a:pt x="36" y="12"/>
                    </a:cubicBezTo>
                    <a:cubicBezTo>
                      <a:pt x="31" y="13"/>
                      <a:pt x="31" y="13"/>
                      <a:pt x="31" y="13"/>
                    </a:cubicBezTo>
                    <a:cubicBezTo>
                      <a:pt x="30" y="11"/>
                      <a:pt x="30" y="10"/>
                      <a:pt x="29" y="9"/>
                    </a:cubicBezTo>
                    <a:cubicBezTo>
                      <a:pt x="28" y="8"/>
                      <a:pt x="27" y="7"/>
                      <a:pt x="25" y="6"/>
                    </a:cubicBezTo>
                    <a:cubicBezTo>
                      <a:pt x="23" y="5"/>
                      <a:pt x="22" y="5"/>
                      <a:pt x="20" y="5"/>
                    </a:cubicBezTo>
                    <a:cubicBezTo>
                      <a:pt x="17" y="5"/>
                      <a:pt x="15" y="5"/>
                      <a:pt x="13" y="6"/>
                    </a:cubicBezTo>
                    <a:cubicBezTo>
                      <a:pt x="12" y="7"/>
                      <a:pt x="10" y="8"/>
                      <a:pt x="9" y="9"/>
                    </a:cubicBezTo>
                    <a:cubicBezTo>
                      <a:pt x="8" y="10"/>
                      <a:pt x="7" y="11"/>
                      <a:pt x="7" y="13"/>
                    </a:cubicBezTo>
                    <a:cubicBezTo>
                      <a:pt x="6" y="15"/>
                      <a:pt x="5" y="18"/>
                      <a:pt x="5" y="21"/>
                    </a:cubicBezTo>
                    <a:cubicBezTo>
                      <a:pt x="5" y="24"/>
                      <a:pt x="6" y="27"/>
                      <a:pt x="7" y="30"/>
                    </a:cubicBezTo>
                    <a:cubicBezTo>
                      <a:pt x="8" y="32"/>
                      <a:pt x="10" y="34"/>
                      <a:pt x="12" y="35"/>
                    </a:cubicBezTo>
                    <a:cubicBezTo>
                      <a:pt x="15" y="36"/>
                      <a:pt x="17" y="37"/>
                      <a:pt x="20" y="37"/>
                    </a:cubicBezTo>
                    <a:cubicBezTo>
                      <a:pt x="22" y="37"/>
                      <a:pt x="24" y="36"/>
                      <a:pt x="26" y="35"/>
                    </a:cubicBezTo>
                    <a:cubicBezTo>
                      <a:pt x="28" y="34"/>
                      <a:pt x="30" y="33"/>
                      <a:pt x="31" y="32"/>
                    </a:cubicBezTo>
                    <a:cubicBezTo>
                      <a:pt x="31" y="25"/>
                      <a:pt x="31" y="25"/>
                      <a:pt x="31" y="25"/>
                    </a:cubicBezTo>
                    <a:lnTo>
                      <a:pt x="20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3" name="iṩľíḋé"/>
              <p:cNvSpPr/>
              <p:nvPr/>
            </p:nvSpPr>
            <p:spPr bwMode="auto">
              <a:xfrm>
                <a:off x="6478588" y="3700463"/>
                <a:ext cx="106363" cy="131763"/>
              </a:xfrm>
              <a:custGeom>
                <a:avLst/>
                <a:gdLst>
                  <a:gd name="T0" fmla="*/ 26 w 32"/>
                  <a:gd name="T1" fmla="*/ 0 h 40"/>
                  <a:gd name="T2" fmla="*/ 32 w 32"/>
                  <a:gd name="T3" fmla="*/ 0 h 40"/>
                  <a:gd name="T4" fmla="*/ 32 w 32"/>
                  <a:gd name="T5" fmla="*/ 23 h 40"/>
                  <a:gd name="T6" fmla="*/ 30 w 32"/>
                  <a:gd name="T7" fmla="*/ 32 h 40"/>
                  <a:gd name="T8" fmla="*/ 25 w 32"/>
                  <a:gd name="T9" fmla="*/ 38 h 40"/>
                  <a:gd name="T10" fmla="*/ 16 w 32"/>
                  <a:gd name="T11" fmla="*/ 40 h 40"/>
                  <a:gd name="T12" fmla="*/ 7 w 32"/>
                  <a:gd name="T13" fmla="*/ 38 h 40"/>
                  <a:gd name="T14" fmla="*/ 2 w 32"/>
                  <a:gd name="T15" fmla="*/ 33 h 40"/>
                  <a:gd name="T16" fmla="*/ 0 w 32"/>
                  <a:gd name="T17" fmla="*/ 23 h 40"/>
                  <a:gd name="T18" fmla="*/ 0 w 32"/>
                  <a:gd name="T19" fmla="*/ 0 h 40"/>
                  <a:gd name="T20" fmla="*/ 6 w 32"/>
                  <a:gd name="T21" fmla="*/ 0 h 40"/>
                  <a:gd name="T22" fmla="*/ 6 w 32"/>
                  <a:gd name="T23" fmla="*/ 23 h 40"/>
                  <a:gd name="T24" fmla="*/ 7 w 32"/>
                  <a:gd name="T25" fmla="*/ 30 h 40"/>
                  <a:gd name="T26" fmla="*/ 10 w 32"/>
                  <a:gd name="T27" fmla="*/ 34 h 40"/>
                  <a:gd name="T28" fmla="*/ 16 w 32"/>
                  <a:gd name="T29" fmla="*/ 36 h 40"/>
                  <a:gd name="T30" fmla="*/ 24 w 32"/>
                  <a:gd name="T31" fmla="*/ 33 h 40"/>
                  <a:gd name="T32" fmla="*/ 26 w 32"/>
                  <a:gd name="T33" fmla="*/ 23 h 40"/>
                  <a:gd name="T34" fmla="*/ 26 w 32"/>
                  <a:gd name="T3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2" h="40">
                    <a:moveTo>
                      <a:pt x="26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2" y="27"/>
                      <a:pt x="31" y="30"/>
                      <a:pt x="30" y="32"/>
                    </a:cubicBezTo>
                    <a:cubicBezTo>
                      <a:pt x="29" y="35"/>
                      <a:pt x="28" y="37"/>
                      <a:pt x="25" y="38"/>
                    </a:cubicBezTo>
                    <a:cubicBezTo>
                      <a:pt x="23" y="40"/>
                      <a:pt x="20" y="40"/>
                      <a:pt x="16" y="40"/>
                    </a:cubicBezTo>
                    <a:cubicBezTo>
                      <a:pt x="12" y="40"/>
                      <a:pt x="9" y="40"/>
                      <a:pt x="7" y="38"/>
                    </a:cubicBezTo>
                    <a:cubicBezTo>
                      <a:pt x="5" y="37"/>
                      <a:pt x="3" y="35"/>
                      <a:pt x="2" y="33"/>
                    </a:cubicBezTo>
                    <a:cubicBezTo>
                      <a:pt x="1" y="30"/>
                      <a:pt x="0" y="27"/>
                      <a:pt x="0" y="2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6"/>
                      <a:pt x="6" y="29"/>
                      <a:pt x="7" y="30"/>
                    </a:cubicBezTo>
                    <a:cubicBezTo>
                      <a:pt x="7" y="32"/>
                      <a:pt x="8" y="33"/>
                      <a:pt x="10" y="34"/>
                    </a:cubicBezTo>
                    <a:cubicBezTo>
                      <a:pt x="11" y="35"/>
                      <a:pt x="13" y="36"/>
                      <a:pt x="16" y="36"/>
                    </a:cubicBezTo>
                    <a:cubicBezTo>
                      <a:pt x="19" y="36"/>
                      <a:pt x="22" y="35"/>
                      <a:pt x="24" y="33"/>
                    </a:cubicBezTo>
                    <a:cubicBezTo>
                      <a:pt x="25" y="31"/>
                      <a:pt x="26" y="28"/>
                      <a:pt x="26" y="23"/>
                    </a:cubicBezTo>
                    <a:lnTo>
                      <a:pt x="2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4" name="iṧlíḓé"/>
              <p:cNvSpPr/>
              <p:nvPr/>
            </p:nvSpPr>
            <p:spPr bwMode="auto">
              <a:xfrm>
                <a:off x="6753226" y="3700463"/>
                <a:ext cx="101600" cy="131763"/>
              </a:xfrm>
              <a:custGeom>
                <a:avLst/>
                <a:gdLst>
                  <a:gd name="T0" fmla="*/ 0 w 64"/>
                  <a:gd name="T1" fmla="*/ 83 h 83"/>
                  <a:gd name="T2" fmla="*/ 0 w 64"/>
                  <a:gd name="T3" fmla="*/ 0 h 83"/>
                  <a:gd name="T4" fmla="*/ 12 w 64"/>
                  <a:gd name="T5" fmla="*/ 0 h 83"/>
                  <a:gd name="T6" fmla="*/ 54 w 64"/>
                  <a:gd name="T7" fmla="*/ 64 h 83"/>
                  <a:gd name="T8" fmla="*/ 54 w 64"/>
                  <a:gd name="T9" fmla="*/ 0 h 83"/>
                  <a:gd name="T10" fmla="*/ 64 w 64"/>
                  <a:gd name="T11" fmla="*/ 0 h 83"/>
                  <a:gd name="T12" fmla="*/ 64 w 64"/>
                  <a:gd name="T13" fmla="*/ 83 h 83"/>
                  <a:gd name="T14" fmla="*/ 54 w 64"/>
                  <a:gd name="T15" fmla="*/ 83 h 83"/>
                  <a:gd name="T16" fmla="*/ 10 w 64"/>
                  <a:gd name="T17" fmla="*/ 18 h 83"/>
                  <a:gd name="T18" fmla="*/ 10 w 64"/>
                  <a:gd name="T19" fmla="*/ 83 h 83"/>
                  <a:gd name="T20" fmla="*/ 0 w 64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4" h="83">
                    <a:moveTo>
                      <a:pt x="0" y="83"/>
                    </a:moveTo>
                    <a:lnTo>
                      <a:pt x="0" y="0"/>
                    </a:lnTo>
                    <a:lnTo>
                      <a:pt x="12" y="0"/>
                    </a:lnTo>
                    <a:lnTo>
                      <a:pt x="54" y="64"/>
                    </a:lnTo>
                    <a:lnTo>
                      <a:pt x="54" y="0"/>
                    </a:lnTo>
                    <a:lnTo>
                      <a:pt x="64" y="0"/>
                    </a:lnTo>
                    <a:lnTo>
                      <a:pt x="64" y="83"/>
                    </a:lnTo>
                    <a:lnTo>
                      <a:pt x="54" y="83"/>
                    </a:lnTo>
                    <a:lnTo>
                      <a:pt x="10" y="18"/>
                    </a:lnTo>
                    <a:lnTo>
                      <a:pt x="10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5" name="íṥľide"/>
              <p:cNvSpPr/>
              <p:nvPr/>
            </p:nvSpPr>
            <p:spPr bwMode="auto">
              <a:xfrm>
                <a:off x="7029451" y="3700463"/>
                <a:ext cx="15875" cy="1317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6" name="ïṩlîḑè"/>
              <p:cNvSpPr/>
              <p:nvPr/>
            </p:nvSpPr>
            <p:spPr bwMode="auto">
              <a:xfrm>
                <a:off x="7207251" y="3700463"/>
                <a:ext cx="119063" cy="131763"/>
              </a:xfrm>
              <a:custGeom>
                <a:avLst/>
                <a:gdLst>
                  <a:gd name="T0" fmla="*/ 15 w 36"/>
                  <a:gd name="T1" fmla="*/ 40 h 40"/>
                  <a:gd name="T2" fmla="*/ 0 w 36"/>
                  <a:gd name="T3" fmla="*/ 0 h 40"/>
                  <a:gd name="T4" fmla="*/ 5 w 36"/>
                  <a:gd name="T5" fmla="*/ 0 h 40"/>
                  <a:gd name="T6" fmla="*/ 15 w 36"/>
                  <a:gd name="T7" fmla="*/ 29 h 40"/>
                  <a:gd name="T8" fmla="*/ 18 w 36"/>
                  <a:gd name="T9" fmla="*/ 35 h 40"/>
                  <a:gd name="T10" fmla="*/ 20 w 36"/>
                  <a:gd name="T11" fmla="*/ 29 h 40"/>
                  <a:gd name="T12" fmla="*/ 30 w 36"/>
                  <a:gd name="T13" fmla="*/ 0 h 40"/>
                  <a:gd name="T14" fmla="*/ 36 w 36"/>
                  <a:gd name="T15" fmla="*/ 0 h 40"/>
                  <a:gd name="T16" fmla="*/ 20 w 36"/>
                  <a:gd name="T17" fmla="*/ 40 h 40"/>
                  <a:gd name="T18" fmla="*/ 15 w 36"/>
                  <a:gd name="T19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40">
                    <a:moveTo>
                      <a:pt x="15" y="4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6" y="31"/>
                      <a:pt x="17" y="33"/>
                      <a:pt x="18" y="35"/>
                    </a:cubicBezTo>
                    <a:cubicBezTo>
                      <a:pt x="18" y="33"/>
                      <a:pt x="19" y="31"/>
                      <a:pt x="20" y="29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20" y="40"/>
                      <a:pt x="20" y="40"/>
                      <a:pt x="20" y="40"/>
                    </a:cubicBezTo>
                    <a:lnTo>
                      <a:pt x="15" y="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7" name="í$ḷiḓê"/>
              <p:cNvSpPr/>
              <p:nvPr/>
            </p:nvSpPr>
            <p:spPr bwMode="auto">
              <a:xfrm>
                <a:off x="7485063" y="3700463"/>
                <a:ext cx="95250" cy="131763"/>
              </a:xfrm>
              <a:custGeom>
                <a:avLst/>
                <a:gdLst>
                  <a:gd name="T0" fmla="*/ 0 w 60"/>
                  <a:gd name="T1" fmla="*/ 83 h 83"/>
                  <a:gd name="T2" fmla="*/ 0 w 60"/>
                  <a:gd name="T3" fmla="*/ 0 h 83"/>
                  <a:gd name="T4" fmla="*/ 58 w 60"/>
                  <a:gd name="T5" fmla="*/ 0 h 83"/>
                  <a:gd name="T6" fmla="*/ 58 w 60"/>
                  <a:gd name="T7" fmla="*/ 10 h 83"/>
                  <a:gd name="T8" fmla="*/ 10 w 60"/>
                  <a:gd name="T9" fmla="*/ 10 h 83"/>
                  <a:gd name="T10" fmla="*/ 10 w 60"/>
                  <a:gd name="T11" fmla="*/ 35 h 83"/>
                  <a:gd name="T12" fmla="*/ 56 w 60"/>
                  <a:gd name="T13" fmla="*/ 35 h 83"/>
                  <a:gd name="T14" fmla="*/ 56 w 60"/>
                  <a:gd name="T15" fmla="*/ 43 h 83"/>
                  <a:gd name="T16" fmla="*/ 10 w 60"/>
                  <a:gd name="T17" fmla="*/ 43 h 83"/>
                  <a:gd name="T18" fmla="*/ 10 w 60"/>
                  <a:gd name="T19" fmla="*/ 73 h 83"/>
                  <a:gd name="T20" fmla="*/ 60 w 60"/>
                  <a:gd name="T21" fmla="*/ 73 h 83"/>
                  <a:gd name="T22" fmla="*/ 60 w 60"/>
                  <a:gd name="T23" fmla="*/ 83 h 83"/>
                  <a:gd name="T24" fmla="*/ 0 w 60"/>
                  <a:gd name="T2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" h="83">
                    <a:moveTo>
                      <a:pt x="0" y="83"/>
                    </a:moveTo>
                    <a:lnTo>
                      <a:pt x="0" y="0"/>
                    </a:lnTo>
                    <a:lnTo>
                      <a:pt x="58" y="0"/>
                    </a:lnTo>
                    <a:lnTo>
                      <a:pt x="58" y="10"/>
                    </a:lnTo>
                    <a:lnTo>
                      <a:pt x="10" y="10"/>
                    </a:lnTo>
                    <a:lnTo>
                      <a:pt x="10" y="35"/>
                    </a:lnTo>
                    <a:lnTo>
                      <a:pt x="56" y="35"/>
                    </a:lnTo>
                    <a:lnTo>
                      <a:pt x="56" y="43"/>
                    </a:lnTo>
                    <a:lnTo>
                      <a:pt x="10" y="43"/>
                    </a:lnTo>
                    <a:lnTo>
                      <a:pt x="10" y="73"/>
                    </a:lnTo>
                    <a:lnTo>
                      <a:pt x="60" y="73"/>
                    </a:lnTo>
                    <a:lnTo>
                      <a:pt x="60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8" name="ïṡļîdê"/>
              <p:cNvSpPr/>
              <p:nvPr/>
            </p:nvSpPr>
            <p:spPr bwMode="auto">
              <a:xfrm>
                <a:off x="7745413" y="3700463"/>
                <a:ext cx="115888" cy="131763"/>
              </a:xfrm>
              <a:custGeom>
                <a:avLst/>
                <a:gdLst>
                  <a:gd name="T0" fmla="*/ 0 w 35"/>
                  <a:gd name="T1" fmla="*/ 40 h 40"/>
                  <a:gd name="T2" fmla="*/ 0 w 35"/>
                  <a:gd name="T3" fmla="*/ 0 h 40"/>
                  <a:gd name="T4" fmla="*/ 18 w 35"/>
                  <a:gd name="T5" fmla="*/ 0 h 40"/>
                  <a:gd name="T6" fmla="*/ 26 w 35"/>
                  <a:gd name="T7" fmla="*/ 1 h 40"/>
                  <a:gd name="T8" fmla="*/ 30 w 35"/>
                  <a:gd name="T9" fmla="*/ 5 h 40"/>
                  <a:gd name="T10" fmla="*/ 32 w 35"/>
                  <a:gd name="T11" fmla="*/ 11 h 40"/>
                  <a:gd name="T12" fmla="*/ 29 w 35"/>
                  <a:gd name="T13" fmla="*/ 18 h 40"/>
                  <a:gd name="T14" fmla="*/ 21 w 35"/>
                  <a:gd name="T15" fmla="*/ 22 h 40"/>
                  <a:gd name="T16" fmla="*/ 24 w 35"/>
                  <a:gd name="T17" fmla="*/ 24 h 40"/>
                  <a:gd name="T18" fmla="*/ 28 w 35"/>
                  <a:gd name="T19" fmla="*/ 29 h 40"/>
                  <a:gd name="T20" fmla="*/ 35 w 35"/>
                  <a:gd name="T21" fmla="*/ 40 h 40"/>
                  <a:gd name="T22" fmla="*/ 29 w 35"/>
                  <a:gd name="T23" fmla="*/ 40 h 40"/>
                  <a:gd name="T24" fmla="*/ 23 w 35"/>
                  <a:gd name="T25" fmla="*/ 31 h 40"/>
                  <a:gd name="T26" fmla="*/ 20 w 35"/>
                  <a:gd name="T27" fmla="*/ 26 h 40"/>
                  <a:gd name="T28" fmla="*/ 17 w 35"/>
                  <a:gd name="T29" fmla="*/ 23 h 40"/>
                  <a:gd name="T30" fmla="*/ 15 w 35"/>
                  <a:gd name="T31" fmla="*/ 22 h 40"/>
                  <a:gd name="T32" fmla="*/ 12 w 35"/>
                  <a:gd name="T33" fmla="*/ 22 h 40"/>
                  <a:gd name="T34" fmla="*/ 6 w 35"/>
                  <a:gd name="T35" fmla="*/ 22 h 40"/>
                  <a:gd name="T36" fmla="*/ 6 w 35"/>
                  <a:gd name="T37" fmla="*/ 40 h 40"/>
                  <a:gd name="T38" fmla="*/ 0 w 35"/>
                  <a:gd name="T39" fmla="*/ 40 h 40"/>
                  <a:gd name="T40" fmla="*/ 6 w 35"/>
                  <a:gd name="T41" fmla="*/ 18 h 40"/>
                  <a:gd name="T42" fmla="*/ 17 w 35"/>
                  <a:gd name="T43" fmla="*/ 18 h 40"/>
                  <a:gd name="T44" fmla="*/ 22 w 35"/>
                  <a:gd name="T45" fmla="*/ 17 h 40"/>
                  <a:gd name="T46" fmla="*/ 26 w 35"/>
                  <a:gd name="T47" fmla="*/ 14 h 40"/>
                  <a:gd name="T48" fmla="*/ 27 w 35"/>
                  <a:gd name="T49" fmla="*/ 11 h 40"/>
                  <a:gd name="T50" fmla="*/ 25 w 35"/>
                  <a:gd name="T51" fmla="*/ 6 h 40"/>
                  <a:gd name="T52" fmla="*/ 18 w 35"/>
                  <a:gd name="T53" fmla="*/ 4 h 40"/>
                  <a:gd name="T54" fmla="*/ 6 w 35"/>
                  <a:gd name="T55" fmla="*/ 4 h 40"/>
                  <a:gd name="T56" fmla="*/ 6 w 35"/>
                  <a:gd name="T57" fmla="*/ 1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5" h="40">
                    <a:moveTo>
                      <a:pt x="0" y="4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1" y="0"/>
                      <a:pt x="24" y="0"/>
                      <a:pt x="26" y="1"/>
                    </a:cubicBezTo>
                    <a:cubicBezTo>
                      <a:pt x="28" y="2"/>
                      <a:pt x="29" y="3"/>
                      <a:pt x="30" y="5"/>
                    </a:cubicBezTo>
                    <a:cubicBezTo>
                      <a:pt x="31" y="7"/>
                      <a:pt x="32" y="9"/>
                      <a:pt x="32" y="11"/>
                    </a:cubicBezTo>
                    <a:cubicBezTo>
                      <a:pt x="32" y="14"/>
                      <a:pt x="31" y="16"/>
                      <a:pt x="29" y="18"/>
                    </a:cubicBezTo>
                    <a:cubicBezTo>
                      <a:pt x="27" y="20"/>
                      <a:pt x="25" y="21"/>
                      <a:pt x="21" y="22"/>
                    </a:cubicBezTo>
                    <a:cubicBezTo>
                      <a:pt x="22" y="22"/>
                      <a:pt x="23" y="23"/>
                      <a:pt x="24" y="24"/>
                    </a:cubicBezTo>
                    <a:cubicBezTo>
                      <a:pt x="25" y="25"/>
                      <a:pt x="27" y="27"/>
                      <a:pt x="28" y="2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3" y="31"/>
                      <a:pt x="23" y="31"/>
                      <a:pt x="23" y="31"/>
                    </a:cubicBezTo>
                    <a:cubicBezTo>
                      <a:pt x="22" y="29"/>
                      <a:pt x="21" y="27"/>
                      <a:pt x="20" y="26"/>
                    </a:cubicBezTo>
                    <a:cubicBezTo>
                      <a:pt x="19" y="25"/>
                      <a:pt x="18" y="24"/>
                      <a:pt x="17" y="23"/>
                    </a:cubicBezTo>
                    <a:cubicBezTo>
                      <a:pt x="16" y="23"/>
                      <a:pt x="15" y="22"/>
                      <a:pt x="15" y="22"/>
                    </a:cubicBezTo>
                    <a:cubicBezTo>
                      <a:pt x="14" y="22"/>
                      <a:pt x="13" y="22"/>
                      <a:pt x="12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0" y="40"/>
                      <a:pt x="0" y="40"/>
                      <a:pt x="0" y="40"/>
                    </a:cubicBezTo>
                    <a:close/>
                    <a:moveTo>
                      <a:pt x="6" y="18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9" y="18"/>
                      <a:pt x="21" y="17"/>
                      <a:pt x="22" y="17"/>
                    </a:cubicBezTo>
                    <a:cubicBezTo>
                      <a:pt x="24" y="16"/>
                      <a:pt x="25" y="15"/>
                      <a:pt x="26" y="14"/>
                    </a:cubicBezTo>
                    <a:cubicBezTo>
                      <a:pt x="26" y="13"/>
                      <a:pt x="27" y="12"/>
                      <a:pt x="27" y="11"/>
                    </a:cubicBezTo>
                    <a:cubicBezTo>
                      <a:pt x="27" y="9"/>
                      <a:pt x="26" y="7"/>
                      <a:pt x="25" y="6"/>
                    </a:cubicBezTo>
                    <a:cubicBezTo>
                      <a:pt x="23" y="5"/>
                      <a:pt x="21" y="4"/>
                      <a:pt x="18" y="4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9" name="ísḷíďê"/>
              <p:cNvSpPr/>
              <p:nvPr/>
            </p:nvSpPr>
            <p:spPr bwMode="auto">
              <a:xfrm>
                <a:off x="8012113" y="3695700"/>
                <a:ext cx="106363" cy="136525"/>
              </a:xfrm>
              <a:custGeom>
                <a:avLst/>
                <a:gdLst>
                  <a:gd name="T0" fmla="*/ 0 w 32"/>
                  <a:gd name="T1" fmla="*/ 28 h 41"/>
                  <a:gd name="T2" fmla="*/ 5 w 32"/>
                  <a:gd name="T3" fmla="*/ 27 h 41"/>
                  <a:gd name="T4" fmla="*/ 7 w 32"/>
                  <a:gd name="T5" fmla="*/ 32 h 41"/>
                  <a:gd name="T6" fmla="*/ 11 w 32"/>
                  <a:gd name="T7" fmla="*/ 35 h 41"/>
                  <a:gd name="T8" fmla="*/ 17 w 32"/>
                  <a:gd name="T9" fmla="*/ 37 h 41"/>
                  <a:gd name="T10" fmla="*/ 22 w 32"/>
                  <a:gd name="T11" fmla="*/ 36 h 41"/>
                  <a:gd name="T12" fmla="*/ 26 w 32"/>
                  <a:gd name="T13" fmla="*/ 33 h 41"/>
                  <a:gd name="T14" fmla="*/ 27 w 32"/>
                  <a:gd name="T15" fmla="*/ 30 h 41"/>
                  <a:gd name="T16" fmla="*/ 26 w 32"/>
                  <a:gd name="T17" fmla="*/ 27 h 41"/>
                  <a:gd name="T18" fmla="*/ 22 w 32"/>
                  <a:gd name="T19" fmla="*/ 24 h 41"/>
                  <a:gd name="T20" fmla="*/ 15 w 32"/>
                  <a:gd name="T21" fmla="*/ 22 h 41"/>
                  <a:gd name="T22" fmla="*/ 8 w 32"/>
                  <a:gd name="T23" fmla="*/ 20 h 41"/>
                  <a:gd name="T24" fmla="*/ 3 w 32"/>
                  <a:gd name="T25" fmla="*/ 16 h 41"/>
                  <a:gd name="T26" fmla="*/ 2 w 32"/>
                  <a:gd name="T27" fmla="*/ 11 h 41"/>
                  <a:gd name="T28" fmla="*/ 4 w 32"/>
                  <a:gd name="T29" fmla="*/ 6 h 41"/>
                  <a:gd name="T30" fmla="*/ 9 w 32"/>
                  <a:gd name="T31" fmla="*/ 2 h 41"/>
                  <a:gd name="T32" fmla="*/ 16 w 32"/>
                  <a:gd name="T33" fmla="*/ 0 h 41"/>
                  <a:gd name="T34" fmla="*/ 24 w 32"/>
                  <a:gd name="T35" fmla="*/ 2 h 41"/>
                  <a:gd name="T36" fmla="*/ 29 w 32"/>
                  <a:gd name="T37" fmla="*/ 6 h 41"/>
                  <a:gd name="T38" fmla="*/ 31 w 32"/>
                  <a:gd name="T39" fmla="*/ 12 h 41"/>
                  <a:gd name="T40" fmla="*/ 26 w 32"/>
                  <a:gd name="T41" fmla="*/ 13 h 41"/>
                  <a:gd name="T42" fmla="*/ 23 w 32"/>
                  <a:gd name="T43" fmla="*/ 7 h 41"/>
                  <a:gd name="T44" fmla="*/ 16 w 32"/>
                  <a:gd name="T45" fmla="*/ 5 h 41"/>
                  <a:gd name="T46" fmla="*/ 9 w 32"/>
                  <a:gd name="T47" fmla="*/ 7 h 41"/>
                  <a:gd name="T48" fmla="*/ 7 w 32"/>
                  <a:gd name="T49" fmla="*/ 11 h 41"/>
                  <a:gd name="T50" fmla="*/ 8 w 32"/>
                  <a:gd name="T51" fmla="*/ 14 h 41"/>
                  <a:gd name="T52" fmla="*/ 16 w 32"/>
                  <a:gd name="T53" fmla="*/ 17 h 41"/>
                  <a:gd name="T54" fmla="*/ 25 w 32"/>
                  <a:gd name="T55" fmla="*/ 20 h 41"/>
                  <a:gd name="T56" fmla="*/ 30 w 32"/>
                  <a:gd name="T57" fmla="*/ 24 h 41"/>
                  <a:gd name="T58" fmla="*/ 32 w 32"/>
                  <a:gd name="T59" fmla="*/ 29 h 41"/>
                  <a:gd name="T60" fmla="*/ 30 w 32"/>
                  <a:gd name="T61" fmla="*/ 35 h 41"/>
                  <a:gd name="T62" fmla="*/ 25 w 32"/>
                  <a:gd name="T63" fmla="*/ 40 h 41"/>
                  <a:gd name="T64" fmla="*/ 17 w 32"/>
                  <a:gd name="T65" fmla="*/ 41 h 41"/>
                  <a:gd name="T66" fmla="*/ 8 w 32"/>
                  <a:gd name="T67" fmla="*/ 40 h 41"/>
                  <a:gd name="T68" fmla="*/ 3 w 32"/>
                  <a:gd name="T69" fmla="*/ 35 h 41"/>
                  <a:gd name="T70" fmla="*/ 0 w 32"/>
                  <a:gd name="T71" fmla="*/ 28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2" h="41">
                    <a:moveTo>
                      <a:pt x="0" y="28"/>
                    </a:moveTo>
                    <a:cubicBezTo>
                      <a:pt x="5" y="27"/>
                      <a:pt x="5" y="27"/>
                      <a:pt x="5" y="27"/>
                    </a:cubicBezTo>
                    <a:cubicBezTo>
                      <a:pt x="6" y="29"/>
                      <a:pt x="6" y="31"/>
                      <a:pt x="7" y="32"/>
                    </a:cubicBezTo>
                    <a:cubicBezTo>
                      <a:pt x="8" y="34"/>
                      <a:pt x="9" y="35"/>
                      <a:pt x="11" y="35"/>
                    </a:cubicBezTo>
                    <a:cubicBezTo>
                      <a:pt x="13" y="36"/>
                      <a:pt x="15" y="37"/>
                      <a:pt x="17" y="37"/>
                    </a:cubicBezTo>
                    <a:cubicBezTo>
                      <a:pt x="19" y="37"/>
                      <a:pt x="21" y="36"/>
                      <a:pt x="22" y="36"/>
                    </a:cubicBezTo>
                    <a:cubicBezTo>
                      <a:pt x="24" y="35"/>
                      <a:pt x="25" y="34"/>
                      <a:pt x="26" y="33"/>
                    </a:cubicBezTo>
                    <a:cubicBezTo>
                      <a:pt x="26" y="32"/>
                      <a:pt x="27" y="31"/>
                      <a:pt x="27" y="30"/>
                    </a:cubicBezTo>
                    <a:cubicBezTo>
                      <a:pt x="27" y="29"/>
                      <a:pt x="26" y="28"/>
                      <a:pt x="26" y="27"/>
                    </a:cubicBezTo>
                    <a:cubicBezTo>
                      <a:pt x="25" y="26"/>
                      <a:pt x="24" y="25"/>
                      <a:pt x="22" y="24"/>
                    </a:cubicBezTo>
                    <a:cubicBezTo>
                      <a:pt x="21" y="24"/>
                      <a:pt x="19" y="23"/>
                      <a:pt x="15" y="22"/>
                    </a:cubicBezTo>
                    <a:cubicBezTo>
                      <a:pt x="12" y="21"/>
                      <a:pt x="9" y="21"/>
                      <a:pt x="8" y="20"/>
                    </a:cubicBezTo>
                    <a:cubicBezTo>
                      <a:pt x="6" y="19"/>
                      <a:pt x="4" y="18"/>
                      <a:pt x="3" y="16"/>
                    </a:cubicBezTo>
                    <a:cubicBezTo>
                      <a:pt x="2" y="15"/>
                      <a:pt x="2" y="13"/>
                      <a:pt x="2" y="11"/>
                    </a:cubicBezTo>
                    <a:cubicBezTo>
                      <a:pt x="2" y="9"/>
                      <a:pt x="2" y="7"/>
                      <a:pt x="4" y="6"/>
                    </a:cubicBezTo>
                    <a:cubicBezTo>
                      <a:pt x="5" y="4"/>
                      <a:pt x="6" y="3"/>
                      <a:pt x="9" y="2"/>
                    </a:cubicBezTo>
                    <a:cubicBezTo>
                      <a:pt x="11" y="1"/>
                      <a:pt x="13" y="0"/>
                      <a:pt x="16" y="0"/>
                    </a:cubicBezTo>
                    <a:cubicBezTo>
                      <a:pt x="19" y="0"/>
                      <a:pt x="21" y="1"/>
                      <a:pt x="24" y="2"/>
                    </a:cubicBezTo>
                    <a:cubicBezTo>
                      <a:pt x="26" y="3"/>
                      <a:pt x="28" y="4"/>
                      <a:pt x="29" y="6"/>
                    </a:cubicBezTo>
                    <a:cubicBezTo>
                      <a:pt x="30" y="8"/>
                      <a:pt x="31" y="10"/>
                      <a:pt x="31" y="12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5" y="10"/>
                      <a:pt x="24" y="8"/>
                      <a:pt x="23" y="7"/>
                    </a:cubicBezTo>
                    <a:cubicBezTo>
                      <a:pt x="21" y="6"/>
                      <a:pt x="19" y="5"/>
                      <a:pt x="16" y="5"/>
                    </a:cubicBezTo>
                    <a:cubicBezTo>
                      <a:pt x="13" y="5"/>
                      <a:pt x="11" y="6"/>
                      <a:pt x="9" y="7"/>
                    </a:cubicBezTo>
                    <a:cubicBezTo>
                      <a:pt x="8" y="8"/>
                      <a:pt x="7" y="9"/>
                      <a:pt x="7" y="11"/>
                    </a:cubicBezTo>
                    <a:cubicBezTo>
                      <a:pt x="7" y="12"/>
                      <a:pt x="7" y="14"/>
                      <a:pt x="8" y="14"/>
                    </a:cubicBezTo>
                    <a:cubicBezTo>
                      <a:pt x="9" y="15"/>
                      <a:pt x="12" y="16"/>
                      <a:pt x="16" y="17"/>
                    </a:cubicBezTo>
                    <a:cubicBezTo>
                      <a:pt x="21" y="18"/>
                      <a:pt x="24" y="19"/>
                      <a:pt x="25" y="20"/>
                    </a:cubicBezTo>
                    <a:cubicBezTo>
                      <a:pt x="27" y="21"/>
                      <a:pt x="29" y="22"/>
                      <a:pt x="30" y="24"/>
                    </a:cubicBezTo>
                    <a:cubicBezTo>
                      <a:pt x="31" y="25"/>
                      <a:pt x="32" y="27"/>
                      <a:pt x="32" y="29"/>
                    </a:cubicBezTo>
                    <a:cubicBezTo>
                      <a:pt x="32" y="32"/>
                      <a:pt x="31" y="34"/>
                      <a:pt x="30" y="35"/>
                    </a:cubicBezTo>
                    <a:cubicBezTo>
                      <a:pt x="29" y="37"/>
                      <a:pt x="27" y="39"/>
                      <a:pt x="25" y="40"/>
                    </a:cubicBezTo>
                    <a:cubicBezTo>
                      <a:pt x="23" y="41"/>
                      <a:pt x="20" y="41"/>
                      <a:pt x="17" y="41"/>
                    </a:cubicBezTo>
                    <a:cubicBezTo>
                      <a:pt x="14" y="41"/>
                      <a:pt x="11" y="41"/>
                      <a:pt x="8" y="40"/>
                    </a:cubicBezTo>
                    <a:cubicBezTo>
                      <a:pt x="6" y="39"/>
                      <a:pt x="4" y="37"/>
                      <a:pt x="3" y="35"/>
                    </a:cubicBezTo>
                    <a:cubicBezTo>
                      <a:pt x="1" y="33"/>
                      <a:pt x="0" y="31"/>
                      <a:pt x="0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0" name="ïşḷïḑè"/>
              <p:cNvSpPr/>
              <p:nvPr/>
            </p:nvSpPr>
            <p:spPr bwMode="auto">
              <a:xfrm>
                <a:off x="8286751" y="3700463"/>
                <a:ext cx="15875" cy="1317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1" name="ïŝľiḍê"/>
              <p:cNvSpPr/>
              <p:nvPr/>
            </p:nvSpPr>
            <p:spPr bwMode="auto">
              <a:xfrm>
                <a:off x="8464551" y="3700463"/>
                <a:ext cx="106363" cy="131763"/>
              </a:xfrm>
              <a:custGeom>
                <a:avLst/>
                <a:gdLst>
                  <a:gd name="T0" fmla="*/ 27 w 67"/>
                  <a:gd name="T1" fmla="*/ 83 h 83"/>
                  <a:gd name="T2" fmla="*/ 27 w 67"/>
                  <a:gd name="T3" fmla="*/ 10 h 83"/>
                  <a:gd name="T4" fmla="*/ 0 w 67"/>
                  <a:gd name="T5" fmla="*/ 10 h 83"/>
                  <a:gd name="T6" fmla="*/ 0 w 67"/>
                  <a:gd name="T7" fmla="*/ 0 h 83"/>
                  <a:gd name="T8" fmla="*/ 67 w 67"/>
                  <a:gd name="T9" fmla="*/ 0 h 83"/>
                  <a:gd name="T10" fmla="*/ 67 w 67"/>
                  <a:gd name="T11" fmla="*/ 10 h 83"/>
                  <a:gd name="T12" fmla="*/ 40 w 67"/>
                  <a:gd name="T13" fmla="*/ 10 h 83"/>
                  <a:gd name="T14" fmla="*/ 40 w 67"/>
                  <a:gd name="T15" fmla="*/ 83 h 83"/>
                  <a:gd name="T16" fmla="*/ 27 w 67"/>
                  <a:gd name="T17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7" h="83">
                    <a:moveTo>
                      <a:pt x="27" y="83"/>
                    </a:moveTo>
                    <a:lnTo>
                      <a:pt x="27" y="1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10"/>
                    </a:lnTo>
                    <a:lnTo>
                      <a:pt x="40" y="10"/>
                    </a:lnTo>
                    <a:lnTo>
                      <a:pt x="40" y="83"/>
                    </a:lnTo>
                    <a:lnTo>
                      <a:pt x="27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2" name="iṥḻïdê"/>
              <p:cNvSpPr/>
              <p:nvPr/>
            </p:nvSpPr>
            <p:spPr bwMode="auto">
              <a:xfrm>
                <a:off x="8715376" y="3700463"/>
                <a:ext cx="119063" cy="131763"/>
              </a:xfrm>
              <a:custGeom>
                <a:avLst/>
                <a:gdLst>
                  <a:gd name="T0" fmla="*/ 15 w 36"/>
                  <a:gd name="T1" fmla="*/ 40 h 40"/>
                  <a:gd name="T2" fmla="*/ 15 w 36"/>
                  <a:gd name="T3" fmla="*/ 23 h 40"/>
                  <a:gd name="T4" fmla="*/ 0 w 36"/>
                  <a:gd name="T5" fmla="*/ 0 h 40"/>
                  <a:gd name="T6" fmla="*/ 6 w 36"/>
                  <a:gd name="T7" fmla="*/ 0 h 40"/>
                  <a:gd name="T8" fmla="*/ 14 w 36"/>
                  <a:gd name="T9" fmla="*/ 12 h 40"/>
                  <a:gd name="T10" fmla="*/ 18 w 36"/>
                  <a:gd name="T11" fmla="*/ 19 h 40"/>
                  <a:gd name="T12" fmla="*/ 23 w 36"/>
                  <a:gd name="T13" fmla="*/ 12 h 40"/>
                  <a:gd name="T14" fmla="*/ 30 w 36"/>
                  <a:gd name="T15" fmla="*/ 0 h 40"/>
                  <a:gd name="T16" fmla="*/ 36 w 36"/>
                  <a:gd name="T17" fmla="*/ 0 h 40"/>
                  <a:gd name="T18" fmla="*/ 21 w 36"/>
                  <a:gd name="T19" fmla="*/ 23 h 40"/>
                  <a:gd name="T20" fmla="*/ 21 w 36"/>
                  <a:gd name="T21" fmla="*/ 40 h 40"/>
                  <a:gd name="T22" fmla="*/ 15 w 36"/>
                  <a:gd name="T2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6" h="40">
                    <a:moveTo>
                      <a:pt x="15" y="40"/>
                    </a:moveTo>
                    <a:cubicBezTo>
                      <a:pt x="15" y="23"/>
                      <a:pt x="15" y="23"/>
                      <a:pt x="15" y="2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6" y="14"/>
                      <a:pt x="17" y="16"/>
                      <a:pt x="18" y="19"/>
                    </a:cubicBezTo>
                    <a:cubicBezTo>
                      <a:pt x="19" y="17"/>
                      <a:pt x="21" y="14"/>
                      <a:pt x="23" y="12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40"/>
                      <a:pt x="21" y="40"/>
                      <a:pt x="21" y="40"/>
                    </a:cubicBezTo>
                    <a:lnTo>
                      <a:pt x="15" y="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2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53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1" name="图片占位符 90"/>
          <p:cNvSpPr>
            <a:spLocks noGrp="1"/>
          </p:cNvSpPr>
          <p:nvPr>
            <p:ph type="pic" sz="quarter" idx="13"/>
          </p:nvPr>
        </p:nvSpPr>
        <p:spPr>
          <a:xfrm>
            <a:off x="1219984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5" name="图片占位符 94"/>
          <p:cNvSpPr>
            <a:spLocks noGrp="1"/>
          </p:cNvSpPr>
          <p:nvPr>
            <p:ph type="pic" sz="quarter" idx="14"/>
          </p:nvPr>
        </p:nvSpPr>
        <p:spPr>
          <a:xfrm>
            <a:off x="9369947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8" name="图片占位符 97"/>
          <p:cNvSpPr>
            <a:spLocks noGrp="1"/>
          </p:cNvSpPr>
          <p:nvPr>
            <p:ph type="pic" sz="quarter" idx="15"/>
          </p:nvPr>
        </p:nvSpPr>
        <p:spPr>
          <a:xfrm>
            <a:off x="3936639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9" name="图片占位符 98"/>
          <p:cNvSpPr>
            <a:spLocks noGrp="1"/>
          </p:cNvSpPr>
          <p:nvPr>
            <p:ph type="pic" sz="quarter" idx="16"/>
          </p:nvPr>
        </p:nvSpPr>
        <p:spPr>
          <a:xfrm>
            <a:off x="6653292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/>
          <p:cNvSpPr/>
          <p:nvPr userDrawn="1"/>
        </p:nvSpPr>
        <p:spPr bwMode="auto">
          <a:xfrm rot="5400000">
            <a:off x="93484" y="218082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/>
          </p:nvPr>
        </p:nvSpPr>
        <p:spPr>
          <a:xfrm>
            <a:off x="1091255" y="237838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3" name="文本框 92"/>
          <p:cNvSpPr txBox="1"/>
          <p:nvPr userDrawn="1"/>
        </p:nvSpPr>
        <p:spPr>
          <a:xfrm>
            <a:off x="660159" y="6392453"/>
            <a:ext cx="15692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德才兼备   知行合一</a:t>
            </a:r>
          </a:p>
        </p:txBody>
      </p:sp>
      <p:grpSp>
        <p:nvGrpSpPr>
          <p:cNvPr id="45" name="81ebc1f8-0063-4175-a0e9-d76839507c2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9669037" y="465140"/>
            <a:ext cx="1820991" cy="338052"/>
            <a:chOff x="3497261" y="2746242"/>
            <a:chExt cx="7298696" cy="1354943"/>
          </a:xfrm>
          <a:solidFill>
            <a:schemeClr val="accent1"/>
          </a:solidFill>
        </p:grpSpPr>
        <p:grpSp>
          <p:nvGrpSpPr>
            <p:cNvPr id="46" name="ïşļíḓê"/>
            <p:cNvGrpSpPr/>
            <p:nvPr/>
          </p:nvGrpSpPr>
          <p:grpSpPr>
            <a:xfrm>
              <a:off x="3497261" y="2746242"/>
              <a:ext cx="7298696" cy="1095599"/>
              <a:chOff x="4535488" y="3019425"/>
              <a:chExt cx="4378326" cy="657226"/>
            </a:xfrm>
            <a:grpFill/>
          </p:grpSpPr>
          <p:sp>
            <p:nvSpPr>
              <p:cNvPr id="65" name="îṥļiďe"/>
              <p:cNvSpPr/>
              <p:nvPr/>
            </p:nvSpPr>
            <p:spPr bwMode="auto">
              <a:xfrm>
                <a:off x="4535488" y="3192463"/>
                <a:ext cx="290513" cy="484188"/>
              </a:xfrm>
              <a:custGeom>
                <a:avLst/>
                <a:gdLst>
                  <a:gd name="T0" fmla="*/ 88 w 88"/>
                  <a:gd name="T1" fmla="*/ 31 h 146"/>
                  <a:gd name="T2" fmla="*/ 71 w 88"/>
                  <a:gd name="T3" fmla="*/ 93 h 146"/>
                  <a:gd name="T4" fmla="*/ 61 w 88"/>
                  <a:gd name="T5" fmla="*/ 100 h 146"/>
                  <a:gd name="T6" fmla="*/ 46 w 88"/>
                  <a:gd name="T7" fmla="*/ 114 h 146"/>
                  <a:gd name="T8" fmla="*/ 10 w 88"/>
                  <a:gd name="T9" fmla="*/ 128 h 146"/>
                  <a:gd name="T10" fmla="*/ 3 w 88"/>
                  <a:gd name="T11" fmla="*/ 118 h 146"/>
                  <a:gd name="T12" fmla="*/ 12 w 88"/>
                  <a:gd name="T13" fmla="*/ 113 h 146"/>
                  <a:gd name="T14" fmla="*/ 46 w 88"/>
                  <a:gd name="T15" fmla="*/ 92 h 146"/>
                  <a:gd name="T16" fmla="*/ 39 w 88"/>
                  <a:gd name="T17" fmla="*/ 67 h 146"/>
                  <a:gd name="T18" fmla="*/ 24 w 88"/>
                  <a:gd name="T19" fmla="*/ 55 h 146"/>
                  <a:gd name="T20" fmla="*/ 32 w 88"/>
                  <a:gd name="T21" fmla="*/ 51 h 146"/>
                  <a:gd name="T22" fmla="*/ 49 w 88"/>
                  <a:gd name="T23" fmla="*/ 30 h 146"/>
                  <a:gd name="T24" fmla="*/ 56 w 88"/>
                  <a:gd name="T25" fmla="*/ 7 h 146"/>
                  <a:gd name="T26" fmla="*/ 88 w 88"/>
                  <a:gd name="T27" fmla="*/ 31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146">
                    <a:moveTo>
                      <a:pt x="88" y="31"/>
                    </a:moveTo>
                    <a:cubicBezTo>
                      <a:pt x="71" y="93"/>
                      <a:pt x="71" y="93"/>
                      <a:pt x="71" y="93"/>
                    </a:cubicBezTo>
                    <a:cubicBezTo>
                      <a:pt x="71" y="93"/>
                      <a:pt x="68" y="99"/>
                      <a:pt x="61" y="100"/>
                    </a:cubicBezTo>
                    <a:cubicBezTo>
                      <a:pt x="61" y="100"/>
                      <a:pt x="48" y="106"/>
                      <a:pt x="46" y="114"/>
                    </a:cubicBezTo>
                    <a:cubicBezTo>
                      <a:pt x="46" y="114"/>
                      <a:pt x="19" y="146"/>
                      <a:pt x="10" y="128"/>
                    </a:cubicBezTo>
                    <a:cubicBezTo>
                      <a:pt x="10" y="128"/>
                      <a:pt x="9" y="118"/>
                      <a:pt x="3" y="118"/>
                    </a:cubicBezTo>
                    <a:cubicBezTo>
                      <a:pt x="3" y="118"/>
                      <a:pt x="0" y="115"/>
                      <a:pt x="12" y="113"/>
                    </a:cubicBezTo>
                    <a:cubicBezTo>
                      <a:pt x="12" y="113"/>
                      <a:pt x="32" y="116"/>
                      <a:pt x="46" y="92"/>
                    </a:cubicBezTo>
                    <a:cubicBezTo>
                      <a:pt x="46" y="92"/>
                      <a:pt x="57" y="72"/>
                      <a:pt x="39" y="67"/>
                    </a:cubicBezTo>
                    <a:cubicBezTo>
                      <a:pt x="39" y="67"/>
                      <a:pt x="22" y="66"/>
                      <a:pt x="24" y="55"/>
                    </a:cubicBezTo>
                    <a:cubicBezTo>
                      <a:pt x="24" y="55"/>
                      <a:pt x="24" y="52"/>
                      <a:pt x="32" y="51"/>
                    </a:cubicBezTo>
                    <a:cubicBezTo>
                      <a:pt x="32" y="51"/>
                      <a:pt x="59" y="46"/>
                      <a:pt x="49" y="30"/>
                    </a:cubicBezTo>
                    <a:cubicBezTo>
                      <a:pt x="49" y="30"/>
                      <a:pt x="33" y="10"/>
                      <a:pt x="56" y="7"/>
                    </a:cubicBezTo>
                    <a:cubicBezTo>
                      <a:pt x="56" y="7"/>
                      <a:pt x="85" y="0"/>
                      <a:pt x="88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6" name="íŝļíḍê"/>
              <p:cNvSpPr/>
              <p:nvPr/>
            </p:nvSpPr>
            <p:spPr bwMode="auto">
              <a:xfrm>
                <a:off x="4899026" y="3148013"/>
                <a:ext cx="214313" cy="409575"/>
              </a:xfrm>
              <a:custGeom>
                <a:avLst/>
                <a:gdLst>
                  <a:gd name="T0" fmla="*/ 24 w 65"/>
                  <a:gd name="T1" fmla="*/ 0 h 123"/>
                  <a:gd name="T2" fmla="*/ 5 w 65"/>
                  <a:gd name="T3" fmla="*/ 21 h 123"/>
                  <a:gd name="T4" fmla="*/ 8 w 65"/>
                  <a:gd name="T5" fmla="*/ 43 h 123"/>
                  <a:gd name="T6" fmla="*/ 3 w 65"/>
                  <a:gd name="T7" fmla="*/ 65 h 123"/>
                  <a:gd name="T8" fmla="*/ 2 w 65"/>
                  <a:gd name="T9" fmla="*/ 73 h 123"/>
                  <a:gd name="T10" fmla="*/ 8 w 65"/>
                  <a:gd name="T11" fmla="*/ 106 h 123"/>
                  <a:gd name="T12" fmla="*/ 42 w 65"/>
                  <a:gd name="T13" fmla="*/ 119 h 123"/>
                  <a:gd name="T14" fmla="*/ 63 w 65"/>
                  <a:gd name="T15" fmla="*/ 103 h 123"/>
                  <a:gd name="T16" fmla="*/ 48 w 65"/>
                  <a:gd name="T17" fmla="*/ 97 h 123"/>
                  <a:gd name="T18" fmla="*/ 21 w 65"/>
                  <a:gd name="T19" fmla="*/ 91 h 123"/>
                  <a:gd name="T20" fmla="*/ 25 w 65"/>
                  <a:gd name="T21" fmla="*/ 57 h 123"/>
                  <a:gd name="T22" fmla="*/ 42 w 65"/>
                  <a:gd name="T23" fmla="*/ 50 h 123"/>
                  <a:gd name="T24" fmla="*/ 58 w 65"/>
                  <a:gd name="T25" fmla="*/ 34 h 123"/>
                  <a:gd name="T26" fmla="*/ 44 w 65"/>
                  <a:gd name="T27" fmla="*/ 32 h 123"/>
                  <a:gd name="T28" fmla="*/ 28 w 65"/>
                  <a:gd name="T29" fmla="*/ 31 h 123"/>
                  <a:gd name="T30" fmla="*/ 33 w 65"/>
                  <a:gd name="T31" fmla="*/ 19 h 123"/>
                  <a:gd name="T32" fmla="*/ 24 w 65"/>
                  <a:gd name="T33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5" h="123">
                    <a:moveTo>
                      <a:pt x="24" y="0"/>
                    </a:moveTo>
                    <a:cubicBezTo>
                      <a:pt x="24" y="0"/>
                      <a:pt x="2" y="1"/>
                      <a:pt x="5" y="21"/>
                    </a:cubicBezTo>
                    <a:cubicBezTo>
                      <a:pt x="5" y="21"/>
                      <a:pt x="12" y="38"/>
                      <a:pt x="8" y="43"/>
                    </a:cubicBezTo>
                    <a:cubicBezTo>
                      <a:pt x="8" y="43"/>
                      <a:pt x="2" y="56"/>
                      <a:pt x="3" y="65"/>
                    </a:cubicBezTo>
                    <a:cubicBezTo>
                      <a:pt x="3" y="65"/>
                      <a:pt x="5" y="66"/>
                      <a:pt x="2" y="73"/>
                    </a:cubicBezTo>
                    <a:cubicBezTo>
                      <a:pt x="2" y="73"/>
                      <a:pt x="0" y="100"/>
                      <a:pt x="8" y="106"/>
                    </a:cubicBezTo>
                    <a:cubicBezTo>
                      <a:pt x="8" y="106"/>
                      <a:pt x="17" y="117"/>
                      <a:pt x="42" y="119"/>
                    </a:cubicBezTo>
                    <a:cubicBezTo>
                      <a:pt x="42" y="119"/>
                      <a:pt x="65" y="123"/>
                      <a:pt x="63" y="103"/>
                    </a:cubicBezTo>
                    <a:cubicBezTo>
                      <a:pt x="63" y="103"/>
                      <a:pt x="58" y="95"/>
                      <a:pt x="48" y="97"/>
                    </a:cubicBezTo>
                    <a:cubicBezTo>
                      <a:pt x="48" y="97"/>
                      <a:pt x="21" y="107"/>
                      <a:pt x="21" y="91"/>
                    </a:cubicBezTo>
                    <a:cubicBezTo>
                      <a:pt x="21" y="91"/>
                      <a:pt x="18" y="70"/>
                      <a:pt x="25" y="57"/>
                    </a:cubicBezTo>
                    <a:cubicBezTo>
                      <a:pt x="25" y="57"/>
                      <a:pt x="28" y="50"/>
                      <a:pt x="42" y="50"/>
                    </a:cubicBezTo>
                    <a:cubicBezTo>
                      <a:pt x="42" y="50"/>
                      <a:pt x="62" y="50"/>
                      <a:pt x="58" y="34"/>
                    </a:cubicBezTo>
                    <a:cubicBezTo>
                      <a:pt x="58" y="34"/>
                      <a:pt x="55" y="27"/>
                      <a:pt x="44" y="32"/>
                    </a:cubicBezTo>
                    <a:cubicBezTo>
                      <a:pt x="44" y="32"/>
                      <a:pt x="31" y="42"/>
                      <a:pt x="28" y="31"/>
                    </a:cubicBezTo>
                    <a:cubicBezTo>
                      <a:pt x="28" y="31"/>
                      <a:pt x="27" y="24"/>
                      <a:pt x="33" y="19"/>
                    </a:cubicBezTo>
                    <a:cubicBezTo>
                      <a:pt x="33" y="19"/>
                      <a:pt x="46" y="4"/>
                      <a:pt x="2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7" name="íşḷiḋe"/>
              <p:cNvSpPr/>
              <p:nvPr/>
            </p:nvSpPr>
            <p:spPr bwMode="auto">
              <a:xfrm>
                <a:off x="5218113" y="3122613"/>
                <a:ext cx="406400" cy="222250"/>
              </a:xfrm>
              <a:custGeom>
                <a:avLst/>
                <a:gdLst>
                  <a:gd name="T0" fmla="*/ 43 w 123"/>
                  <a:gd name="T1" fmla="*/ 10 h 67"/>
                  <a:gd name="T2" fmla="*/ 43 w 123"/>
                  <a:gd name="T3" fmla="*/ 19 h 67"/>
                  <a:gd name="T4" fmla="*/ 53 w 123"/>
                  <a:gd name="T5" fmla="*/ 30 h 67"/>
                  <a:gd name="T6" fmla="*/ 39 w 123"/>
                  <a:gd name="T7" fmla="*/ 37 h 67"/>
                  <a:gd name="T8" fmla="*/ 39 w 123"/>
                  <a:gd name="T9" fmla="*/ 37 h 67"/>
                  <a:gd name="T10" fmla="*/ 15 w 123"/>
                  <a:gd name="T11" fmla="*/ 43 h 67"/>
                  <a:gd name="T12" fmla="*/ 0 w 123"/>
                  <a:gd name="T13" fmla="*/ 52 h 67"/>
                  <a:gd name="T14" fmla="*/ 15 w 123"/>
                  <a:gd name="T15" fmla="*/ 62 h 67"/>
                  <a:gd name="T16" fmla="*/ 29 w 123"/>
                  <a:gd name="T17" fmla="*/ 52 h 67"/>
                  <a:gd name="T18" fmla="*/ 44 w 123"/>
                  <a:gd name="T19" fmla="*/ 46 h 67"/>
                  <a:gd name="T20" fmla="*/ 112 w 123"/>
                  <a:gd name="T21" fmla="*/ 36 h 67"/>
                  <a:gd name="T22" fmla="*/ 123 w 123"/>
                  <a:gd name="T23" fmla="*/ 31 h 67"/>
                  <a:gd name="T24" fmla="*/ 116 w 123"/>
                  <a:gd name="T25" fmla="*/ 25 h 67"/>
                  <a:gd name="T26" fmla="*/ 84 w 123"/>
                  <a:gd name="T27" fmla="*/ 25 h 67"/>
                  <a:gd name="T28" fmla="*/ 80 w 123"/>
                  <a:gd name="T29" fmla="*/ 19 h 67"/>
                  <a:gd name="T30" fmla="*/ 72 w 123"/>
                  <a:gd name="T31" fmla="*/ 5 h 67"/>
                  <a:gd name="T32" fmla="*/ 67 w 123"/>
                  <a:gd name="T33" fmla="*/ 5 h 67"/>
                  <a:gd name="T34" fmla="*/ 59 w 123"/>
                  <a:gd name="T35" fmla="*/ 3 h 67"/>
                  <a:gd name="T36" fmla="*/ 43 w 123"/>
                  <a:gd name="T37" fmla="*/ 1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3" h="67">
                    <a:moveTo>
                      <a:pt x="43" y="10"/>
                    </a:moveTo>
                    <a:cubicBezTo>
                      <a:pt x="43" y="10"/>
                      <a:pt x="35" y="13"/>
                      <a:pt x="43" y="19"/>
                    </a:cubicBezTo>
                    <a:cubicBezTo>
                      <a:pt x="43" y="19"/>
                      <a:pt x="57" y="23"/>
                      <a:pt x="53" y="30"/>
                    </a:cubicBezTo>
                    <a:cubicBezTo>
                      <a:pt x="53" y="30"/>
                      <a:pt x="50" y="34"/>
                      <a:pt x="39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27" y="40"/>
                      <a:pt x="15" y="43"/>
                      <a:pt x="15" y="43"/>
                    </a:cubicBezTo>
                    <a:cubicBezTo>
                      <a:pt x="15" y="43"/>
                      <a:pt x="4" y="38"/>
                      <a:pt x="0" y="52"/>
                    </a:cubicBezTo>
                    <a:cubicBezTo>
                      <a:pt x="0" y="52"/>
                      <a:pt x="1" y="67"/>
                      <a:pt x="15" y="62"/>
                    </a:cubicBezTo>
                    <a:cubicBezTo>
                      <a:pt x="15" y="62"/>
                      <a:pt x="17" y="52"/>
                      <a:pt x="29" y="52"/>
                    </a:cubicBezTo>
                    <a:cubicBezTo>
                      <a:pt x="29" y="52"/>
                      <a:pt x="36" y="53"/>
                      <a:pt x="44" y="46"/>
                    </a:cubicBezTo>
                    <a:cubicBezTo>
                      <a:pt x="44" y="46"/>
                      <a:pt x="72" y="32"/>
                      <a:pt x="112" y="36"/>
                    </a:cubicBezTo>
                    <a:cubicBezTo>
                      <a:pt x="112" y="36"/>
                      <a:pt x="122" y="39"/>
                      <a:pt x="123" y="31"/>
                    </a:cubicBezTo>
                    <a:cubicBezTo>
                      <a:pt x="123" y="31"/>
                      <a:pt x="123" y="26"/>
                      <a:pt x="116" y="25"/>
                    </a:cubicBezTo>
                    <a:cubicBezTo>
                      <a:pt x="84" y="25"/>
                      <a:pt x="84" y="25"/>
                      <a:pt x="84" y="25"/>
                    </a:cubicBezTo>
                    <a:cubicBezTo>
                      <a:pt x="84" y="25"/>
                      <a:pt x="77" y="25"/>
                      <a:pt x="80" y="19"/>
                    </a:cubicBezTo>
                    <a:cubicBezTo>
                      <a:pt x="80" y="19"/>
                      <a:pt x="85" y="9"/>
                      <a:pt x="72" y="5"/>
                    </a:cubicBezTo>
                    <a:cubicBezTo>
                      <a:pt x="72" y="5"/>
                      <a:pt x="70" y="4"/>
                      <a:pt x="67" y="5"/>
                    </a:cubicBezTo>
                    <a:cubicBezTo>
                      <a:pt x="67" y="5"/>
                      <a:pt x="61" y="6"/>
                      <a:pt x="59" y="3"/>
                    </a:cubicBezTo>
                    <a:cubicBezTo>
                      <a:pt x="59" y="3"/>
                      <a:pt x="56" y="0"/>
                      <a:pt x="4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8" name="iṩ1îdê"/>
              <p:cNvSpPr/>
              <p:nvPr/>
            </p:nvSpPr>
            <p:spPr bwMode="auto">
              <a:xfrm>
                <a:off x="5316538" y="3297238"/>
                <a:ext cx="271463" cy="333375"/>
              </a:xfrm>
              <a:custGeom>
                <a:avLst/>
                <a:gdLst>
                  <a:gd name="T0" fmla="*/ 5 w 82"/>
                  <a:gd name="T1" fmla="*/ 17 h 100"/>
                  <a:gd name="T2" fmla="*/ 8 w 82"/>
                  <a:gd name="T3" fmla="*/ 49 h 100"/>
                  <a:gd name="T4" fmla="*/ 20 w 82"/>
                  <a:gd name="T5" fmla="*/ 54 h 100"/>
                  <a:gd name="T6" fmla="*/ 27 w 82"/>
                  <a:gd name="T7" fmla="*/ 69 h 100"/>
                  <a:gd name="T8" fmla="*/ 27 w 82"/>
                  <a:gd name="T9" fmla="*/ 75 h 100"/>
                  <a:gd name="T10" fmla="*/ 14 w 82"/>
                  <a:gd name="T11" fmla="*/ 77 h 100"/>
                  <a:gd name="T12" fmla="*/ 14 w 82"/>
                  <a:gd name="T13" fmla="*/ 81 h 100"/>
                  <a:gd name="T14" fmla="*/ 27 w 82"/>
                  <a:gd name="T15" fmla="*/ 94 h 100"/>
                  <a:gd name="T16" fmla="*/ 27 w 82"/>
                  <a:gd name="T17" fmla="*/ 99 h 100"/>
                  <a:gd name="T18" fmla="*/ 43 w 82"/>
                  <a:gd name="T19" fmla="*/ 88 h 100"/>
                  <a:gd name="T20" fmla="*/ 42 w 82"/>
                  <a:gd name="T21" fmla="*/ 46 h 100"/>
                  <a:gd name="T22" fmla="*/ 52 w 82"/>
                  <a:gd name="T23" fmla="*/ 27 h 100"/>
                  <a:gd name="T24" fmla="*/ 73 w 82"/>
                  <a:gd name="T25" fmla="*/ 12 h 100"/>
                  <a:gd name="T26" fmla="*/ 67 w 82"/>
                  <a:gd name="T27" fmla="*/ 0 h 100"/>
                  <a:gd name="T28" fmla="*/ 23 w 82"/>
                  <a:gd name="T29" fmla="*/ 9 h 100"/>
                  <a:gd name="T30" fmla="*/ 13 w 82"/>
                  <a:gd name="T31" fmla="*/ 14 h 100"/>
                  <a:gd name="T32" fmla="*/ 5 w 82"/>
                  <a:gd name="T33" fmla="*/ 17 h 100"/>
                  <a:gd name="T34" fmla="*/ 35 w 82"/>
                  <a:gd name="T35" fmla="*/ 19 h 100"/>
                  <a:gd name="T36" fmla="*/ 36 w 82"/>
                  <a:gd name="T37" fmla="*/ 20 h 100"/>
                  <a:gd name="T38" fmla="*/ 24 w 82"/>
                  <a:gd name="T39" fmla="*/ 37 h 100"/>
                  <a:gd name="T40" fmla="*/ 19 w 82"/>
                  <a:gd name="T41" fmla="*/ 25 h 100"/>
                  <a:gd name="T42" fmla="*/ 35 w 82"/>
                  <a:gd name="T43" fmla="*/ 1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2" h="100">
                    <a:moveTo>
                      <a:pt x="5" y="17"/>
                    </a:moveTo>
                    <a:cubicBezTo>
                      <a:pt x="5" y="17"/>
                      <a:pt x="0" y="35"/>
                      <a:pt x="8" y="49"/>
                    </a:cubicBezTo>
                    <a:cubicBezTo>
                      <a:pt x="8" y="49"/>
                      <a:pt x="12" y="53"/>
                      <a:pt x="20" y="54"/>
                    </a:cubicBezTo>
                    <a:cubicBezTo>
                      <a:pt x="20" y="54"/>
                      <a:pt x="26" y="52"/>
                      <a:pt x="27" y="69"/>
                    </a:cubicBezTo>
                    <a:cubicBezTo>
                      <a:pt x="27" y="75"/>
                      <a:pt x="27" y="75"/>
                      <a:pt x="27" y="75"/>
                    </a:cubicBezTo>
                    <a:cubicBezTo>
                      <a:pt x="27" y="75"/>
                      <a:pt x="29" y="89"/>
                      <a:pt x="14" y="77"/>
                    </a:cubicBezTo>
                    <a:cubicBezTo>
                      <a:pt x="14" y="77"/>
                      <a:pt x="11" y="76"/>
                      <a:pt x="14" y="81"/>
                    </a:cubicBezTo>
                    <a:cubicBezTo>
                      <a:pt x="27" y="94"/>
                      <a:pt x="27" y="94"/>
                      <a:pt x="27" y="94"/>
                    </a:cubicBezTo>
                    <a:cubicBezTo>
                      <a:pt x="27" y="94"/>
                      <a:pt x="29" y="97"/>
                      <a:pt x="27" y="99"/>
                    </a:cubicBezTo>
                    <a:cubicBezTo>
                      <a:pt x="27" y="99"/>
                      <a:pt x="39" y="100"/>
                      <a:pt x="43" y="88"/>
                    </a:cubicBezTo>
                    <a:cubicBezTo>
                      <a:pt x="43" y="88"/>
                      <a:pt x="47" y="65"/>
                      <a:pt x="42" y="46"/>
                    </a:cubicBezTo>
                    <a:cubicBezTo>
                      <a:pt x="42" y="46"/>
                      <a:pt x="56" y="41"/>
                      <a:pt x="52" y="27"/>
                    </a:cubicBezTo>
                    <a:cubicBezTo>
                      <a:pt x="52" y="27"/>
                      <a:pt x="71" y="13"/>
                      <a:pt x="73" y="12"/>
                    </a:cubicBezTo>
                    <a:cubicBezTo>
                      <a:pt x="73" y="12"/>
                      <a:pt x="82" y="1"/>
                      <a:pt x="67" y="0"/>
                    </a:cubicBezTo>
                    <a:cubicBezTo>
                      <a:pt x="67" y="0"/>
                      <a:pt x="42" y="0"/>
                      <a:pt x="23" y="9"/>
                    </a:cubicBezTo>
                    <a:cubicBezTo>
                      <a:pt x="23" y="9"/>
                      <a:pt x="16" y="14"/>
                      <a:pt x="13" y="14"/>
                    </a:cubicBezTo>
                    <a:cubicBezTo>
                      <a:pt x="13" y="14"/>
                      <a:pt x="6" y="15"/>
                      <a:pt x="5" y="17"/>
                    </a:cubicBezTo>
                    <a:close/>
                    <a:moveTo>
                      <a:pt x="35" y="19"/>
                    </a:moveTo>
                    <a:cubicBezTo>
                      <a:pt x="36" y="20"/>
                      <a:pt x="36" y="20"/>
                      <a:pt x="36" y="20"/>
                    </a:cubicBezTo>
                    <a:cubicBezTo>
                      <a:pt x="43" y="26"/>
                      <a:pt x="24" y="37"/>
                      <a:pt x="24" y="37"/>
                    </a:cubicBezTo>
                    <a:cubicBezTo>
                      <a:pt x="18" y="35"/>
                      <a:pt x="19" y="25"/>
                      <a:pt x="19" y="25"/>
                    </a:cubicBezTo>
                    <a:cubicBezTo>
                      <a:pt x="20" y="18"/>
                      <a:pt x="35" y="19"/>
                      <a:pt x="35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9" name="isļïḍe"/>
              <p:cNvSpPr/>
              <p:nvPr/>
            </p:nvSpPr>
            <p:spPr bwMode="auto">
              <a:xfrm>
                <a:off x="5227638" y="3540125"/>
                <a:ext cx="85725" cy="103188"/>
              </a:xfrm>
              <a:custGeom>
                <a:avLst/>
                <a:gdLst>
                  <a:gd name="T0" fmla="*/ 4 w 26"/>
                  <a:gd name="T1" fmla="*/ 5 h 31"/>
                  <a:gd name="T2" fmla="*/ 2 w 26"/>
                  <a:gd name="T3" fmla="*/ 23 h 31"/>
                  <a:gd name="T4" fmla="*/ 11 w 26"/>
                  <a:gd name="T5" fmla="*/ 28 h 31"/>
                  <a:gd name="T6" fmla="*/ 17 w 26"/>
                  <a:gd name="T7" fmla="*/ 19 h 31"/>
                  <a:gd name="T8" fmla="*/ 25 w 26"/>
                  <a:gd name="T9" fmla="*/ 9 h 31"/>
                  <a:gd name="T10" fmla="*/ 23 w 26"/>
                  <a:gd name="T11" fmla="*/ 7 h 31"/>
                  <a:gd name="T12" fmla="*/ 12 w 26"/>
                  <a:gd name="T13" fmla="*/ 3 h 31"/>
                  <a:gd name="T14" fmla="*/ 4 w 26"/>
                  <a:gd name="T15" fmla="*/ 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31">
                    <a:moveTo>
                      <a:pt x="4" y="5"/>
                    </a:moveTo>
                    <a:cubicBezTo>
                      <a:pt x="4" y="5"/>
                      <a:pt x="0" y="15"/>
                      <a:pt x="2" y="23"/>
                    </a:cubicBezTo>
                    <a:cubicBezTo>
                      <a:pt x="2" y="23"/>
                      <a:pt x="4" y="31"/>
                      <a:pt x="11" y="28"/>
                    </a:cubicBezTo>
                    <a:cubicBezTo>
                      <a:pt x="11" y="28"/>
                      <a:pt x="14" y="26"/>
                      <a:pt x="17" y="19"/>
                    </a:cubicBezTo>
                    <a:cubicBezTo>
                      <a:pt x="17" y="19"/>
                      <a:pt x="20" y="10"/>
                      <a:pt x="25" y="9"/>
                    </a:cubicBezTo>
                    <a:cubicBezTo>
                      <a:pt x="25" y="9"/>
                      <a:pt x="26" y="6"/>
                      <a:pt x="23" y="7"/>
                    </a:cubicBezTo>
                    <a:cubicBezTo>
                      <a:pt x="23" y="7"/>
                      <a:pt x="16" y="8"/>
                      <a:pt x="12" y="3"/>
                    </a:cubicBezTo>
                    <a:cubicBezTo>
                      <a:pt x="12" y="3"/>
                      <a:pt x="6" y="0"/>
                      <a:pt x="4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87" name="íṣḷíḋê"/>
              <p:cNvSpPr/>
              <p:nvPr/>
            </p:nvSpPr>
            <p:spPr bwMode="auto">
              <a:xfrm>
                <a:off x="5502276" y="3421063"/>
                <a:ext cx="134938" cy="158750"/>
              </a:xfrm>
              <a:custGeom>
                <a:avLst/>
                <a:gdLst>
                  <a:gd name="T0" fmla="*/ 0 w 41"/>
                  <a:gd name="T1" fmla="*/ 18 h 48"/>
                  <a:gd name="T2" fmla="*/ 35 w 41"/>
                  <a:gd name="T3" fmla="*/ 19 h 48"/>
                  <a:gd name="T4" fmla="*/ 29 w 41"/>
                  <a:gd name="T5" fmla="*/ 41 h 48"/>
                  <a:gd name="T6" fmla="*/ 14 w 41"/>
                  <a:gd name="T7" fmla="*/ 37 h 48"/>
                  <a:gd name="T8" fmla="*/ 0 w 41"/>
                  <a:gd name="T9" fmla="*/ 1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48">
                    <a:moveTo>
                      <a:pt x="0" y="18"/>
                    </a:moveTo>
                    <a:cubicBezTo>
                      <a:pt x="0" y="18"/>
                      <a:pt x="14" y="0"/>
                      <a:pt x="35" y="19"/>
                    </a:cubicBezTo>
                    <a:cubicBezTo>
                      <a:pt x="35" y="19"/>
                      <a:pt x="41" y="28"/>
                      <a:pt x="29" y="41"/>
                    </a:cubicBezTo>
                    <a:cubicBezTo>
                      <a:pt x="29" y="41"/>
                      <a:pt x="21" y="48"/>
                      <a:pt x="14" y="37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88" name="iṧľïdé"/>
              <p:cNvSpPr/>
              <p:nvPr/>
            </p:nvSpPr>
            <p:spPr bwMode="auto">
              <a:xfrm>
                <a:off x="5707063" y="3151188"/>
                <a:ext cx="257175" cy="455613"/>
              </a:xfrm>
              <a:custGeom>
                <a:avLst/>
                <a:gdLst>
                  <a:gd name="T0" fmla="*/ 48 w 78"/>
                  <a:gd name="T1" fmla="*/ 1 h 137"/>
                  <a:gd name="T2" fmla="*/ 40 w 78"/>
                  <a:gd name="T3" fmla="*/ 15 h 137"/>
                  <a:gd name="T4" fmla="*/ 34 w 78"/>
                  <a:gd name="T5" fmla="*/ 27 h 137"/>
                  <a:gd name="T6" fmla="*/ 26 w 78"/>
                  <a:gd name="T7" fmla="*/ 38 h 137"/>
                  <a:gd name="T8" fmla="*/ 33 w 78"/>
                  <a:gd name="T9" fmla="*/ 64 h 137"/>
                  <a:gd name="T10" fmla="*/ 31 w 78"/>
                  <a:gd name="T11" fmla="*/ 81 h 137"/>
                  <a:gd name="T12" fmla="*/ 20 w 78"/>
                  <a:gd name="T13" fmla="*/ 87 h 137"/>
                  <a:gd name="T14" fmla="*/ 2 w 78"/>
                  <a:gd name="T15" fmla="*/ 102 h 137"/>
                  <a:gd name="T16" fmla="*/ 9 w 78"/>
                  <a:gd name="T17" fmla="*/ 109 h 137"/>
                  <a:gd name="T18" fmla="*/ 19 w 78"/>
                  <a:gd name="T19" fmla="*/ 102 h 137"/>
                  <a:gd name="T20" fmla="*/ 27 w 78"/>
                  <a:gd name="T21" fmla="*/ 107 h 137"/>
                  <a:gd name="T22" fmla="*/ 32 w 78"/>
                  <a:gd name="T23" fmla="*/ 129 h 137"/>
                  <a:gd name="T24" fmla="*/ 35 w 78"/>
                  <a:gd name="T25" fmla="*/ 123 h 137"/>
                  <a:gd name="T26" fmla="*/ 41 w 78"/>
                  <a:gd name="T27" fmla="*/ 100 h 137"/>
                  <a:gd name="T28" fmla="*/ 55 w 78"/>
                  <a:gd name="T29" fmla="*/ 88 h 137"/>
                  <a:gd name="T30" fmla="*/ 60 w 78"/>
                  <a:gd name="T31" fmla="*/ 88 h 137"/>
                  <a:gd name="T32" fmla="*/ 60 w 78"/>
                  <a:gd name="T33" fmla="*/ 105 h 137"/>
                  <a:gd name="T34" fmla="*/ 57 w 78"/>
                  <a:gd name="T35" fmla="*/ 109 h 137"/>
                  <a:gd name="T36" fmla="*/ 53 w 78"/>
                  <a:gd name="T37" fmla="*/ 102 h 137"/>
                  <a:gd name="T38" fmla="*/ 49 w 78"/>
                  <a:gd name="T39" fmla="*/ 107 h 137"/>
                  <a:gd name="T40" fmla="*/ 53 w 78"/>
                  <a:gd name="T41" fmla="*/ 114 h 137"/>
                  <a:gd name="T42" fmla="*/ 55 w 78"/>
                  <a:gd name="T43" fmla="*/ 126 h 137"/>
                  <a:gd name="T44" fmla="*/ 64 w 78"/>
                  <a:gd name="T45" fmla="*/ 135 h 137"/>
                  <a:gd name="T46" fmla="*/ 71 w 78"/>
                  <a:gd name="T47" fmla="*/ 122 h 137"/>
                  <a:gd name="T48" fmla="*/ 70 w 78"/>
                  <a:gd name="T49" fmla="*/ 98 h 137"/>
                  <a:gd name="T50" fmla="*/ 71 w 78"/>
                  <a:gd name="T51" fmla="*/ 84 h 137"/>
                  <a:gd name="T52" fmla="*/ 70 w 78"/>
                  <a:gd name="T53" fmla="*/ 70 h 137"/>
                  <a:gd name="T54" fmla="*/ 72 w 78"/>
                  <a:gd name="T55" fmla="*/ 55 h 137"/>
                  <a:gd name="T56" fmla="*/ 59 w 78"/>
                  <a:gd name="T57" fmla="*/ 30 h 137"/>
                  <a:gd name="T58" fmla="*/ 42 w 78"/>
                  <a:gd name="T59" fmla="*/ 48 h 137"/>
                  <a:gd name="T60" fmla="*/ 37 w 78"/>
                  <a:gd name="T61" fmla="*/ 39 h 137"/>
                  <a:gd name="T62" fmla="*/ 39 w 78"/>
                  <a:gd name="T63" fmla="*/ 30 h 137"/>
                  <a:gd name="T64" fmla="*/ 72 w 78"/>
                  <a:gd name="T65" fmla="*/ 8 h 137"/>
                  <a:gd name="T66" fmla="*/ 63 w 78"/>
                  <a:gd name="T67" fmla="*/ 1 h 137"/>
                  <a:gd name="T68" fmla="*/ 48 w 78"/>
                  <a:gd name="T69" fmla="*/ 1 h 137"/>
                  <a:gd name="T70" fmla="*/ 60 w 78"/>
                  <a:gd name="T71" fmla="*/ 64 h 137"/>
                  <a:gd name="T72" fmla="*/ 54 w 78"/>
                  <a:gd name="T73" fmla="*/ 62 h 137"/>
                  <a:gd name="T74" fmla="*/ 47 w 78"/>
                  <a:gd name="T75" fmla="*/ 65 h 137"/>
                  <a:gd name="T76" fmla="*/ 43 w 78"/>
                  <a:gd name="T77" fmla="*/ 72 h 137"/>
                  <a:gd name="T78" fmla="*/ 53 w 78"/>
                  <a:gd name="T79" fmla="*/ 45 h 137"/>
                  <a:gd name="T80" fmla="*/ 60 w 78"/>
                  <a:gd name="T81" fmla="*/ 6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37">
                    <a:moveTo>
                      <a:pt x="48" y="1"/>
                    </a:moveTo>
                    <a:cubicBezTo>
                      <a:pt x="48" y="1"/>
                      <a:pt x="41" y="1"/>
                      <a:pt x="40" y="15"/>
                    </a:cubicBezTo>
                    <a:cubicBezTo>
                      <a:pt x="40" y="15"/>
                      <a:pt x="39" y="25"/>
                      <a:pt x="34" y="27"/>
                    </a:cubicBezTo>
                    <a:cubicBezTo>
                      <a:pt x="34" y="27"/>
                      <a:pt x="21" y="29"/>
                      <a:pt x="26" y="38"/>
                    </a:cubicBezTo>
                    <a:cubicBezTo>
                      <a:pt x="26" y="38"/>
                      <a:pt x="37" y="50"/>
                      <a:pt x="33" y="64"/>
                    </a:cubicBezTo>
                    <a:cubicBezTo>
                      <a:pt x="33" y="64"/>
                      <a:pt x="30" y="71"/>
                      <a:pt x="31" y="81"/>
                    </a:cubicBezTo>
                    <a:cubicBezTo>
                      <a:pt x="31" y="81"/>
                      <a:pt x="34" y="87"/>
                      <a:pt x="20" y="87"/>
                    </a:cubicBezTo>
                    <a:cubicBezTo>
                      <a:pt x="20" y="87"/>
                      <a:pt x="6" y="84"/>
                      <a:pt x="2" y="102"/>
                    </a:cubicBezTo>
                    <a:cubicBezTo>
                      <a:pt x="2" y="102"/>
                      <a:pt x="0" y="110"/>
                      <a:pt x="9" y="109"/>
                    </a:cubicBezTo>
                    <a:cubicBezTo>
                      <a:pt x="9" y="109"/>
                      <a:pt x="17" y="106"/>
                      <a:pt x="19" y="102"/>
                    </a:cubicBezTo>
                    <a:cubicBezTo>
                      <a:pt x="19" y="102"/>
                      <a:pt x="26" y="98"/>
                      <a:pt x="27" y="107"/>
                    </a:cubicBezTo>
                    <a:cubicBezTo>
                      <a:pt x="27" y="107"/>
                      <a:pt x="23" y="123"/>
                      <a:pt x="32" y="129"/>
                    </a:cubicBezTo>
                    <a:cubicBezTo>
                      <a:pt x="32" y="129"/>
                      <a:pt x="34" y="129"/>
                      <a:pt x="35" y="123"/>
                    </a:cubicBezTo>
                    <a:cubicBezTo>
                      <a:pt x="41" y="100"/>
                      <a:pt x="41" y="100"/>
                      <a:pt x="41" y="100"/>
                    </a:cubicBezTo>
                    <a:cubicBezTo>
                      <a:pt x="41" y="100"/>
                      <a:pt x="53" y="92"/>
                      <a:pt x="55" y="88"/>
                    </a:cubicBezTo>
                    <a:cubicBezTo>
                      <a:pt x="55" y="88"/>
                      <a:pt x="59" y="84"/>
                      <a:pt x="60" y="88"/>
                    </a:cubicBezTo>
                    <a:cubicBezTo>
                      <a:pt x="60" y="105"/>
                      <a:pt x="60" y="105"/>
                      <a:pt x="60" y="105"/>
                    </a:cubicBezTo>
                    <a:cubicBezTo>
                      <a:pt x="60" y="105"/>
                      <a:pt x="60" y="111"/>
                      <a:pt x="57" y="109"/>
                    </a:cubicBezTo>
                    <a:cubicBezTo>
                      <a:pt x="53" y="102"/>
                      <a:pt x="53" y="102"/>
                      <a:pt x="53" y="102"/>
                    </a:cubicBezTo>
                    <a:cubicBezTo>
                      <a:pt x="53" y="102"/>
                      <a:pt x="49" y="98"/>
                      <a:pt x="49" y="107"/>
                    </a:cubicBezTo>
                    <a:cubicBezTo>
                      <a:pt x="49" y="107"/>
                      <a:pt x="51" y="113"/>
                      <a:pt x="53" y="114"/>
                    </a:cubicBezTo>
                    <a:cubicBezTo>
                      <a:pt x="53" y="114"/>
                      <a:pt x="56" y="122"/>
                      <a:pt x="55" y="126"/>
                    </a:cubicBezTo>
                    <a:cubicBezTo>
                      <a:pt x="55" y="126"/>
                      <a:pt x="56" y="137"/>
                      <a:pt x="64" y="135"/>
                    </a:cubicBezTo>
                    <a:cubicBezTo>
                      <a:pt x="64" y="135"/>
                      <a:pt x="71" y="132"/>
                      <a:pt x="71" y="122"/>
                    </a:cubicBezTo>
                    <a:cubicBezTo>
                      <a:pt x="71" y="122"/>
                      <a:pt x="72" y="101"/>
                      <a:pt x="70" y="98"/>
                    </a:cubicBezTo>
                    <a:cubicBezTo>
                      <a:pt x="70" y="98"/>
                      <a:pt x="69" y="89"/>
                      <a:pt x="71" y="84"/>
                    </a:cubicBezTo>
                    <a:cubicBezTo>
                      <a:pt x="71" y="84"/>
                      <a:pt x="73" y="73"/>
                      <a:pt x="70" y="70"/>
                    </a:cubicBezTo>
                    <a:cubicBezTo>
                      <a:pt x="70" y="70"/>
                      <a:pt x="70" y="63"/>
                      <a:pt x="72" y="55"/>
                    </a:cubicBezTo>
                    <a:cubicBezTo>
                      <a:pt x="72" y="55"/>
                      <a:pt x="78" y="34"/>
                      <a:pt x="59" y="30"/>
                    </a:cubicBezTo>
                    <a:cubicBezTo>
                      <a:pt x="59" y="30"/>
                      <a:pt x="48" y="30"/>
                      <a:pt x="42" y="4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0" y="32"/>
                      <a:pt x="39" y="30"/>
                    </a:cubicBezTo>
                    <a:cubicBezTo>
                      <a:pt x="39" y="30"/>
                      <a:pt x="76" y="28"/>
                      <a:pt x="72" y="8"/>
                    </a:cubicBezTo>
                    <a:cubicBezTo>
                      <a:pt x="72" y="8"/>
                      <a:pt x="70" y="0"/>
                      <a:pt x="63" y="1"/>
                    </a:cubicBezTo>
                    <a:cubicBezTo>
                      <a:pt x="63" y="1"/>
                      <a:pt x="51" y="5"/>
                      <a:pt x="48" y="1"/>
                    </a:cubicBezTo>
                    <a:close/>
                    <a:moveTo>
                      <a:pt x="60" y="64"/>
                    </a:moveTo>
                    <a:cubicBezTo>
                      <a:pt x="60" y="68"/>
                      <a:pt x="54" y="62"/>
                      <a:pt x="54" y="62"/>
                    </a:cubicBezTo>
                    <a:cubicBezTo>
                      <a:pt x="47" y="53"/>
                      <a:pt x="47" y="65"/>
                      <a:pt x="47" y="65"/>
                    </a:cubicBezTo>
                    <a:cubicBezTo>
                      <a:pt x="46" y="71"/>
                      <a:pt x="43" y="72"/>
                      <a:pt x="43" y="72"/>
                    </a:cubicBezTo>
                    <a:cubicBezTo>
                      <a:pt x="42" y="43"/>
                      <a:pt x="53" y="45"/>
                      <a:pt x="53" y="45"/>
                    </a:cubicBezTo>
                    <a:cubicBezTo>
                      <a:pt x="57" y="46"/>
                      <a:pt x="60" y="64"/>
                      <a:pt x="60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89" name="ïṡḷïḓé"/>
              <p:cNvSpPr/>
              <p:nvPr/>
            </p:nvSpPr>
            <p:spPr bwMode="auto">
              <a:xfrm>
                <a:off x="5973763" y="3162300"/>
                <a:ext cx="238125" cy="171450"/>
              </a:xfrm>
              <a:custGeom>
                <a:avLst/>
                <a:gdLst>
                  <a:gd name="T0" fmla="*/ 13 w 72"/>
                  <a:gd name="T1" fmla="*/ 18 h 52"/>
                  <a:gd name="T2" fmla="*/ 31 w 72"/>
                  <a:gd name="T3" fmla="*/ 5 h 52"/>
                  <a:gd name="T4" fmla="*/ 53 w 72"/>
                  <a:gd name="T5" fmla="*/ 13 h 52"/>
                  <a:gd name="T6" fmla="*/ 48 w 72"/>
                  <a:gd name="T7" fmla="*/ 22 h 52"/>
                  <a:gd name="T8" fmla="*/ 50 w 72"/>
                  <a:gd name="T9" fmla="*/ 27 h 52"/>
                  <a:gd name="T10" fmla="*/ 67 w 72"/>
                  <a:gd name="T11" fmla="*/ 23 h 52"/>
                  <a:gd name="T12" fmla="*/ 68 w 72"/>
                  <a:gd name="T13" fmla="*/ 28 h 52"/>
                  <a:gd name="T14" fmla="*/ 43 w 72"/>
                  <a:gd name="T15" fmla="*/ 35 h 52"/>
                  <a:gd name="T16" fmla="*/ 29 w 72"/>
                  <a:gd name="T17" fmla="*/ 39 h 52"/>
                  <a:gd name="T18" fmla="*/ 5 w 72"/>
                  <a:gd name="T19" fmla="*/ 49 h 52"/>
                  <a:gd name="T20" fmla="*/ 8 w 72"/>
                  <a:gd name="T21" fmla="*/ 40 h 52"/>
                  <a:gd name="T22" fmla="*/ 25 w 72"/>
                  <a:gd name="T23" fmla="*/ 29 h 52"/>
                  <a:gd name="T24" fmla="*/ 17 w 72"/>
                  <a:gd name="T25" fmla="*/ 22 h 52"/>
                  <a:gd name="T26" fmla="*/ 13 w 72"/>
                  <a:gd name="T27" fmla="*/ 1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52">
                    <a:moveTo>
                      <a:pt x="13" y="18"/>
                    </a:moveTo>
                    <a:cubicBezTo>
                      <a:pt x="13" y="18"/>
                      <a:pt x="19" y="6"/>
                      <a:pt x="31" y="5"/>
                    </a:cubicBezTo>
                    <a:cubicBezTo>
                      <a:pt x="31" y="5"/>
                      <a:pt x="48" y="0"/>
                      <a:pt x="53" y="13"/>
                    </a:cubicBezTo>
                    <a:cubicBezTo>
                      <a:pt x="53" y="13"/>
                      <a:pt x="54" y="18"/>
                      <a:pt x="48" y="22"/>
                    </a:cubicBezTo>
                    <a:cubicBezTo>
                      <a:pt x="48" y="22"/>
                      <a:pt x="43" y="28"/>
                      <a:pt x="50" y="27"/>
                    </a:cubicBezTo>
                    <a:cubicBezTo>
                      <a:pt x="50" y="27"/>
                      <a:pt x="60" y="28"/>
                      <a:pt x="67" y="23"/>
                    </a:cubicBezTo>
                    <a:cubicBezTo>
                      <a:pt x="67" y="23"/>
                      <a:pt x="72" y="23"/>
                      <a:pt x="68" y="28"/>
                    </a:cubicBezTo>
                    <a:cubicBezTo>
                      <a:pt x="68" y="28"/>
                      <a:pt x="60" y="38"/>
                      <a:pt x="43" y="35"/>
                    </a:cubicBezTo>
                    <a:cubicBezTo>
                      <a:pt x="43" y="35"/>
                      <a:pt x="37" y="31"/>
                      <a:pt x="29" y="39"/>
                    </a:cubicBezTo>
                    <a:cubicBezTo>
                      <a:pt x="29" y="39"/>
                      <a:pt x="12" y="52"/>
                      <a:pt x="5" y="49"/>
                    </a:cubicBezTo>
                    <a:cubicBezTo>
                      <a:pt x="5" y="49"/>
                      <a:pt x="0" y="42"/>
                      <a:pt x="8" y="40"/>
                    </a:cubicBezTo>
                    <a:cubicBezTo>
                      <a:pt x="8" y="40"/>
                      <a:pt x="25" y="38"/>
                      <a:pt x="25" y="29"/>
                    </a:cubicBezTo>
                    <a:cubicBezTo>
                      <a:pt x="25" y="29"/>
                      <a:pt x="23" y="24"/>
                      <a:pt x="17" y="22"/>
                    </a:cubicBezTo>
                    <a:lnTo>
                      <a:pt x="13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4" name="îṥ1ïḋè"/>
              <p:cNvSpPr/>
              <p:nvPr/>
            </p:nvSpPr>
            <p:spPr bwMode="auto">
              <a:xfrm>
                <a:off x="5954713" y="3290888"/>
                <a:ext cx="328613" cy="279400"/>
              </a:xfrm>
              <a:custGeom>
                <a:avLst/>
                <a:gdLst>
                  <a:gd name="T0" fmla="*/ 21 w 100"/>
                  <a:gd name="T1" fmla="*/ 22 h 84"/>
                  <a:gd name="T2" fmla="*/ 45 w 100"/>
                  <a:gd name="T3" fmla="*/ 10 h 84"/>
                  <a:gd name="T4" fmla="*/ 60 w 100"/>
                  <a:gd name="T5" fmla="*/ 12 h 84"/>
                  <a:gd name="T6" fmla="*/ 55 w 100"/>
                  <a:gd name="T7" fmla="*/ 20 h 84"/>
                  <a:gd name="T8" fmla="*/ 56 w 100"/>
                  <a:gd name="T9" fmla="*/ 54 h 84"/>
                  <a:gd name="T10" fmla="*/ 81 w 100"/>
                  <a:gd name="T11" fmla="*/ 58 h 84"/>
                  <a:gd name="T12" fmla="*/ 83 w 100"/>
                  <a:gd name="T13" fmla="*/ 43 h 84"/>
                  <a:gd name="T14" fmla="*/ 91 w 100"/>
                  <a:gd name="T15" fmla="*/ 60 h 84"/>
                  <a:gd name="T16" fmla="*/ 85 w 100"/>
                  <a:gd name="T17" fmla="*/ 83 h 84"/>
                  <a:gd name="T18" fmla="*/ 75 w 100"/>
                  <a:gd name="T19" fmla="*/ 84 h 84"/>
                  <a:gd name="T20" fmla="*/ 42 w 100"/>
                  <a:gd name="T21" fmla="*/ 55 h 84"/>
                  <a:gd name="T22" fmla="*/ 40 w 100"/>
                  <a:gd name="T23" fmla="*/ 38 h 84"/>
                  <a:gd name="T24" fmla="*/ 33 w 100"/>
                  <a:gd name="T25" fmla="*/ 29 h 84"/>
                  <a:gd name="T26" fmla="*/ 28 w 100"/>
                  <a:gd name="T27" fmla="*/ 38 h 84"/>
                  <a:gd name="T28" fmla="*/ 6 w 100"/>
                  <a:gd name="T29" fmla="*/ 78 h 84"/>
                  <a:gd name="T30" fmla="*/ 3 w 100"/>
                  <a:gd name="T31" fmla="*/ 71 h 84"/>
                  <a:gd name="T32" fmla="*/ 7 w 100"/>
                  <a:gd name="T33" fmla="*/ 59 h 84"/>
                  <a:gd name="T34" fmla="*/ 10 w 100"/>
                  <a:gd name="T35" fmla="*/ 51 h 84"/>
                  <a:gd name="T36" fmla="*/ 21 w 100"/>
                  <a:gd name="T37" fmla="*/ 2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84">
                    <a:moveTo>
                      <a:pt x="21" y="22"/>
                    </a:moveTo>
                    <a:cubicBezTo>
                      <a:pt x="21" y="22"/>
                      <a:pt x="40" y="19"/>
                      <a:pt x="45" y="10"/>
                    </a:cubicBezTo>
                    <a:cubicBezTo>
                      <a:pt x="45" y="10"/>
                      <a:pt x="54" y="0"/>
                      <a:pt x="60" y="12"/>
                    </a:cubicBezTo>
                    <a:cubicBezTo>
                      <a:pt x="60" y="12"/>
                      <a:pt x="62" y="14"/>
                      <a:pt x="55" y="20"/>
                    </a:cubicBezTo>
                    <a:cubicBezTo>
                      <a:pt x="55" y="20"/>
                      <a:pt x="45" y="40"/>
                      <a:pt x="56" y="54"/>
                    </a:cubicBezTo>
                    <a:cubicBezTo>
                      <a:pt x="56" y="54"/>
                      <a:pt x="76" y="77"/>
                      <a:pt x="81" y="58"/>
                    </a:cubicBezTo>
                    <a:cubicBezTo>
                      <a:pt x="83" y="43"/>
                      <a:pt x="83" y="43"/>
                      <a:pt x="83" y="43"/>
                    </a:cubicBezTo>
                    <a:cubicBezTo>
                      <a:pt x="83" y="43"/>
                      <a:pt x="86" y="43"/>
                      <a:pt x="91" y="60"/>
                    </a:cubicBezTo>
                    <a:cubicBezTo>
                      <a:pt x="91" y="60"/>
                      <a:pt x="100" y="82"/>
                      <a:pt x="85" y="83"/>
                    </a:cubicBezTo>
                    <a:cubicBezTo>
                      <a:pt x="85" y="83"/>
                      <a:pt x="80" y="81"/>
                      <a:pt x="75" y="84"/>
                    </a:cubicBezTo>
                    <a:cubicBezTo>
                      <a:pt x="75" y="84"/>
                      <a:pt x="46" y="79"/>
                      <a:pt x="42" y="55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8"/>
                      <a:pt x="42" y="28"/>
                      <a:pt x="33" y="29"/>
                    </a:cubicBezTo>
                    <a:cubicBezTo>
                      <a:pt x="33" y="29"/>
                      <a:pt x="28" y="31"/>
                      <a:pt x="28" y="38"/>
                    </a:cubicBezTo>
                    <a:cubicBezTo>
                      <a:pt x="28" y="38"/>
                      <a:pt x="21" y="75"/>
                      <a:pt x="6" y="78"/>
                    </a:cubicBezTo>
                    <a:cubicBezTo>
                      <a:pt x="6" y="78"/>
                      <a:pt x="0" y="76"/>
                      <a:pt x="3" y="71"/>
                    </a:cubicBezTo>
                    <a:cubicBezTo>
                      <a:pt x="3" y="71"/>
                      <a:pt x="7" y="66"/>
                      <a:pt x="7" y="59"/>
                    </a:cubicBezTo>
                    <a:cubicBezTo>
                      <a:pt x="7" y="59"/>
                      <a:pt x="7" y="55"/>
                      <a:pt x="10" y="51"/>
                    </a:cubicBezTo>
                    <a:cubicBezTo>
                      <a:pt x="10" y="51"/>
                      <a:pt x="23" y="29"/>
                      <a:pt x="21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6" name="ïsľîdé"/>
              <p:cNvSpPr/>
              <p:nvPr/>
            </p:nvSpPr>
            <p:spPr bwMode="auto">
              <a:xfrm>
                <a:off x="6310313" y="3105150"/>
                <a:ext cx="471488" cy="511175"/>
              </a:xfrm>
              <a:custGeom>
                <a:avLst/>
                <a:gdLst>
                  <a:gd name="T0" fmla="*/ 38 w 143"/>
                  <a:gd name="T1" fmla="*/ 18 h 154"/>
                  <a:gd name="T2" fmla="*/ 51 w 143"/>
                  <a:gd name="T3" fmla="*/ 9 h 154"/>
                  <a:gd name="T4" fmla="*/ 78 w 143"/>
                  <a:gd name="T5" fmla="*/ 11 h 154"/>
                  <a:gd name="T6" fmla="*/ 83 w 143"/>
                  <a:gd name="T7" fmla="*/ 26 h 154"/>
                  <a:gd name="T8" fmla="*/ 82 w 143"/>
                  <a:gd name="T9" fmla="*/ 33 h 154"/>
                  <a:gd name="T10" fmla="*/ 115 w 143"/>
                  <a:gd name="T11" fmla="*/ 23 h 154"/>
                  <a:gd name="T12" fmla="*/ 124 w 143"/>
                  <a:gd name="T13" fmla="*/ 25 h 154"/>
                  <a:gd name="T14" fmla="*/ 132 w 143"/>
                  <a:gd name="T15" fmla="*/ 44 h 154"/>
                  <a:gd name="T16" fmla="*/ 122 w 143"/>
                  <a:gd name="T17" fmla="*/ 46 h 154"/>
                  <a:gd name="T18" fmla="*/ 98 w 143"/>
                  <a:gd name="T19" fmla="*/ 51 h 154"/>
                  <a:gd name="T20" fmla="*/ 97 w 143"/>
                  <a:gd name="T21" fmla="*/ 57 h 154"/>
                  <a:gd name="T22" fmla="*/ 94 w 143"/>
                  <a:gd name="T23" fmla="*/ 66 h 154"/>
                  <a:gd name="T24" fmla="*/ 76 w 143"/>
                  <a:gd name="T25" fmla="*/ 78 h 154"/>
                  <a:gd name="T26" fmla="*/ 71 w 143"/>
                  <a:gd name="T27" fmla="*/ 84 h 154"/>
                  <a:gd name="T28" fmla="*/ 71 w 143"/>
                  <a:gd name="T29" fmla="*/ 89 h 154"/>
                  <a:gd name="T30" fmla="*/ 86 w 143"/>
                  <a:gd name="T31" fmla="*/ 83 h 154"/>
                  <a:gd name="T32" fmla="*/ 92 w 143"/>
                  <a:gd name="T33" fmla="*/ 92 h 154"/>
                  <a:gd name="T34" fmla="*/ 79 w 143"/>
                  <a:gd name="T35" fmla="*/ 103 h 154"/>
                  <a:gd name="T36" fmla="*/ 77 w 143"/>
                  <a:gd name="T37" fmla="*/ 110 h 154"/>
                  <a:gd name="T38" fmla="*/ 80 w 143"/>
                  <a:gd name="T39" fmla="*/ 117 h 154"/>
                  <a:gd name="T40" fmla="*/ 105 w 143"/>
                  <a:gd name="T41" fmla="*/ 110 h 154"/>
                  <a:gd name="T42" fmla="*/ 113 w 143"/>
                  <a:gd name="T43" fmla="*/ 112 h 154"/>
                  <a:gd name="T44" fmla="*/ 119 w 143"/>
                  <a:gd name="T45" fmla="*/ 125 h 154"/>
                  <a:gd name="T46" fmla="*/ 105 w 143"/>
                  <a:gd name="T47" fmla="*/ 130 h 154"/>
                  <a:gd name="T48" fmla="*/ 41 w 143"/>
                  <a:gd name="T49" fmla="*/ 148 h 154"/>
                  <a:gd name="T50" fmla="*/ 28 w 143"/>
                  <a:gd name="T51" fmla="*/ 145 h 154"/>
                  <a:gd name="T52" fmla="*/ 36 w 143"/>
                  <a:gd name="T53" fmla="*/ 131 h 154"/>
                  <a:gd name="T54" fmla="*/ 61 w 143"/>
                  <a:gd name="T55" fmla="*/ 118 h 154"/>
                  <a:gd name="T56" fmla="*/ 56 w 143"/>
                  <a:gd name="T57" fmla="*/ 113 h 154"/>
                  <a:gd name="T58" fmla="*/ 48 w 143"/>
                  <a:gd name="T59" fmla="*/ 98 h 154"/>
                  <a:gd name="T60" fmla="*/ 75 w 143"/>
                  <a:gd name="T61" fmla="*/ 67 h 154"/>
                  <a:gd name="T62" fmla="*/ 83 w 143"/>
                  <a:gd name="T63" fmla="*/ 50 h 154"/>
                  <a:gd name="T64" fmla="*/ 100 w 143"/>
                  <a:gd name="T65" fmla="*/ 42 h 154"/>
                  <a:gd name="T66" fmla="*/ 93 w 143"/>
                  <a:gd name="T67" fmla="*/ 38 h 154"/>
                  <a:gd name="T68" fmla="*/ 58 w 143"/>
                  <a:gd name="T69" fmla="*/ 54 h 154"/>
                  <a:gd name="T70" fmla="*/ 40 w 143"/>
                  <a:gd name="T71" fmla="*/ 62 h 154"/>
                  <a:gd name="T72" fmla="*/ 30 w 143"/>
                  <a:gd name="T73" fmla="*/ 70 h 154"/>
                  <a:gd name="T74" fmla="*/ 11 w 143"/>
                  <a:gd name="T75" fmla="*/ 77 h 154"/>
                  <a:gd name="T76" fmla="*/ 8 w 143"/>
                  <a:gd name="T77" fmla="*/ 55 h 154"/>
                  <a:gd name="T78" fmla="*/ 27 w 143"/>
                  <a:gd name="T79" fmla="*/ 36 h 154"/>
                  <a:gd name="T80" fmla="*/ 32 w 143"/>
                  <a:gd name="T81" fmla="*/ 42 h 154"/>
                  <a:gd name="T82" fmla="*/ 35 w 143"/>
                  <a:gd name="T83" fmla="*/ 49 h 154"/>
                  <a:gd name="T84" fmla="*/ 60 w 143"/>
                  <a:gd name="T85" fmla="*/ 39 h 154"/>
                  <a:gd name="T86" fmla="*/ 53 w 143"/>
                  <a:gd name="T87" fmla="*/ 31 h 154"/>
                  <a:gd name="T88" fmla="*/ 53 w 143"/>
                  <a:gd name="T89" fmla="*/ 31 h 154"/>
                  <a:gd name="T90" fmla="*/ 38 w 143"/>
                  <a:gd name="T91" fmla="*/ 18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43" h="154">
                    <a:moveTo>
                      <a:pt x="38" y="18"/>
                    </a:moveTo>
                    <a:cubicBezTo>
                      <a:pt x="38" y="18"/>
                      <a:pt x="42" y="10"/>
                      <a:pt x="51" y="9"/>
                    </a:cubicBezTo>
                    <a:cubicBezTo>
                      <a:pt x="51" y="9"/>
                      <a:pt x="68" y="0"/>
                      <a:pt x="78" y="11"/>
                    </a:cubicBezTo>
                    <a:cubicBezTo>
                      <a:pt x="78" y="11"/>
                      <a:pt x="87" y="19"/>
                      <a:pt x="83" y="26"/>
                    </a:cubicBezTo>
                    <a:cubicBezTo>
                      <a:pt x="83" y="26"/>
                      <a:pt x="77" y="29"/>
                      <a:pt x="82" y="33"/>
                    </a:cubicBezTo>
                    <a:cubicBezTo>
                      <a:pt x="115" y="23"/>
                      <a:pt x="115" y="23"/>
                      <a:pt x="115" y="23"/>
                    </a:cubicBezTo>
                    <a:cubicBezTo>
                      <a:pt x="115" y="23"/>
                      <a:pt x="119" y="21"/>
                      <a:pt x="124" y="25"/>
                    </a:cubicBezTo>
                    <a:cubicBezTo>
                      <a:pt x="124" y="25"/>
                      <a:pt x="143" y="36"/>
                      <a:pt x="132" y="44"/>
                    </a:cubicBezTo>
                    <a:cubicBezTo>
                      <a:pt x="132" y="44"/>
                      <a:pt x="126" y="47"/>
                      <a:pt x="122" y="46"/>
                    </a:cubicBezTo>
                    <a:cubicBezTo>
                      <a:pt x="98" y="51"/>
                      <a:pt x="98" y="51"/>
                      <a:pt x="98" y="51"/>
                    </a:cubicBezTo>
                    <a:cubicBezTo>
                      <a:pt x="98" y="51"/>
                      <a:pt x="94" y="53"/>
                      <a:pt x="97" y="57"/>
                    </a:cubicBezTo>
                    <a:cubicBezTo>
                      <a:pt x="97" y="57"/>
                      <a:pt x="99" y="63"/>
                      <a:pt x="94" y="66"/>
                    </a:cubicBezTo>
                    <a:cubicBezTo>
                      <a:pt x="94" y="66"/>
                      <a:pt x="76" y="75"/>
                      <a:pt x="76" y="78"/>
                    </a:cubicBezTo>
                    <a:cubicBezTo>
                      <a:pt x="71" y="84"/>
                      <a:pt x="71" y="84"/>
                      <a:pt x="71" y="84"/>
                    </a:cubicBezTo>
                    <a:cubicBezTo>
                      <a:pt x="71" y="84"/>
                      <a:pt x="65" y="87"/>
                      <a:pt x="71" y="89"/>
                    </a:cubicBezTo>
                    <a:cubicBezTo>
                      <a:pt x="86" y="83"/>
                      <a:pt x="86" y="83"/>
                      <a:pt x="86" y="83"/>
                    </a:cubicBezTo>
                    <a:cubicBezTo>
                      <a:pt x="86" y="83"/>
                      <a:pt x="94" y="81"/>
                      <a:pt x="92" y="92"/>
                    </a:cubicBezTo>
                    <a:cubicBezTo>
                      <a:pt x="92" y="92"/>
                      <a:pt x="86" y="101"/>
                      <a:pt x="79" y="103"/>
                    </a:cubicBezTo>
                    <a:cubicBezTo>
                      <a:pt x="79" y="103"/>
                      <a:pt x="79" y="107"/>
                      <a:pt x="77" y="110"/>
                    </a:cubicBezTo>
                    <a:cubicBezTo>
                      <a:pt x="77" y="110"/>
                      <a:pt x="77" y="116"/>
                      <a:pt x="80" y="117"/>
                    </a:cubicBezTo>
                    <a:cubicBezTo>
                      <a:pt x="105" y="110"/>
                      <a:pt x="105" y="110"/>
                      <a:pt x="105" y="110"/>
                    </a:cubicBezTo>
                    <a:cubicBezTo>
                      <a:pt x="105" y="110"/>
                      <a:pt x="110" y="109"/>
                      <a:pt x="113" y="112"/>
                    </a:cubicBezTo>
                    <a:cubicBezTo>
                      <a:pt x="113" y="112"/>
                      <a:pt x="121" y="117"/>
                      <a:pt x="119" y="125"/>
                    </a:cubicBezTo>
                    <a:cubicBezTo>
                      <a:pt x="119" y="125"/>
                      <a:pt x="114" y="132"/>
                      <a:pt x="105" y="130"/>
                    </a:cubicBezTo>
                    <a:cubicBezTo>
                      <a:pt x="105" y="130"/>
                      <a:pt x="64" y="132"/>
                      <a:pt x="41" y="148"/>
                    </a:cubicBezTo>
                    <a:cubicBezTo>
                      <a:pt x="41" y="148"/>
                      <a:pt x="33" y="154"/>
                      <a:pt x="28" y="145"/>
                    </a:cubicBezTo>
                    <a:cubicBezTo>
                      <a:pt x="28" y="145"/>
                      <a:pt x="26" y="133"/>
                      <a:pt x="36" y="131"/>
                    </a:cubicBezTo>
                    <a:cubicBezTo>
                      <a:pt x="36" y="131"/>
                      <a:pt x="69" y="129"/>
                      <a:pt x="61" y="118"/>
                    </a:cubicBezTo>
                    <a:cubicBezTo>
                      <a:pt x="56" y="113"/>
                      <a:pt x="56" y="113"/>
                      <a:pt x="56" y="113"/>
                    </a:cubicBezTo>
                    <a:cubicBezTo>
                      <a:pt x="56" y="113"/>
                      <a:pt x="44" y="105"/>
                      <a:pt x="48" y="98"/>
                    </a:cubicBezTo>
                    <a:cubicBezTo>
                      <a:pt x="48" y="98"/>
                      <a:pt x="73" y="86"/>
                      <a:pt x="75" y="67"/>
                    </a:cubicBezTo>
                    <a:cubicBezTo>
                      <a:pt x="75" y="67"/>
                      <a:pt x="73" y="52"/>
                      <a:pt x="83" y="50"/>
                    </a:cubicBezTo>
                    <a:cubicBezTo>
                      <a:pt x="83" y="50"/>
                      <a:pt x="95" y="52"/>
                      <a:pt x="100" y="42"/>
                    </a:cubicBezTo>
                    <a:cubicBezTo>
                      <a:pt x="100" y="42"/>
                      <a:pt x="104" y="31"/>
                      <a:pt x="93" y="38"/>
                    </a:cubicBezTo>
                    <a:cubicBezTo>
                      <a:pt x="93" y="38"/>
                      <a:pt x="66" y="46"/>
                      <a:pt x="58" y="54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35" y="62"/>
                      <a:pt x="30" y="70"/>
                    </a:cubicBezTo>
                    <a:cubicBezTo>
                      <a:pt x="30" y="70"/>
                      <a:pt x="21" y="86"/>
                      <a:pt x="11" y="77"/>
                    </a:cubicBezTo>
                    <a:cubicBezTo>
                      <a:pt x="11" y="77"/>
                      <a:pt x="0" y="69"/>
                      <a:pt x="8" y="55"/>
                    </a:cubicBezTo>
                    <a:cubicBezTo>
                      <a:pt x="8" y="55"/>
                      <a:pt x="15" y="42"/>
                      <a:pt x="27" y="36"/>
                    </a:cubicBezTo>
                    <a:cubicBezTo>
                      <a:pt x="27" y="36"/>
                      <a:pt x="33" y="38"/>
                      <a:pt x="32" y="42"/>
                    </a:cubicBezTo>
                    <a:cubicBezTo>
                      <a:pt x="32" y="42"/>
                      <a:pt x="29" y="50"/>
                      <a:pt x="35" y="49"/>
                    </a:cubicBezTo>
                    <a:cubicBezTo>
                      <a:pt x="35" y="49"/>
                      <a:pt x="52" y="51"/>
                      <a:pt x="60" y="39"/>
                    </a:cubicBezTo>
                    <a:cubicBezTo>
                      <a:pt x="60" y="39"/>
                      <a:pt x="58" y="33"/>
                      <a:pt x="53" y="31"/>
                    </a:cubicBezTo>
                    <a:cubicBezTo>
                      <a:pt x="53" y="31"/>
                      <a:pt x="53" y="31"/>
                      <a:pt x="53" y="31"/>
                    </a:cubicBezTo>
                    <a:cubicBezTo>
                      <a:pt x="48" y="28"/>
                      <a:pt x="41" y="18"/>
                      <a:pt x="38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97" name="íṩlíďê"/>
              <p:cNvSpPr/>
              <p:nvPr/>
            </p:nvSpPr>
            <p:spPr bwMode="auto">
              <a:xfrm>
                <a:off x="6448426" y="3314700"/>
                <a:ext cx="79375" cy="88900"/>
              </a:xfrm>
              <a:custGeom>
                <a:avLst/>
                <a:gdLst>
                  <a:gd name="T0" fmla="*/ 23 w 24"/>
                  <a:gd name="T1" fmla="*/ 3 h 27"/>
                  <a:gd name="T2" fmla="*/ 18 w 24"/>
                  <a:gd name="T3" fmla="*/ 13 h 27"/>
                  <a:gd name="T4" fmla="*/ 5 w 24"/>
                  <a:gd name="T5" fmla="*/ 16 h 27"/>
                  <a:gd name="T6" fmla="*/ 3 w 24"/>
                  <a:gd name="T7" fmla="*/ 3 h 27"/>
                  <a:gd name="T8" fmla="*/ 7 w 24"/>
                  <a:gd name="T9" fmla="*/ 3 h 27"/>
                  <a:gd name="T10" fmla="*/ 20 w 24"/>
                  <a:gd name="T11" fmla="*/ 1 h 27"/>
                  <a:gd name="T12" fmla="*/ 23 w 24"/>
                  <a:gd name="T13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27">
                    <a:moveTo>
                      <a:pt x="23" y="3"/>
                    </a:moveTo>
                    <a:cubicBezTo>
                      <a:pt x="23" y="3"/>
                      <a:pt x="20" y="11"/>
                      <a:pt x="18" y="13"/>
                    </a:cubicBezTo>
                    <a:cubicBezTo>
                      <a:pt x="18" y="13"/>
                      <a:pt x="11" y="27"/>
                      <a:pt x="5" y="16"/>
                    </a:cubicBezTo>
                    <a:cubicBezTo>
                      <a:pt x="5" y="16"/>
                      <a:pt x="0" y="13"/>
                      <a:pt x="3" y="3"/>
                    </a:cubicBezTo>
                    <a:cubicBezTo>
                      <a:pt x="3" y="3"/>
                      <a:pt x="6" y="0"/>
                      <a:pt x="7" y="3"/>
                    </a:cubicBezTo>
                    <a:cubicBezTo>
                      <a:pt x="7" y="3"/>
                      <a:pt x="13" y="8"/>
                      <a:pt x="20" y="1"/>
                    </a:cubicBezTo>
                    <a:cubicBezTo>
                      <a:pt x="20" y="1"/>
                      <a:pt x="24" y="0"/>
                      <a:pt x="23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0" name="işḷïďè"/>
              <p:cNvSpPr/>
              <p:nvPr/>
            </p:nvSpPr>
            <p:spPr bwMode="auto">
              <a:xfrm>
                <a:off x="6448426" y="3314700"/>
                <a:ext cx="79375" cy="88900"/>
              </a:xfrm>
              <a:custGeom>
                <a:avLst/>
                <a:gdLst>
                  <a:gd name="T0" fmla="*/ 23 w 24"/>
                  <a:gd name="T1" fmla="*/ 3 h 27"/>
                  <a:gd name="T2" fmla="*/ 18 w 24"/>
                  <a:gd name="T3" fmla="*/ 13 h 27"/>
                  <a:gd name="T4" fmla="*/ 5 w 24"/>
                  <a:gd name="T5" fmla="*/ 16 h 27"/>
                  <a:gd name="T6" fmla="*/ 3 w 24"/>
                  <a:gd name="T7" fmla="*/ 3 h 27"/>
                  <a:gd name="T8" fmla="*/ 7 w 24"/>
                  <a:gd name="T9" fmla="*/ 3 h 27"/>
                  <a:gd name="T10" fmla="*/ 20 w 24"/>
                  <a:gd name="T11" fmla="*/ 1 h 27"/>
                  <a:gd name="T12" fmla="*/ 23 w 24"/>
                  <a:gd name="T13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27">
                    <a:moveTo>
                      <a:pt x="23" y="3"/>
                    </a:moveTo>
                    <a:cubicBezTo>
                      <a:pt x="23" y="3"/>
                      <a:pt x="20" y="11"/>
                      <a:pt x="18" y="13"/>
                    </a:cubicBezTo>
                    <a:cubicBezTo>
                      <a:pt x="18" y="13"/>
                      <a:pt x="11" y="27"/>
                      <a:pt x="5" y="16"/>
                    </a:cubicBezTo>
                    <a:cubicBezTo>
                      <a:pt x="5" y="16"/>
                      <a:pt x="0" y="13"/>
                      <a:pt x="3" y="3"/>
                    </a:cubicBezTo>
                    <a:cubicBezTo>
                      <a:pt x="3" y="3"/>
                      <a:pt x="6" y="0"/>
                      <a:pt x="7" y="3"/>
                    </a:cubicBezTo>
                    <a:cubicBezTo>
                      <a:pt x="7" y="3"/>
                      <a:pt x="13" y="8"/>
                      <a:pt x="20" y="1"/>
                    </a:cubicBezTo>
                    <a:cubicBezTo>
                      <a:pt x="20" y="1"/>
                      <a:pt x="24" y="0"/>
                      <a:pt x="23" y="3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1" name="îṡlíḑê"/>
              <p:cNvSpPr/>
              <p:nvPr/>
            </p:nvSpPr>
            <p:spPr bwMode="auto">
              <a:xfrm>
                <a:off x="6904038" y="3122613"/>
                <a:ext cx="138113" cy="125413"/>
              </a:xfrm>
              <a:custGeom>
                <a:avLst/>
                <a:gdLst>
                  <a:gd name="T0" fmla="*/ 22 w 42"/>
                  <a:gd name="T1" fmla="*/ 3 h 38"/>
                  <a:gd name="T2" fmla="*/ 9 w 42"/>
                  <a:gd name="T3" fmla="*/ 16 h 38"/>
                  <a:gd name="T4" fmla="*/ 4 w 42"/>
                  <a:gd name="T5" fmla="*/ 27 h 38"/>
                  <a:gd name="T6" fmla="*/ 4 w 42"/>
                  <a:gd name="T7" fmla="*/ 38 h 38"/>
                  <a:gd name="T8" fmla="*/ 16 w 42"/>
                  <a:gd name="T9" fmla="*/ 24 h 38"/>
                  <a:gd name="T10" fmla="*/ 28 w 42"/>
                  <a:gd name="T11" fmla="*/ 23 h 38"/>
                  <a:gd name="T12" fmla="*/ 41 w 42"/>
                  <a:gd name="T13" fmla="*/ 10 h 38"/>
                  <a:gd name="T14" fmla="*/ 22 w 42"/>
                  <a:gd name="T15" fmla="*/ 3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" h="38">
                    <a:moveTo>
                      <a:pt x="22" y="3"/>
                    </a:moveTo>
                    <a:cubicBezTo>
                      <a:pt x="22" y="3"/>
                      <a:pt x="13" y="2"/>
                      <a:pt x="9" y="16"/>
                    </a:cubicBezTo>
                    <a:cubicBezTo>
                      <a:pt x="9" y="16"/>
                      <a:pt x="11" y="24"/>
                      <a:pt x="4" y="27"/>
                    </a:cubicBezTo>
                    <a:cubicBezTo>
                      <a:pt x="4" y="27"/>
                      <a:pt x="0" y="32"/>
                      <a:pt x="4" y="38"/>
                    </a:cubicBezTo>
                    <a:cubicBezTo>
                      <a:pt x="4" y="38"/>
                      <a:pt x="8" y="33"/>
                      <a:pt x="16" y="24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42" y="26"/>
                      <a:pt x="41" y="10"/>
                    </a:cubicBezTo>
                    <a:cubicBezTo>
                      <a:pt x="41" y="10"/>
                      <a:pt x="38" y="0"/>
                      <a:pt x="2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2" name="iṡľïḍê"/>
              <p:cNvSpPr/>
              <p:nvPr/>
            </p:nvSpPr>
            <p:spPr bwMode="auto">
              <a:xfrm>
                <a:off x="6815138" y="3228975"/>
                <a:ext cx="227013" cy="377825"/>
              </a:xfrm>
              <a:custGeom>
                <a:avLst/>
                <a:gdLst>
                  <a:gd name="T0" fmla="*/ 35 w 69"/>
                  <a:gd name="T1" fmla="*/ 11 h 114"/>
                  <a:gd name="T2" fmla="*/ 30 w 69"/>
                  <a:gd name="T3" fmla="*/ 23 h 114"/>
                  <a:gd name="T4" fmla="*/ 30 w 69"/>
                  <a:gd name="T5" fmla="*/ 48 h 114"/>
                  <a:gd name="T6" fmla="*/ 19 w 69"/>
                  <a:gd name="T7" fmla="*/ 56 h 114"/>
                  <a:gd name="T8" fmla="*/ 11 w 69"/>
                  <a:gd name="T9" fmla="*/ 54 h 114"/>
                  <a:gd name="T10" fmla="*/ 4 w 69"/>
                  <a:gd name="T11" fmla="*/ 64 h 114"/>
                  <a:gd name="T12" fmla="*/ 10 w 69"/>
                  <a:gd name="T13" fmla="*/ 76 h 114"/>
                  <a:gd name="T14" fmla="*/ 22 w 69"/>
                  <a:gd name="T15" fmla="*/ 76 h 114"/>
                  <a:gd name="T16" fmla="*/ 18 w 69"/>
                  <a:gd name="T17" fmla="*/ 84 h 114"/>
                  <a:gd name="T18" fmla="*/ 17 w 69"/>
                  <a:gd name="T19" fmla="*/ 100 h 114"/>
                  <a:gd name="T20" fmla="*/ 25 w 69"/>
                  <a:gd name="T21" fmla="*/ 87 h 114"/>
                  <a:gd name="T22" fmla="*/ 36 w 69"/>
                  <a:gd name="T23" fmla="*/ 69 h 114"/>
                  <a:gd name="T24" fmla="*/ 54 w 69"/>
                  <a:gd name="T25" fmla="*/ 68 h 114"/>
                  <a:gd name="T26" fmla="*/ 52 w 69"/>
                  <a:gd name="T27" fmla="*/ 84 h 114"/>
                  <a:gd name="T28" fmla="*/ 49 w 69"/>
                  <a:gd name="T29" fmla="*/ 77 h 114"/>
                  <a:gd name="T30" fmla="*/ 43 w 69"/>
                  <a:gd name="T31" fmla="*/ 82 h 114"/>
                  <a:gd name="T32" fmla="*/ 62 w 69"/>
                  <a:gd name="T33" fmla="*/ 104 h 114"/>
                  <a:gd name="T34" fmla="*/ 61 w 69"/>
                  <a:gd name="T35" fmla="*/ 58 h 114"/>
                  <a:gd name="T36" fmla="*/ 64 w 69"/>
                  <a:gd name="T37" fmla="*/ 51 h 114"/>
                  <a:gd name="T38" fmla="*/ 63 w 69"/>
                  <a:gd name="T39" fmla="*/ 43 h 114"/>
                  <a:gd name="T40" fmla="*/ 60 w 69"/>
                  <a:gd name="T41" fmla="*/ 36 h 114"/>
                  <a:gd name="T42" fmla="*/ 63 w 69"/>
                  <a:gd name="T43" fmla="*/ 23 h 114"/>
                  <a:gd name="T44" fmla="*/ 67 w 69"/>
                  <a:gd name="T45" fmla="*/ 16 h 114"/>
                  <a:gd name="T46" fmla="*/ 65 w 69"/>
                  <a:gd name="T47" fmla="*/ 9 h 114"/>
                  <a:gd name="T48" fmla="*/ 51 w 69"/>
                  <a:gd name="T49" fmla="*/ 6 h 114"/>
                  <a:gd name="T50" fmla="*/ 43 w 69"/>
                  <a:gd name="T51" fmla="*/ 16 h 114"/>
                  <a:gd name="T52" fmla="*/ 53 w 69"/>
                  <a:gd name="T53" fmla="*/ 16 h 114"/>
                  <a:gd name="T54" fmla="*/ 56 w 69"/>
                  <a:gd name="T55" fmla="*/ 20 h 114"/>
                  <a:gd name="T56" fmla="*/ 52 w 69"/>
                  <a:gd name="T57" fmla="*/ 30 h 114"/>
                  <a:gd name="T58" fmla="*/ 43 w 69"/>
                  <a:gd name="T59" fmla="*/ 29 h 114"/>
                  <a:gd name="T60" fmla="*/ 38 w 69"/>
                  <a:gd name="T61" fmla="*/ 27 h 114"/>
                  <a:gd name="T62" fmla="*/ 35 w 69"/>
                  <a:gd name="T63" fmla="*/ 11 h 114"/>
                  <a:gd name="T64" fmla="*/ 38 w 69"/>
                  <a:gd name="T65" fmla="*/ 36 h 114"/>
                  <a:gd name="T66" fmla="*/ 44 w 69"/>
                  <a:gd name="T67" fmla="*/ 45 h 114"/>
                  <a:gd name="T68" fmla="*/ 38 w 69"/>
                  <a:gd name="T69" fmla="*/ 51 h 114"/>
                  <a:gd name="T70" fmla="*/ 38 w 69"/>
                  <a:gd name="T71" fmla="*/ 36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9" h="114">
                    <a:moveTo>
                      <a:pt x="35" y="11"/>
                    </a:moveTo>
                    <a:cubicBezTo>
                      <a:pt x="35" y="11"/>
                      <a:pt x="27" y="13"/>
                      <a:pt x="30" y="23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30" y="48"/>
                      <a:pt x="28" y="59"/>
                      <a:pt x="19" y="56"/>
                    </a:cubicBezTo>
                    <a:cubicBezTo>
                      <a:pt x="11" y="54"/>
                      <a:pt x="11" y="54"/>
                      <a:pt x="11" y="54"/>
                    </a:cubicBezTo>
                    <a:cubicBezTo>
                      <a:pt x="11" y="54"/>
                      <a:pt x="7" y="51"/>
                      <a:pt x="4" y="64"/>
                    </a:cubicBezTo>
                    <a:cubicBezTo>
                      <a:pt x="4" y="64"/>
                      <a:pt x="0" y="78"/>
                      <a:pt x="10" y="76"/>
                    </a:cubicBezTo>
                    <a:cubicBezTo>
                      <a:pt x="10" y="76"/>
                      <a:pt x="17" y="72"/>
                      <a:pt x="22" y="76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18" y="84"/>
                      <a:pt x="12" y="90"/>
                      <a:pt x="17" y="100"/>
                    </a:cubicBezTo>
                    <a:cubicBezTo>
                      <a:pt x="17" y="100"/>
                      <a:pt x="22" y="100"/>
                      <a:pt x="25" y="87"/>
                    </a:cubicBezTo>
                    <a:cubicBezTo>
                      <a:pt x="25" y="87"/>
                      <a:pt x="29" y="68"/>
                      <a:pt x="36" y="69"/>
                    </a:cubicBezTo>
                    <a:cubicBezTo>
                      <a:pt x="36" y="69"/>
                      <a:pt x="52" y="55"/>
                      <a:pt x="54" y="68"/>
                    </a:cubicBezTo>
                    <a:cubicBezTo>
                      <a:pt x="54" y="68"/>
                      <a:pt x="58" y="82"/>
                      <a:pt x="52" y="84"/>
                    </a:cubicBezTo>
                    <a:cubicBezTo>
                      <a:pt x="52" y="84"/>
                      <a:pt x="50" y="83"/>
                      <a:pt x="49" y="77"/>
                    </a:cubicBezTo>
                    <a:cubicBezTo>
                      <a:pt x="49" y="77"/>
                      <a:pt x="44" y="71"/>
                      <a:pt x="43" y="82"/>
                    </a:cubicBezTo>
                    <a:cubicBezTo>
                      <a:pt x="43" y="82"/>
                      <a:pt x="54" y="114"/>
                      <a:pt x="62" y="104"/>
                    </a:cubicBezTo>
                    <a:cubicBezTo>
                      <a:pt x="62" y="104"/>
                      <a:pt x="67" y="73"/>
                      <a:pt x="61" y="58"/>
                    </a:cubicBezTo>
                    <a:cubicBezTo>
                      <a:pt x="61" y="58"/>
                      <a:pt x="60" y="54"/>
                      <a:pt x="64" y="51"/>
                    </a:cubicBezTo>
                    <a:cubicBezTo>
                      <a:pt x="64" y="51"/>
                      <a:pt x="68" y="43"/>
                      <a:pt x="63" y="43"/>
                    </a:cubicBezTo>
                    <a:cubicBezTo>
                      <a:pt x="63" y="43"/>
                      <a:pt x="55" y="44"/>
                      <a:pt x="60" y="36"/>
                    </a:cubicBezTo>
                    <a:cubicBezTo>
                      <a:pt x="60" y="36"/>
                      <a:pt x="65" y="28"/>
                      <a:pt x="63" y="23"/>
                    </a:cubicBezTo>
                    <a:cubicBezTo>
                      <a:pt x="63" y="23"/>
                      <a:pt x="63" y="18"/>
                      <a:pt x="67" y="16"/>
                    </a:cubicBezTo>
                    <a:cubicBezTo>
                      <a:pt x="67" y="16"/>
                      <a:pt x="69" y="14"/>
                      <a:pt x="65" y="9"/>
                    </a:cubicBezTo>
                    <a:cubicBezTo>
                      <a:pt x="65" y="9"/>
                      <a:pt x="59" y="0"/>
                      <a:pt x="51" y="6"/>
                    </a:cubicBezTo>
                    <a:cubicBezTo>
                      <a:pt x="51" y="6"/>
                      <a:pt x="42" y="11"/>
                      <a:pt x="43" y="16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3" y="16"/>
                      <a:pt x="56" y="16"/>
                      <a:pt x="56" y="20"/>
                    </a:cubicBezTo>
                    <a:cubicBezTo>
                      <a:pt x="56" y="20"/>
                      <a:pt x="59" y="31"/>
                      <a:pt x="52" y="30"/>
                    </a:cubicBezTo>
                    <a:cubicBezTo>
                      <a:pt x="52" y="30"/>
                      <a:pt x="48" y="26"/>
                      <a:pt x="43" y="29"/>
                    </a:cubicBezTo>
                    <a:cubicBezTo>
                      <a:pt x="43" y="29"/>
                      <a:pt x="38" y="32"/>
                      <a:pt x="38" y="27"/>
                    </a:cubicBezTo>
                    <a:cubicBezTo>
                      <a:pt x="38" y="27"/>
                      <a:pt x="42" y="15"/>
                      <a:pt x="35" y="11"/>
                    </a:cubicBezTo>
                    <a:close/>
                    <a:moveTo>
                      <a:pt x="38" y="36"/>
                    </a:moveTo>
                    <a:cubicBezTo>
                      <a:pt x="43" y="35"/>
                      <a:pt x="44" y="45"/>
                      <a:pt x="44" y="45"/>
                    </a:cubicBezTo>
                    <a:cubicBezTo>
                      <a:pt x="44" y="54"/>
                      <a:pt x="38" y="51"/>
                      <a:pt x="38" y="51"/>
                    </a:cubicBezTo>
                    <a:cubicBezTo>
                      <a:pt x="38" y="48"/>
                      <a:pt x="38" y="36"/>
                      <a:pt x="38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3" name="iṥľíḑe"/>
              <p:cNvSpPr/>
              <p:nvPr/>
            </p:nvSpPr>
            <p:spPr bwMode="auto">
              <a:xfrm>
                <a:off x="7132638" y="3165475"/>
                <a:ext cx="114300" cy="88900"/>
              </a:xfrm>
              <a:custGeom>
                <a:avLst/>
                <a:gdLst>
                  <a:gd name="T0" fmla="*/ 27 w 35"/>
                  <a:gd name="T1" fmla="*/ 0 h 27"/>
                  <a:gd name="T2" fmla="*/ 33 w 35"/>
                  <a:gd name="T3" fmla="*/ 9 h 27"/>
                  <a:gd name="T4" fmla="*/ 25 w 35"/>
                  <a:gd name="T5" fmla="*/ 21 h 27"/>
                  <a:gd name="T6" fmla="*/ 1 w 35"/>
                  <a:gd name="T7" fmla="*/ 13 h 27"/>
                  <a:gd name="T8" fmla="*/ 9 w 35"/>
                  <a:gd name="T9" fmla="*/ 2 h 27"/>
                  <a:gd name="T10" fmla="*/ 27 w 35"/>
                  <a:gd name="T11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" h="27">
                    <a:moveTo>
                      <a:pt x="27" y="0"/>
                    </a:moveTo>
                    <a:cubicBezTo>
                      <a:pt x="27" y="0"/>
                      <a:pt x="35" y="1"/>
                      <a:pt x="33" y="9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7" y="27"/>
                      <a:pt x="1" y="13"/>
                    </a:cubicBezTo>
                    <a:cubicBezTo>
                      <a:pt x="1" y="13"/>
                      <a:pt x="0" y="4"/>
                      <a:pt x="9" y="2"/>
                    </a:cubicBezTo>
                    <a:cubicBezTo>
                      <a:pt x="9" y="2"/>
                      <a:pt x="23" y="4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4" name="íṥḷîḍé"/>
              <p:cNvSpPr/>
              <p:nvPr/>
            </p:nvSpPr>
            <p:spPr bwMode="auto">
              <a:xfrm>
                <a:off x="7059613" y="3217863"/>
                <a:ext cx="244475" cy="123825"/>
              </a:xfrm>
              <a:custGeom>
                <a:avLst/>
                <a:gdLst>
                  <a:gd name="T0" fmla="*/ 2 w 74"/>
                  <a:gd name="T1" fmla="*/ 25 h 37"/>
                  <a:gd name="T2" fmla="*/ 43 w 74"/>
                  <a:gd name="T3" fmla="*/ 14 h 37"/>
                  <a:gd name="T4" fmla="*/ 63 w 74"/>
                  <a:gd name="T5" fmla="*/ 2 h 37"/>
                  <a:gd name="T6" fmla="*/ 70 w 74"/>
                  <a:gd name="T7" fmla="*/ 4 h 37"/>
                  <a:gd name="T8" fmla="*/ 70 w 74"/>
                  <a:gd name="T9" fmla="*/ 12 h 37"/>
                  <a:gd name="T10" fmla="*/ 18 w 74"/>
                  <a:gd name="T11" fmla="*/ 31 h 37"/>
                  <a:gd name="T12" fmla="*/ 13 w 74"/>
                  <a:gd name="T13" fmla="*/ 34 h 37"/>
                  <a:gd name="T14" fmla="*/ 8 w 74"/>
                  <a:gd name="T15" fmla="*/ 34 h 37"/>
                  <a:gd name="T16" fmla="*/ 1 w 74"/>
                  <a:gd name="T17" fmla="*/ 30 h 37"/>
                  <a:gd name="T18" fmla="*/ 2 w 74"/>
                  <a:gd name="T19" fmla="*/ 2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4" h="37">
                    <a:moveTo>
                      <a:pt x="2" y="25"/>
                    </a:move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61" y="5"/>
                      <a:pt x="63" y="2"/>
                    </a:cubicBezTo>
                    <a:cubicBezTo>
                      <a:pt x="63" y="2"/>
                      <a:pt x="66" y="0"/>
                      <a:pt x="70" y="4"/>
                    </a:cubicBezTo>
                    <a:cubicBezTo>
                      <a:pt x="70" y="4"/>
                      <a:pt x="74" y="9"/>
                      <a:pt x="70" y="12"/>
                    </a:cubicBezTo>
                    <a:cubicBezTo>
                      <a:pt x="70" y="12"/>
                      <a:pt x="19" y="31"/>
                      <a:pt x="18" y="31"/>
                    </a:cubicBezTo>
                    <a:cubicBezTo>
                      <a:pt x="18" y="31"/>
                      <a:pt x="15" y="30"/>
                      <a:pt x="13" y="34"/>
                    </a:cubicBezTo>
                    <a:cubicBezTo>
                      <a:pt x="13" y="34"/>
                      <a:pt x="12" y="37"/>
                      <a:pt x="8" y="34"/>
                    </a:cubicBezTo>
                    <a:cubicBezTo>
                      <a:pt x="8" y="34"/>
                      <a:pt x="2" y="36"/>
                      <a:pt x="1" y="30"/>
                    </a:cubicBezTo>
                    <a:cubicBezTo>
                      <a:pt x="1" y="30"/>
                      <a:pt x="0" y="26"/>
                      <a:pt x="2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5" name="íṩľiḓé"/>
              <p:cNvSpPr/>
              <p:nvPr/>
            </p:nvSpPr>
            <p:spPr bwMode="auto">
              <a:xfrm>
                <a:off x="7045326" y="3308350"/>
                <a:ext cx="293688" cy="261938"/>
              </a:xfrm>
              <a:custGeom>
                <a:avLst/>
                <a:gdLst>
                  <a:gd name="T0" fmla="*/ 29 w 89"/>
                  <a:gd name="T1" fmla="*/ 13 h 79"/>
                  <a:gd name="T2" fmla="*/ 43 w 89"/>
                  <a:gd name="T3" fmla="*/ 9 h 79"/>
                  <a:gd name="T4" fmla="*/ 58 w 89"/>
                  <a:gd name="T5" fmla="*/ 7 h 79"/>
                  <a:gd name="T6" fmla="*/ 56 w 89"/>
                  <a:gd name="T7" fmla="*/ 13 h 79"/>
                  <a:gd name="T8" fmla="*/ 56 w 89"/>
                  <a:gd name="T9" fmla="*/ 14 h 79"/>
                  <a:gd name="T10" fmla="*/ 51 w 89"/>
                  <a:gd name="T11" fmla="*/ 28 h 79"/>
                  <a:gd name="T12" fmla="*/ 60 w 89"/>
                  <a:gd name="T13" fmla="*/ 55 h 79"/>
                  <a:gd name="T14" fmla="*/ 77 w 89"/>
                  <a:gd name="T15" fmla="*/ 50 h 79"/>
                  <a:gd name="T16" fmla="*/ 80 w 89"/>
                  <a:gd name="T17" fmla="*/ 43 h 79"/>
                  <a:gd name="T18" fmla="*/ 85 w 89"/>
                  <a:gd name="T19" fmla="*/ 45 h 79"/>
                  <a:gd name="T20" fmla="*/ 89 w 89"/>
                  <a:gd name="T21" fmla="*/ 63 h 79"/>
                  <a:gd name="T22" fmla="*/ 68 w 89"/>
                  <a:gd name="T23" fmla="*/ 72 h 79"/>
                  <a:gd name="T24" fmla="*/ 43 w 89"/>
                  <a:gd name="T25" fmla="*/ 46 h 79"/>
                  <a:gd name="T26" fmla="*/ 42 w 89"/>
                  <a:gd name="T27" fmla="*/ 28 h 79"/>
                  <a:gd name="T28" fmla="*/ 38 w 89"/>
                  <a:gd name="T29" fmla="*/ 22 h 79"/>
                  <a:gd name="T30" fmla="*/ 32 w 89"/>
                  <a:gd name="T31" fmla="*/ 30 h 79"/>
                  <a:gd name="T32" fmla="*/ 10 w 89"/>
                  <a:gd name="T33" fmla="*/ 64 h 79"/>
                  <a:gd name="T34" fmla="*/ 1 w 89"/>
                  <a:gd name="T35" fmla="*/ 62 h 79"/>
                  <a:gd name="T36" fmla="*/ 8 w 89"/>
                  <a:gd name="T37" fmla="*/ 57 h 79"/>
                  <a:gd name="T38" fmla="*/ 21 w 89"/>
                  <a:gd name="T39" fmla="*/ 29 h 79"/>
                  <a:gd name="T40" fmla="*/ 17 w 89"/>
                  <a:gd name="T41" fmla="*/ 18 h 79"/>
                  <a:gd name="T42" fmla="*/ 29 w 89"/>
                  <a:gd name="T43" fmla="*/ 13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9" h="79">
                    <a:moveTo>
                      <a:pt x="29" y="13"/>
                    </a:moveTo>
                    <a:cubicBezTo>
                      <a:pt x="29" y="13"/>
                      <a:pt x="39" y="17"/>
                      <a:pt x="43" y="9"/>
                    </a:cubicBezTo>
                    <a:cubicBezTo>
                      <a:pt x="43" y="9"/>
                      <a:pt x="52" y="0"/>
                      <a:pt x="58" y="7"/>
                    </a:cubicBezTo>
                    <a:cubicBezTo>
                      <a:pt x="58" y="7"/>
                      <a:pt x="61" y="9"/>
                      <a:pt x="56" y="13"/>
                    </a:cubicBezTo>
                    <a:cubicBezTo>
                      <a:pt x="56" y="13"/>
                      <a:pt x="56" y="13"/>
                      <a:pt x="56" y="14"/>
                    </a:cubicBezTo>
                    <a:cubicBezTo>
                      <a:pt x="51" y="18"/>
                      <a:pt x="51" y="17"/>
                      <a:pt x="51" y="28"/>
                    </a:cubicBezTo>
                    <a:cubicBezTo>
                      <a:pt x="51" y="28"/>
                      <a:pt x="50" y="50"/>
                      <a:pt x="60" y="55"/>
                    </a:cubicBezTo>
                    <a:cubicBezTo>
                      <a:pt x="60" y="55"/>
                      <a:pt x="72" y="62"/>
                      <a:pt x="77" y="50"/>
                    </a:cubicBezTo>
                    <a:cubicBezTo>
                      <a:pt x="80" y="43"/>
                      <a:pt x="80" y="43"/>
                      <a:pt x="80" y="43"/>
                    </a:cubicBezTo>
                    <a:cubicBezTo>
                      <a:pt x="80" y="43"/>
                      <a:pt x="82" y="38"/>
                      <a:pt x="85" y="45"/>
                    </a:cubicBezTo>
                    <a:cubicBezTo>
                      <a:pt x="89" y="63"/>
                      <a:pt x="89" y="63"/>
                      <a:pt x="89" y="63"/>
                    </a:cubicBezTo>
                    <a:cubicBezTo>
                      <a:pt x="89" y="63"/>
                      <a:pt x="84" y="79"/>
                      <a:pt x="68" y="72"/>
                    </a:cubicBezTo>
                    <a:cubicBezTo>
                      <a:pt x="68" y="72"/>
                      <a:pt x="46" y="64"/>
                      <a:pt x="43" y="4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5" y="19"/>
                      <a:pt x="38" y="22"/>
                    </a:cubicBezTo>
                    <a:cubicBezTo>
                      <a:pt x="38" y="22"/>
                      <a:pt x="33" y="23"/>
                      <a:pt x="32" y="30"/>
                    </a:cubicBezTo>
                    <a:cubicBezTo>
                      <a:pt x="32" y="30"/>
                      <a:pt x="27" y="60"/>
                      <a:pt x="10" y="64"/>
                    </a:cubicBezTo>
                    <a:cubicBezTo>
                      <a:pt x="10" y="64"/>
                      <a:pt x="2" y="67"/>
                      <a:pt x="1" y="62"/>
                    </a:cubicBezTo>
                    <a:cubicBezTo>
                      <a:pt x="1" y="62"/>
                      <a:pt x="0" y="59"/>
                      <a:pt x="8" y="57"/>
                    </a:cubicBezTo>
                    <a:cubicBezTo>
                      <a:pt x="8" y="57"/>
                      <a:pt x="23" y="47"/>
                      <a:pt x="21" y="29"/>
                    </a:cubicBezTo>
                    <a:cubicBezTo>
                      <a:pt x="21" y="29"/>
                      <a:pt x="19" y="20"/>
                      <a:pt x="17" y="18"/>
                    </a:cubicBezTo>
                    <a:cubicBezTo>
                      <a:pt x="17" y="18"/>
                      <a:pt x="15" y="7"/>
                      <a:pt x="29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6" name="ïŝļîdê"/>
              <p:cNvSpPr/>
              <p:nvPr/>
            </p:nvSpPr>
            <p:spPr bwMode="auto">
              <a:xfrm>
                <a:off x="7421563" y="3122613"/>
                <a:ext cx="512763" cy="460375"/>
              </a:xfrm>
              <a:custGeom>
                <a:avLst/>
                <a:gdLst>
                  <a:gd name="T0" fmla="*/ 34 w 155"/>
                  <a:gd name="T1" fmla="*/ 20 h 139"/>
                  <a:gd name="T2" fmla="*/ 79 w 155"/>
                  <a:gd name="T3" fmla="*/ 6 h 139"/>
                  <a:gd name="T4" fmla="*/ 92 w 155"/>
                  <a:gd name="T5" fmla="*/ 11 h 139"/>
                  <a:gd name="T6" fmla="*/ 78 w 155"/>
                  <a:gd name="T7" fmla="*/ 30 h 139"/>
                  <a:gd name="T8" fmla="*/ 68 w 155"/>
                  <a:gd name="T9" fmla="*/ 37 h 139"/>
                  <a:gd name="T10" fmla="*/ 74 w 155"/>
                  <a:gd name="T11" fmla="*/ 45 h 139"/>
                  <a:gd name="T12" fmla="*/ 86 w 155"/>
                  <a:gd name="T13" fmla="*/ 44 h 139"/>
                  <a:gd name="T14" fmla="*/ 101 w 155"/>
                  <a:gd name="T15" fmla="*/ 49 h 139"/>
                  <a:gd name="T16" fmla="*/ 85 w 155"/>
                  <a:gd name="T17" fmla="*/ 59 h 139"/>
                  <a:gd name="T18" fmla="*/ 70 w 155"/>
                  <a:gd name="T19" fmla="*/ 70 h 139"/>
                  <a:gd name="T20" fmla="*/ 73 w 155"/>
                  <a:gd name="T21" fmla="*/ 75 h 139"/>
                  <a:gd name="T22" fmla="*/ 75 w 155"/>
                  <a:gd name="T23" fmla="*/ 77 h 139"/>
                  <a:gd name="T24" fmla="*/ 149 w 155"/>
                  <a:gd name="T25" fmla="*/ 116 h 139"/>
                  <a:gd name="T26" fmla="*/ 148 w 155"/>
                  <a:gd name="T27" fmla="*/ 120 h 139"/>
                  <a:gd name="T28" fmla="*/ 95 w 155"/>
                  <a:gd name="T29" fmla="*/ 119 h 139"/>
                  <a:gd name="T30" fmla="*/ 60 w 155"/>
                  <a:gd name="T31" fmla="*/ 90 h 139"/>
                  <a:gd name="T32" fmla="*/ 54 w 155"/>
                  <a:gd name="T33" fmla="*/ 92 h 139"/>
                  <a:gd name="T34" fmla="*/ 26 w 155"/>
                  <a:gd name="T35" fmla="*/ 116 h 139"/>
                  <a:gd name="T36" fmla="*/ 2 w 155"/>
                  <a:gd name="T37" fmla="*/ 114 h 139"/>
                  <a:gd name="T38" fmla="*/ 8 w 155"/>
                  <a:gd name="T39" fmla="*/ 108 h 139"/>
                  <a:gd name="T40" fmla="*/ 38 w 155"/>
                  <a:gd name="T41" fmla="*/ 85 h 139"/>
                  <a:gd name="T42" fmla="*/ 26 w 155"/>
                  <a:gd name="T43" fmla="*/ 75 h 139"/>
                  <a:gd name="T44" fmla="*/ 22 w 155"/>
                  <a:gd name="T45" fmla="*/ 66 h 139"/>
                  <a:gd name="T46" fmla="*/ 33 w 155"/>
                  <a:gd name="T47" fmla="*/ 58 h 139"/>
                  <a:gd name="T48" fmla="*/ 49 w 155"/>
                  <a:gd name="T49" fmla="*/ 50 h 139"/>
                  <a:gd name="T50" fmla="*/ 37 w 155"/>
                  <a:gd name="T51" fmla="*/ 33 h 139"/>
                  <a:gd name="T52" fmla="*/ 30 w 155"/>
                  <a:gd name="T53" fmla="*/ 27 h 139"/>
                  <a:gd name="T54" fmla="*/ 34 w 155"/>
                  <a:gd name="T55" fmla="*/ 2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55" h="139">
                    <a:moveTo>
                      <a:pt x="34" y="20"/>
                    </a:moveTo>
                    <a:cubicBezTo>
                      <a:pt x="34" y="20"/>
                      <a:pt x="67" y="13"/>
                      <a:pt x="79" y="6"/>
                    </a:cubicBezTo>
                    <a:cubicBezTo>
                      <a:pt x="79" y="6"/>
                      <a:pt x="89" y="0"/>
                      <a:pt x="92" y="11"/>
                    </a:cubicBezTo>
                    <a:cubicBezTo>
                      <a:pt x="92" y="11"/>
                      <a:pt x="89" y="26"/>
                      <a:pt x="78" y="30"/>
                    </a:cubicBezTo>
                    <a:cubicBezTo>
                      <a:pt x="78" y="30"/>
                      <a:pt x="68" y="30"/>
                      <a:pt x="68" y="37"/>
                    </a:cubicBezTo>
                    <a:cubicBezTo>
                      <a:pt x="68" y="37"/>
                      <a:pt x="65" y="43"/>
                      <a:pt x="74" y="45"/>
                    </a:cubicBezTo>
                    <a:cubicBezTo>
                      <a:pt x="74" y="45"/>
                      <a:pt x="80" y="46"/>
                      <a:pt x="86" y="44"/>
                    </a:cubicBezTo>
                    <a:cubicBezTo>
                      <a:pt x="86" y="44"/>
                      <a:pt x="97" y="40"/>
                      <a:pt x="101" y="49"/>
                    </a:cubicBezTo>
                    <a:cubicBezTo>
                      <a:pt x="101" y="49"/>
                      <a:pt x="100" y="55"/>
                      <a:pt x="85" y="59"/>
                    </a:cubicBezTo>
                    <a:cubicBezTo>
                      <a:pt x="85" y="59"/>
                      <a:pt x="71" y="61"/>
                      <a:pt x="70" y="70"/>
                    </a:cubicBezTo>
                    <a:cubicBezTo>
                      <a:pt x="70" y="70"/>
                      <a:pt x="69" y="72"/>
                      <a:pt x="73" y="75"/>
                    </a:cubicBezTo>
                    <a:cubicBezTo>
                      <a:pt x="74" y="76"/>
                      <a:pt x="75" y="76"/>
                      <a:pt x="75" y="77"/>
                    </a:cubicBezTo>
                    <a:cubicBezTo>
                      <a:pt x="75" y="77"/>
                      <a:pt x="118" y="117"/>
                      <a:pt x="149" y="116"/>
                    </a:cubicBezTo>
                    <a:cubicBezTo>
                      <a:pt x="149" y="116"/>
                      <a:pt x="155" y="118"/>
                      <a:pt x="148" y="120"/>
                    </a:cubicBezTo>
                    <a:cubicBezTo>
                      <a:pt x="148" y="120"/>
                      <a:pt x="118" y="139"/>
                      <a:pt x="95" y="119"/>
                    </a:cubicBezTo>
                    <a:cubicBezTo>
                      <a:pt x="60" y="90"/>
                      <a:pt x="60" y="90"/>
                      <a:pt x="60" y="90"/>
                    </a:cubicBezTo>
                    <a:cubicBezTo>
                      <a:pt x="60" y="90"/>
                      <a:pt x="56" y="87"/>
                      <a:pt x="54" y="92"/>
                    </a:cubicBezTo>
                    <a:cubicBezTo>
                      <a:pt x="54" y="92"/>
                      <a:pt x="43" y="113"/>
                      <a:pt x="26" y="116"/>
                    </a:cubicBezTo>
                    <a:cubicBezTo>
                      <a:pt x="26" y="116"/>
                      <a:pt x="3" y="124"/>
                      <a:pt x="2" y="114"/>
                    </a:cubicBezTo>
                    <a:cubicBezTo>
                      <a:pt x="2" y="114"/>
                      <a:pt x="0" y="108"/>
                      <a:pt x="8" y="108"/>
                    </a:cubicBezTo>
                    <a:cubicBezTo>
                      <a:pt x="8" y="108"/>
                      <a:pt x="38" y="104"/>
                      <a:pt x="38" y="85"/>
                    </a:cubicBezTo>
                    <a:cubicBezTo>
                      <a:pt x="38" y="85"/>
                      <a:pt x="35" y="76"/>
                      <a:pt x="26" y="75"/>
                    </a:cubicBezTo>
                    <a:cubicBezTo>
                      <a:pt x="26" y="75"/>
                      <a:pt x="20" y="75"/>
                      <a:pt x="22" y="66"/>
                    </a:cubicBezTo>
                    <a:cubicBezTo>
                      <a:pt x="22" y="66"/>
                      <a:pt x="22" y="58"/>
                      <a:pt x="33" y="58"/>
                    </a:cubicBezTo>
                    <a:cubicBezTo>
                      <a:pt x="33" y="58"/>
                      <a:pt x="51" y="60"/>
                      <a:pt x="49" y="50"/>
                    </a:cubicBezTo>
                    <a:cubicBezTo>
                      <a:pt x="49" y="50"/>
                      <a:pt x="42" y="34"/>
                      <a:pt x="37" y="33"/>
                    </a:cubicBezTo>
                    <a:cubicBezTo>
                      <a:pt x="37" y="33"/>
                      <a:pt x="31" y="33"/>
                      <a:pt x="30" y="27"/>
                    </a:cubicBezTo>
                    <a:cubicBezTo>
                      <a:pt x="30" y="27"/>
                      <a:pt x="30" y="21"/>
                      <a:pt x="34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7" name="iṡľîḑé"/>
              <p:cNvSpPr/>
              <p:nvPr/>
            </p:nvSpPr>
            <p:spPr bwMode="auto">
              <a:xfrm>
                <a:off x="7966076" y="3138488"/>
                <a:ext cx="465138" cy="434975"/>
              </a:xfrm>
              <a:custGeom>
                <a:avLst/>
                <a:gdLst>
                  <a:gd name="T0" fmla="*/ 54 w 141"/>
                  <a:gd name="T1" fmla="*/ 0 h 131"/>
                  <a:gd name="T2" fmla="*/ 44 w 141"/>
                  <a:gd name="T3" fmla="*/ 14 h 131"/>
                  <a:gd name="T4" fmla="*/ 49 w 141"/>
                  <a:gd name="T5" fmla="*/ 25 h 131"/>
                  <a:gd name="T6" fmla="*/ 45 w 141"/>
                  <a:gd name="T7" fmla="*/ 47 h 131"/>
                  <a:gd name="T8" fmla="*/ 17 w 141"/>
                  <a:gd name="T9" fmla="*/ 51 h 131"/>
                  <a:gd name="T10" fmla="*/ 1 w 141"/>
                  <a:gd name="T11" fmla="*/ 60 h 131"/>
                  <a:gd name="T12" fmla="*/ 16 w 141"/>
                  <a:gd name="T13" fmla="*/ 68 h 131"/>
                  <a:gd name="T14" fmla="*/ 43 w 141"/>
                  <a:gd name="T15" fmla="*/ 76 h 131"/>
                  <a:gd name="T16" fmla="*/ 17 w 141"/>
                  <a:gd name="T17" fmla="*/ 102 h 131"/>
                  <a:gd name="T18" fmla="*/ 0 w 141"/>
                  <a:gd name="T19" fmla="*/ 113 h 131"/>
                  <a:gd name="T20" fmla="*/ 38 w 141"/>
                  <a:gd name="T21" fmla="*/ 110 h 131"/>
                  <a:gd name="T22" fmla="*/ 52 w 141"/>
                  <a:gd name="T23" fmla="*/ 87 h 131"/>
                  <a:gd name="T24" fmla="*/ 63 w 141"/>
                  <a:gd name="T25" fmla="*/ 85 h 131"/>
                  <a:gd name="T26" fmla="*/ 94 w 141"/>
                  <a:gd name="T27" fmla="*/ 120 h 131"/>
                  <a:gd name="T28" fmla="*/ 109 w 141"/>
                  <a:gd name="T29" fmla="*/ 123 h 131"/>
                  <a:gd name="T30" fmla="*/ 138 w 141"/>
                  <a:gd name="T31" fmla="*/ 117 h 131"/>
                  <a:gd name="T32" fmla="*/ 114 w 141"/>
                  <a:gd name="T33" fmla="*/ 102 h 131"/>
                  <a:gd name="T34" fmla="*/ 82 w 141"/>
                  <a:gd name="T35" fmla="*/ 79 h 131"/>
                  <a:gd name="T36" fmla="*/ 73 w 141"/>
                  <a:gd name="T37" fmla="*/ 58 h 131"/>
                  <a:gd name="T38" fmla="*/ 92 w 141"/>
                  <a:gd name="T39" fmla="*/ 51 h 131"/>
                  <a:gd name="T40" fmla="*/ 102 w 141"/>
                  <a:gd name="T41" fmla="*/ 41 h 131"/>
                  <a:gd name="T42" fmla="*/ 96 w 141"/>
                  <a:gd name="T43" fmla="*/ 33 h 131"/>
                  <a:gd name="T44" fmla="*/ 85 w 141"/>
                  <a:gd name="T45" fmla="*/ 35 h 131"/>
                  <a:gd name="T46" fmla="*/ 69 w 141"/>
                  <a:gd name="T47" fmla="*/ 34 h 131"/>
                  <a:gd name="T48" fmla="*/ 72 w 141"/>
                  <a:gd name="T49" fmla="*/ 25 h 131"/>
                  <a:gd name="T50" fmla="*/ 70 w 141"/>
                  <a:gd name="T51" fmla="*/ 5 h 131"/>
                  <a:gd name="T52" fmla="*/ 61 w 141"/>
                  <a:gd name="T53" fmla="*/ 3 h 131"/>
                  <a:gd name="T54" fmla="*/ 54 w 141"/>
                  <a:gd name="T55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41" h="131">
                    <a:moveTo>
                      <a:pt x="54" y="0"/>
                    </a:moveTo>
                    <a:cubicBezTo>
                      <a:pt x="54" y="0"/>
                      <a:pt x="40" y="3"/>
                      <a:pt x="44" y="14"/>
                    </a:cubicBezTo>
                    <a:cubicBezTo>
                      <a:pt x="44" y="14"/>
                      <a:pt x="45" y="22"/>
                      <a:pt x="49" y="25"/>
                    </a:cubicBezTo>
                    <a:cubicBezTo>
                      <a:pt x="49" y="25"/>
                      <a:pt x="55" y="45"/>
                      <a:pt x="45" y="47"/>
                    </a:cubicBezTo>
                    <a:cubicBezTo>
                      <a:pt x="45" y="47"/>
                      <a:pt x="27" y="54"/>
                      <a:pt x="17" y="51"/>
                    </a:cubicBezTo>
                    <a:cubicBezTo>
                      <a:pt x="17" y="51"/>
                      <a:pt x="2" y="49"/>
                      <a:pt x="1" y="60"/>
                    </a:cubicBezTo>
                    <a:cubicBezTo>
                      <a:pt x="1" y="60"/>
                      <a:pt x="0" y="70"/>
                      <a:pt x="16" y="68"/>
                    </a:cubicBezTo>
                    <a:cubicBezTo>
                      <a:pt x="16" y="68"/>
                      <a:pt x="43" y="65"/>
                      <a:pt x="43" y="76"/>
                    </a:cubicBezTo>
                    <a:cubicBezTo>
                      <a:pt x="43" y="76"/>
                      <a:pt x="45" y="96"/>
                      <a:pt x="17" y="102"/>
                    </a:cubicBezTo>
                    <a:cubicBezTo>
                      <a:pt x="17" y="102"/>
                      <a:pt x="0" y="104"/>
                      <a:pt x="0" y="113"/>
                    </a:cubicBezTo>
                    <a:cubicBezTo>
                      <a:pt x="0" y="113"/>
                      <a:pt x="13" y="130"/>
                      <a:pt x="38" y="110"/>
                    </a:cubicBezTo>
                    <a:cubicBezTo>
                      <a:pt x="38" y="110"/>
                      <a:pt x="49" y="95"/>
                      <a:pt x="52" y="87"/>
                    </a:cubicBezTo>
                    <a:cubicBezTo>
                      <a:pt x="52" y="87"/>
                      <a:pt x="56" y="79"/>
                      <a:pt x="63" y="85"/>
                    </a:cubicBezTo>
                    <a:cubicBezTo>
                      <a:pt x="94" y="120"/>
                      <a:pt x="94" y="120"/>
                      <a:pt x="94" y="120"/>
                    </a:cubicBezTo>
                    <a:cubicBezTo>
                      <a:pt x="94" y="120"/>
                      <a:pt x="98" y="125"/>
                      <a:pt x="109" y="123"/>
                    </a:cubicBezTo>
                    <a:cubicBezTo>
                      <a:pt x="109" y="123"/>
                      <a:pt x="141" y="131"/>
                      <a:pt x="138" y="117"/>
                    </a:cubicBezTo>
                    <a:cubicBezTo>
                      <a:pt x="138" y="117"/>
                      <a:pt x="125" y="111"/>
                      <a:pt x="114" y="102"/>
                    </a:cubicBezTo>
                    <a:cubicBezTo>
                      <a:pt x="114" y="102"/>
                      <a:pt x="84" y="80"/>
                      <a:pt x="82" y="79"/>
                    </a:cubicBezTo>
                    <a:cubicBezTo>
                      <a:pt x="82" y="79"/>
                      <a:pt x="68" y="70"/>
                      <a:pt x="73" y="58"/>
                    </a:cubicBezTo>
                    <a:cubicBezTo>
                      <a:pt x="73" y="58"/>
                      <a:pt x="78" y="49"/>
                      <a:pt x="92" y="51"/>
                    </a:cubicBezTo>
                    <a:cubicBezTo>
                      <a:pt x="92" y="51"/>
                      <a:pt x="108" y="48"/>
                      <a:pt x="102" y="41"/>
                    </a:cubicBezTo>
                    <a:cubicBezTo>
                      <a:pt x="102" y="41"/>
                      <a:pt x="97" y="36"/>
                      <a:pt x="96" y="33"/>
                    </a:cubicBezTo>
                    <a:cubicBezTo>
                      <a:pt x="96" y="33"/>
                      <a:pt x="94" y="30"/>
                      <a:pt x="85" y="35"/>
                    </a:cubicBezTo>
                    <a:cubicBezTo>
                      <a:pt x="85" y="35"/>
                      <a:pt x="70" y="44"/>
                      <a:pt x="69" y="34"/>
                    </a:cubicBezTo>
                    <a:cubicBezTo>
                      <a:pt x="69" y="34"/>
                      <a:pt x="67" y="30"/>
                      <a:pt x="72" y="25"/>
                    </a:cubicBezTo>
                    <a:cubicBezTo>
                      <a:pt x="72" y="25"/>
                      <a:pt x="82" y="14"/>
                      <a:pt x="70" y="5"/>
                    </a:cubicBezTo>
                    <a:cubicBezTo>
                      <a:pt x="70" y="5"/>
                      <a:pt x="62" y="3"/>
                      <a:pt x="61" y="3"/>
                    </a:cubicBezTo>
                    <a:lnTo>
                      <a:pt x="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8" name="iṩ1íḋè"/>
              <p:cNvSpPr/>
              <p:nvPr/>
            </p:nvSpPr>
            <p:spPr bwMode="auto">
              <a:xfrm>
                <a:off x="8455026" y="3019425"/>
                <a:ext cx="458788" cy="395288"/>
              </a:xfrm>
              <a:custGeom>
                <a:avLst/>
                <a:gdLst>
                  <a:gd name="T0" fmla="*/ 16 w 139"/>
                  <a:gd name="T1" fmla="*/ 30 h 119"/>
                  <a:gd name="T2" fmla="*/ 29 w 139"/>
                  <a:gd name="T3" fmla="*/ 53 h 119"/>
                  <a:gd name="T4" fmla="*/ 31 w 139"/>
                  <a:gd name="T5" fmla="*/ 79 h 119"/>
                  <a:gd name="T6" fmla="*/ 40 w 139"/>
                  <a:gd name="T7" fmla="*/ 76 h 119"/>
                  <a:gd name="T8" fmla="*/ 36 w 139"/>
                  <a:gd name="T9" fmla="*/ 40 h 119"/>
                  <a:gd name="T10" fmla="*/ 39 w 139"/>
                  <a:gd name="T11" fmla="*/ 29 h 119"/>
                  <a:gd name="T12" fmla="*/ 49 w 139"/>
                  <a:gd name="T13" fmla="*/ 37 h 119"/>
                  <a:gd name="T14" fmla="*/ 47 w 139"/>
                  <a:gd name="T15" fmla="*/ 58 h 119"/>
                  <a:gd name="T16" fmla="*/ 47 w 139"/>
                  <a:gd name="T17" fmla="*/ 72 h 119"/>
                  <a:gd name="T18" fmla="*/ 52 w 139"/>
                  <a:gd name="T19" fmla="*/ 72 h 119"/>
                  <a:gd name="T20" fmla="*/ 58 w 139"/>
                  <a:gd name="T21" fmla="*/ 61 h 119"/>
                  <a:gd name="T22" fmla="*/ 58 w 139"/>
                  <a:gd name="T23" fmla="*/ 54 h 119"/>
                  <a:gd name="T24" fmla="*/ 65 w 139"/>
                  <a:gd name="T25" fmla="*/ 50 h 119"/>
                  <a:gd name="T26" fmla="*/ 60 w 139"/>
                  <a:gd name="T27" fmla="*/ 50 h 119"/>
                  <a:gd name="T28" fmla="*/ 54 w 139"/>
                  <a:gd name="T29" fmla="*/ 47 h 119"/>
                  <a:gd name="T30" fmla="*/ 53 w 139"/>
                  <a:gd name="T31" fmla="*/ 34 h 119"/>
                  <a:gd name="T32" fmla="*/ 61 w 139"/>
                  <a:gd name="T33" fmla="*/ 31 h 119"/>
                  <a:gd name="T34" fmla="*/ 66 w 139"/>
                  <a:gd name="T35" fmla="*/ 22 h 119"/>
                  <a:gd name="T36" fmla="*/ 73 w 139"/>
                  <a:gd name="T37" fmla="*/ 11 h 119"/>
                  <a:gd name="T38" fmla="*/ 86 w 139"/>
                  <a:gd name="T39" fmla="*/ 22 h 119"/>
                  <a:gd name="T40" fmla="*/ 77 w 139"/>
                  <a:gd name="T41" fmla="*/ 28 h 119"/>
                  <a:gd name="T42" fmla="*/ 74 w 139"/>
                  <a:gd name="T43" fmla="*/ 35 h 119"/>
                  <a:gd name="T44" fmla="*/ 77 w 139"/>
                  <a:gd name="T45" fmla="*/ 38 h 119"/>
                  <a:gd name="T46" fmla="*/ 80 w 139"/>
                  <a:gd name="T47" fmla="*/ 46 h 119"/>
                  <a:gd name="T48" fmla="*/ 79 w 139"/>
                  <a:gd name="T49" fmla="*/ 69 h 119"/>
                  <a:gd name="T50" fmla="*/ 87 w 139"/>
                  <a:gd name="T51" fmla="*/ 65 h 119"/>
                  <a:gd name="T52" fmla="*/ 82 w 139"/>
                  <a:gd name="T53" fmla="*/ 55 h 119"/>
                  <a:gd name="T54" fmla="*/ 95 w 139"/>
                  <a:gd name="T55" fmla="*/ 49 h 119"/>
                  <a:gd name="T56" fmla="*/ 84 w 139"/>
                  <a:gd name="T57" fmla="*/ 41 h 119"/>
                  <a:gd name="T58" fmla="*/ 85 w 139"/>
                  <a:gd name="T59" fmla="*/ 36 h 119"/>
                  <a:gd name="T60" fmla="*/ 101 w 139"/>
                  <a:gd name="T61" fmla="*/ 30 h 119"/>
                  <a:gd name="T62" fmla="*/ 95 w 139"/>
                  <a:gd name="T63" fmla="*/ 20 h 119"/>
                  <a:gd name="T64" fmla="*/ 97 w 139"/>
                  <a:gd name="T65" fmla="*/ 15 h 119"/>
                  <a:gd name="T66" fmla="*/ 108 w 139"/>
                  <a:gd name="T67" fmla="*/ 4 h 119"/>
                  <a:gd name="T68" fmla="*/ 112 w 139"/>
                  <a:gd name="T69" fmla="*/ 4 h 119"/>
                  <a:gd name="T70" fmla="*/ 126 w 139"/>
                  <a:gd name="T71" fmla="*/ 11 h 119"/>
                  <a:gd name="T72" fmla="*/ 118 w 139"/>
                  <a:gd name="T73" fmla="*/ 21 h 119"/>
                  <a:gd name="T74" fmla="*/ 113 w 139"/>
                  <a:gd name="T75" fmla="*/ 31 h 119"/>
                  <a:gd name="T76" fmla="*/ 103 w 139"/>
                  <a:gd name="T77" fmla="*/ 55 h 119"/>
                  <a:gd name="T78" fmla="*/ 109 w 139"/>
                  <a:gd name="T79" fmla="*/ 64 h 119"/>
                  <a:gd name="T80" fmla="*/ 126 w 139"/>
                  <a:gd name="T81" fmla="*/ 59 h 119"/>
                  <a:gd name="T82" fmla="*/ 135 w 139"/>
                  <a:gd name="T83" fmla="*/ 63 h 119"/>
                  <a:gd name="T84" fmla="*/ 138 w 139"/>
                  <a:gd name="T85" fmla="*/ 68 h 119"/>
                  <a:gd name="T86" fmla="*/ 139 w 139"/>
                  <a:gd name="T87" fmla="*/ 75 h 119"/>
                  <a:gd name="T88" fmla="*/ 97 w 139"/>
                  <a:gd name="T89" fmla="*/ 78 h 119"/>
                  <a:gd name="T90" fmla="*/ 87 w 139"/>
                  <a:gd name="T91" fmla="*/ 74 h 119"/>
                  <a:gd name="T92" fmla="*/ 79 w 139"/>
                  <a:gd name="T93" fmla="*/ 74 h 119"/>
                  <a:gd name="T94" fmla="*/ 67 w 139"/>
                  <a:gd name="T95" fmla="*/ 77 h 119"/>
                  <a:gd name="T96" fmla="*/ 48 w 139"/>
                  <a:gd name="T97" fmla="*/ 87 h 119"/>
                  <a:gd name="T98" fmla="*/ 33 w 139"/>
                  <a:gd name="T99" fmla="*/ 95 h 119"/>
                  <a:gd name="T100" fmla="*/ 20 w 139"/>
                  <a:gd name="T101" fmla="*/ 106 h 119"/>
                  <a:gd name="T102" fmla="*/ 3 w 139"/>
                  <a:gd name="T103" fmla="*/ 108 h 119"/>
                  <a:gd name="T104" fmla="*/ 11 w 139"/>
                  <a:gd name="T105" fmla="*/ 80 h 119"/>
                  <a:gd name="T106" fmla="*/ 19 w 139"/>
                  <a:gd name="T107" fmla="*/ 81 h 119"/>
                  <a:gd name="T108" fmla="*/ 23 w 139"/>
                  <a:gd name="T109" fmla="*/ 85 h 119"/>
                  <a:gd name="T110" fmla="*/ 24 w 139"/>
                  <a:gd name="T111" fmla="*/ 85 h 119"/>
                  <a:gd name="T112" fmla="*/ 24 w 139"/>
                  <a:gd name="T113" fmla="*/ 80 h 119"/>
                  <a:gd name="T114" fmla="*/ 23 w 139"/>
                  <a:gd name="T115" fmla="*/ 70 h 119"/>
                  <a:gd name="T116" fmla="*/ 21 w 139"/>
                  <a:gd name="T117" fmla="*/ 60 h 119"/>
                  <a:gd name="T118" fmla="*/ 20 w 139"/>
                  <a:gd name="T119" fmla="*/ 54 h 119"/>
                  <a:gd name="T120" fmla="*/ 18 w 139"/>
                  <a:gd name="T121" fmla="*/ 48 h 119"/>
                  <a:gd name="T122" fmla="*/ 16 w 139"/>
                  <a:gd name="T123" fmla="*/ 3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9" h="119">
                    <a:moveTo>
                      <a:pt x="16" y="30"/>
                    </a:moveTo>
                    <a:cubicBezTo>
                      <a:pt x="16" y="30"/>
                      <a:pt x="29" y="37"/>
                      <a:pt x="29" y="53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9"/>
                      <a:pt x="37" y="86"/>
                      <a:pt x="40" y="76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29" y="30"/>
                      <a:pt x="39" y="29"/>
                    </a:cubicBezTo>
                    <a:cubicBezTo>
                      <a:pt x="39" y="29"/>
                      <a:pt x="48" y="26"/>
                      <a:pt x="49" y="37"/>
                    </a:cubicBezTo>
                    <a:cubicBezTo>
                      <a:pt x="47" y="58"/>
                      <a:pt x="47" y="58"/>
                      <a:pt x="47" y="58"/>
                    </a:cubicBezTo>
                    <a:cubicBezTo>
                      <a:pt x="47" y="72"/>
                      <a:pt x="47" y="72"/>
                      <a:pt x="47" y="72"/>
                    </a:cubicBezTo>
                    <a:cubicBezTo>
                      <a:pt x="47" y="72"/>
                      <a:pt x="49" y="75"/>
                      <a:pt x="52" y="72"/>
                    </a:cubicBezTo>
                    <a:cubicBezTo>
                      <a:pt x="52" y="72"/>
                      <a:pt x="59" y="72"/>
                      <a:pt x="58" y="61"/>
                    </a:cubicBezTo>
                    <a:cubicBezTo>
                      <a:pt x="58" y="61"/>
                      <a:pt x="55" y="54"/>
                      <a:pt x="58" y="54"/>
                    </a:cubicBezTo>
                    <a:cubicBezTo>
                      <a:pt x="58" y="54"/>
                      <a:pt x="66" y="54"/>
                      <a:pt x="65" y="50"/>
                    </a:cubicBezTo>
                    <a:cubicBezTo>
                      <a:pt x="65" y="50"/>
                      <a:pt x="63" y="48"/>
                      <a:pt x="60" y="50"/>
                    </a:cubicBezTo>
                    <a:cubicBezTo>
                      <a:pt x="60" y="50"/>
                      <a:pt x="54" y="51"/>
                      <a:pt x="54" y="47"/>
                    </a:cubicBezTo>
                    <a:cubicBezTo>
                      <a:pt x="53" y="34"/>
                      <a:pt x="53" y="34"/>
                      <a:pt x="53" y="34"/>
                    </a:cubicBezTo>
                    <a:cubicBezTo>
                      <a:pt x="61" y="31"/>
                      <a:pt x="61" y="31"/>
                      <a:pt x="61" y="31"/>
                    </a:cubicBezTo>
                    <a:cubicBezTo>
                      <a:pt x="61" y="31"/>
                      <a:pt x="66" y="29"/>
                      <a:pt x="66" y="22"/>
                    </a:cubicBezTo>
                    <a:cubicBezTo>
                      <a:pt x="66" y="22"/>
                      <a:pt x="64" y="12"/>
                      <a:pt x="73" y="11"/>
                    </a:cubicBezTo>
                    <a:cubicBezTo>
                      <a:pt x="73" y="11"/>
                      <a:pt x="86" y="8"/>
                      <a:pt x="86" y="22"/>
                    </a:cubicBezTo>
                    <a:cubicBezTo>
                      <a:pt x="86" y="22"/>
                      <a:pt x="84" y="26"/>
                      <a:pt x="77" y="28"/>
                    </a:cubicBezTo>
                    <a:cubicBezTo>
                      <a:pt x="77" y="28"/>
                      <a:pt x="73" y="32"/>
                      <a:pt x="74" y="35"/>
                    </a:cubicBezTo>
                    <a:cubicBezTo>
                      <a:pt x="74" y="35"/>
                      <a:pt x="73" y="38"/>
                      <a:pt x="77" y="38"/>
                    </a:cubicBezTo>
                    <a:cubicBezTo>
                      <a:pt x="77" y="38"/>
                      <a:pt x="83" y="41"/>
                      <a:pt x="80" y="46"/>
                    </a:cubicBezTo>
                    <a:cubicBezTo>
                      <a:pt x="80" y="46"/>
                      <a:pt x="66" y="62"/>
                      <a:pt x="79" y="69"/>
                    </a:cubicBezTo>
                    <a:cubicBezTo>
                      <a:pt x="79" y="69"/>
                      <a:pt x="89" y="71"/>
                      <a:pt x="87" y="65"/>
                    </a:cubicBezTo>
                    <a:cubicBezTo>
                      <a:pt x="87" y="65"/>
                      <a:pt x="80" y="60"/>
                      <a:pt x="82" y="55"/>
                    </a:cubicBezTo>
                    <a:cubicBezTo>
                      <a:pt x="82" y="55"/>
                      <a:pt x="98" y="53"/>
                      <a:pt x="95" y="49"/>
                    </a:cubicBezTo>
                    <a:cubicBezTo>
                      <a:pt x="95" y="49"/>
                      <a:pt x="86" y="47"/>
                      <a:pt x="84" y="41"/>
                    </a:cubicBezTo>
                    <a:cubicBezTo>
                      <a:pt x="84" y="41"/>
                      <a:pt x="80" y="34"/>
                      <a:pt x="85" y="36"/>
                    </a:cubicBezTo>
                    <a:cubicBezTo>
                      <a:pt x="85" y="36"/>
                      <a:pt x="103" y="39"/>
                      <a:pt x="101" y="30"/>
                    </a:cubicBezTo>
                    <a:cubicBezTo>
                      <a:pt x="101" y="30"/>
                      <a:pt x="103" y="23"/>
                      <a:pt x="95" y="20"/>
                    </a:cubicBezTo>
                    <a:cubicBezTo>
                      <a:pt x="95" y="20"/>
                      <a:pt x="92" y="15"/>
                      <a:pt x="97" y="15"/>
                    </a:cubicBezTo>
                    <a:cubicBezTo>
                      <a:pt x="97" y="15"/>
                      <a:pt x="107" y="9"/>
                      <a:pt x="108" y="4"/>
                    </a:cubicBezTo>
                    <a:cubicBezTo>
                      <a:pt x="108" y="4"/>
                      <a:pt x="109" y="3"/>
                      <a:pt x="112" y="4"/>
                    </a:cubicBezTo>
                    <a:cubicBezTo>
                      <a:pt x="112" y="4"/>
                      <a:pt x="123" y="0"/>
                      <a:pt x="126" y="11"/>
                    </a:cubicBezTo>
                    <a:cubicBezTo>
                      <a:pt x="126" y="11"/>
                      <a:pt x="127" y="17"/>
                      <a:pt x="118" y="21"/>
                    </a:cubicBezTo>
                    <a:cubicBezTo>
                      <a:pt x="118" y="21"/>
                      <a:pt x="114" y="26"/>
                      <a:pt x="113" y="31"/>
                    </a:cubicBezTo>
                    <a:cubicBezTo>
                      <a:pt x="103" y="55"/>
                      <a:pt x="103" y="55"/>
                      <a:pt x="103" y="55"/>
                    </a:cubicBezTo>
                    <a:cubicBezTo>
                      <a:pt x="103" y="55"/>
                      <a:pt x="97" y="66"/>
                      <a:pt x="109" y="64"/>
                    </a:cubicBezTo>
                    <a:cubicBezTo>
                      <a:pt x="126" y="59"/>
                      <a:pt x="126" y="59"/>
                      <a:pt x="126" y="59"/>
                    </a:cubicBezTo>
                    <a:cubicBezTo>
                      <a:pt x="126" y="59"/>
                      <a:pt x="131" y="57"/>
                      <a:pt x="135" y="63"/>
                    </a:cubicBezTo>
                    <a:cubicBezTo>
                      <a:pt x="135" y="63"/>
                      <a:pt x="139" y="64"/>
                      <a:pt x="138" y="68"/>
                    </a:cubicBezTo>
                    <a:cubicBezTo>
                      <a:pt x="139" y="75"/>
                      <a:pt x="139" y="75"/>
                      <a:pt x="139" y="75"/>
                    </a:cubicBezTo>
                    <a:cubicBezTo>
                      <a:pt x="139" y="75"/>
                      <a:pt x="110" y="81"/>
                      <a:pt x="97" y="78"/>
                    </a:cubicBezTo>
                    <a:cubicBezTo>
                      <a:pt x="97" y="78"/>
                      <a:pt x="89" y="76"/>
                      <a:pt x="87" y="74"/>
                    </a:cubicBezTo>
                    <a:cubicBezTo>
                      <a:pt x="87" y="74"/>
                      <a:pt x="82" y="71"/>
                      <a:pt x="79" y="74"/>
                    </a:cubicBezTo>
                    <a:cubicBezTo>
                      <a:pt x="79" y="74"/>
                      <a:pt x="73" y="80"/>
                      <a:pt x="67" y="77"/>
                    </a:cubicBezTo>
                    <a:cubicBezTo>
                      <a:pt x="67" y="77"/>
                      <a:pt x="55" y="87"/>
                      <a:pt x="48" y="87"/>
                    </a:cubicBezTo>
                    <a:cubicBezTo>
                      <a:pt x="48" y="87"/>
                      <a:pt x="39" y="89"/>
                      <a:pt x="33" y="95"/>
                    </a:cubicBezTo>
                    <a:cubicBezTo>
                      <a:pt x="33" y="95"/>
                      <a:pt x="24" y="100"/>
                      <a:pt x="20" y="106"/>
                    </a:cubicBezTo>
                    <a:cubicBezTo>
                      <a:pt x="20" y="106"/>
                      <a:pt x="9" y="119"/>
                      <a:pt x="3" y="108"/>
                    </a:cubicBezTo>
                    <a:cubicBezTo>
                      <a:pt x="3" y="108"/>
                      <a:pt x="0" y="94"/>
                      <a:pt x="11" y="80"/>
                    </a:cubicBezTo>
                    <a:cubicBezTo>
                      <a:pt x="11" y="80"/>
                      <a:pt x="17" y="74"/>
                      <a:pt x="19" y="81"/>
                    </a:cubicBezTo>
                    <a:cubicBezTo>
                      <a:pt x="19" y="81"/>
                      <a:pt x="19" y="85"/>
                      <a:pt x="23" y="85"/>
                    </a:cubicBezTo>
                    <a:cubicBezTo>
                      <a:pt x="26" y="85"/>
                      <a:pt x="24" y="85"/>
                      <a:pt x="24" y="85"/>
                    </a:cubicBezTo>
                    <a:cubicBezTo>
                      <a:pt x="24" y="85"/>
                      <a:pt x="26" y="84"/>
                      <a:pt x="24" y="80"/>
                    </a:cubicBezTo>
                    <a:cubicBezTo>
                      <a:pt x="24" y="80"/>
                      <a:pt x="22" y="74"/>
                      <a:pt x="23" y="70"/>
                    </a:cubicBezTo>
                    <a:cubicBezTo>
                      <a:pt x="23" y="70"/>
                      <a:pt x="24" y="63"/>
                      <a:pt x="21" y="60"/>
                    </a:cubicBezTo>
                    <a:cubicBezTo>
                      <a:pt x="21" y="60"/>
                      <a:pt x="18" y="55"/>
                      <a:pt x="20" y="54"/>
                    </a:cubicBezTo>
                    <a:cubicBezTo>
                      <a:pt x="20" y="54"/>
                      <a:pt x="21" y="51"/>
                      <a:pt x="18" y="48"/>
                    </a:cubicBezTo>
                    <a:cubicBezTo>
                      <a:pt x="18" y="48"/>
                      <a:pt x="11" y="38"/>
                      <a:pt x="16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109" name="íṣľíḍè"/>
              <p:cNvSpPr/>
              <p:nvPr/>
            </p:nvSpPr>
            <p:spPr bwMode="auto">
              <a:xfrm>
                <a:off x="8537576" y="3284538"/>
                <a:ext cx="280988" cy="342900"/>
              </a:xfrm>
              <a:custGeom>
                <a:avLst/>
                <a:gdLst>
                  <a:gd name="T0" fmla="*/ 24 w 85"/>
                  <a:gd name="T1" fmla="*/ 14 h 103"/>
                  <a:gd name="T2" fmla="*/ 47 w 85"/>
                  <a:gd name="T3" fmla="*/ 7 h 103"/>
                  <a:gd name="T4" fmla="*/ 64 w 85"/>
                  <a:gd name="T5" fmla="*/ 3 h 103"/>
                  <a:gd name="T6" fmla="*/ 71 w 85"/>
                  <a:gd name="T7" fmla="*/ 7 h 103"/>
                  <a:gd name="T8" fmla="*/ 60 w 85"/>
                  <a:gd name="T9" fmla="*/ 13 h 103"/>
                  <a:gd name="T10" fmla="*/ 48 w 85"/>
                  <a:gd name="T11" fmla="*/ 26 h 103"/>
                  <a:gd name="T12" fmla="*/ 55 w 85"/>
                  <a:gd name="T13" fmla="*/ 32 h 103"/>
                  <a:gd name="T14" fmla="*/ 72 w 85"/>
                  <a:gd name="T15" fmla="*/ 27 h 103"/>
                  <a:gd name="T16" fmla="*/ 83 w 85"/>
                  <a:gd name="T17" fmla="*/ 33 h 103"/>
                  <a:gd name="T18" fmla="*/ 77 w 85"/>
                  <a:gd name="T19" fmla="*/ 40 h 103"/>
                  <a:gd name="T20" fmla="*/ 71 w 85"/>
                  <a:gd name="T21" fmla="*/ 38 h 103"/>
                  <a:gd name="T22" fmla="*/ 58 w 85"/>
                  <a:gd name="T23" fmla="*/ 42 h 103"/>
                  <a:gd name="T24" fmla="*/ 56 w 85"/>
                  <a:gd name="T25" fmla="*/ 53 h 103"/>
                  <a:gd name="T26" fmla="*/ 50 w 85"/>
                  <a:gd name="T27" fmla="*/ 84 h 103"/>
                  <a:gd name="T28" fmla="*/ 50 w 85"/>
                  <a:gd name="T29" fmla="*/ 84 h 103"/>
                  <a:gd name="T30" fmla="*/ 29 w 85"/>
                  <a:gd name="T31" fmla="*/ 92 h 103"/>
                  <a:gd name="T32" fmla="*/ 14 w 85"/>
                  <a:gd name="T33" fmla="*/ 72 h 103"/>
                  <a:gd name="T34" fmla="*/ 21 w 85"/>
                  <a:gd name="T35" fmla="*/ 71 h 103"/>
                  <a:gd name="T36" fmla="*/ 44 w 85"/>
                  <a:gd name="T37" fmla="*/ 66 h 103"/>
                  <a:gd name="T38" fmla="*/ 43 w 85"/>
                  <a:gd name="T39" fmla="*/ 57 h 103"/>
                  <a:gd name="T40" fmla="*/ 34 w 85"/>
                  <a:gd name="T41" fmla="*/ 49 h 103"/>
                  <a:gd name="T42" fmla="*/ 13 w 85"/>
                  <a:gd name="T43" fmla="*/ 52 h 103"/>
                  <a:gd name="T44" fmla="*/ 0 w 85"/>
                  <a:gd name="T45" fmla="*/ 44 h 103"/>
                  <a:gd name="T46" fmla="*/ 12 w 85"/>
                  <a:gd name="T47" fmla="*/ 40 h 103"/>
                  <a:gd name="T48" fmla="*/ 38 w 85"/>
                  <a:gd name="T49" fmla="*/ 35 h 103"/>
                  <a:gd name="T50" fmla="*/ 39 w 85"/>
                  <a:gd name="T51" fmla="*/ 20 h 103"/>
                  <a:gd name="T52" fmla="*/ 30 w 85"/>
                  <a:gd name="T53" fmla="*/ 21 h 103"/>
                  <a:gd name="T54" fmla="*/ 16 w 85"/>
                  <a:gd name="T55" fmla="*/ 22 h 103"/>
                  <a:gd name="T56" fmla="*/ 24 w 85"/>
                  <a:gd name="T57" fmla="*/ 1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5" h="103">
                    <a:moveTo>
                      <a:pt x="24" y="14"/>
                    </a:moveTo>
                    <a:cubicBezTo>
                      <a:pt x="26" y="14"/>
                      <a:pt x="36" y="14"/>
                      <a:pt x="47" y="7"/>
                    </a:cubicBezTo>
                    <a:cubicBezTo>
                      <a:pt x="47" y="7"/>
                      <a:pt x="58" y="0"/>
                      <a:pt x="64" y="3"/>
                    </a:cubicBezTo>
                    <a:cubicBezTo>
                      <a:pt x="64" y="3"/>
                      <a:pt x="72" y="3"/>
                      <a:pt x="71" y="7"/>
                    </a:cubicBezTo>
                    <a:cubicBezTo>
                      <a:pt x="71" y="7"/>
                      <a:pt x="69" y="12"/>
                      <a:pt x="60" y="13"/>
                    </a:cubicBezTo>
                    <a:cubicBezTo>
                      <a:pt x="60" y="13"/>
                      <a:pt x="48" y="17"/>
                      <a:pt x="48" y="26"/>
                    </a:cubicBezTo>
                    <a:cubicBezTo>
                      <a:pt x="48" y="26"/>
                      <a:pt x="47" y="32"/>
                      <a:pt x="55" y="32"/>
                    </a:cubicBezTo>
                    <a:cubicBezTo>
                      <a:pt x="72" y="27"/>
                      <a:pt x="72" y="27"/>
                      <a:pt x="72" y="27"/>
                    </a:cubicBezTo>
                    <a:cubicBezTo>
                      <a:pt x="72" y="27"/>
                      <a:pt x="79" y="24"/>
                      <a:pt x="83" y="33"/>
                    </a:cubicBezTo>
                    <a:cubicBezTo>
                      <a:pt x="83" y="33"/>
                      <a:pt x="85" y="40"/>
                      <a:pt x="77" y="40"/>
                    </a:cubicBezTo>
                    <a:cubicBezTo>
                      <a:pt x="77" y="40"/>
                      <a:pt x="75" y="37"/>
                      <a:pt x="71" y="38"/>
                    </a:cubicBezTo>
                    <a:cubicBezTo>
                      <a:pt x="58" y="42"/>
                      <a:pt x="58" y="42"/>
                      <a:pt x="58" y="42"/>
                    </a:cubicBezTo>
                    <a:cubicBezTo>
                      <a:pt x="58" y="42"/>
                      <a:pt x="53" y="44"/>
                      <a:pt x="56" y="53"/>
                    </a:cubicBezTo>
                    <a:cubicBezTo>
                      <a:pt x="56" y="53"/>
                      <a:pt x="56" y="78"/>
                      <a:pt x="50" y="84"/>
                    </a:cubicBezTo>
                    <a:cubicBezTo>
                      <a:pt x="50" y="84"/>
                      <a:pt x="50" y="84"/>
                      <a:pt x="50" y="84"/>
                    </a:cubicBezTo>
                    <a:cubicBezTo>
                      <a:pt x="43" y="90"/>
                      <a:pt x="38" y="103"/>
                      <a:pt x="29" y="92"/>
                    </a:cubicBezTo>
                    <a:cubicBezTo>
                      <a:pt x="29" y="92"/>
                      <a:pt x="15" y="84"/>
                      <a:pt x="14" y="72"/>
                    </a:cubicBezTo>
                    <a:cubicBezTo>
                      <a:pt x="14" y="72"/>
                      <a:pt x="15" y="68"/>
                      <a:pt x="21" y="71"/>
                    </a:cubicBezTo>
                    <a:cubicBezTo>
                      <a:pt x="21" y="71"/>
                      <a:pt x="38" y="77"/>
                      <a:pt x="44" y="66"/>
                    </a:cubicBezTo>
                    <a:cubicBezTo>
                      <a:pt x="44" y="66"/>
                      <a:pt x="44" y="59"/>
                      <a:pt x="43" y="57"/>
                    </a:cubicBezTo>
                    <a:cubicBezTo>
                      <a:pt x="43" y="57"/>
                      <a:pt x="42" y="48"/>
                      <a:pt x="34" y="49"/>
                    </a:cubicBezTo>
                    <a:cubicBezTo>
                      <a:pt x="34" y="49"/>
                      <a:pt x="20" y="49"/>
                      <a:pt x="13" y="52"/>
                    </a:cubicBezTo>
                    <a:cubicBezTo>
                      <a:pt x="13" y="52"/>
                      <a:pt x="5" y="58"/>
                      <a:pt x="0" y="44"/>
                    </a:cubicBezTo>
                    <a:cubicBezTo>
                      <a:pt x="0" y="44"/>
                      <a:pt x="5" y="39"/>
                      <a:pt x="12" y="40"/>
                    </a:cubicBezTo>
                    <a:cubicBezTo>
                      <a:pt x="12" y="40"/>
                      <a:pt x="34" y="44"/>
                      <a:pt x="38" y="35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39" y="20"/>
                      <a:pt x="36" y="18"/>
                      <a:pt x="30" y="21"/>
                    </a:cubicBezTo>
                    <a:cubicBezTo>
                      <a:pt x="30" y="21"/>
                      <a:pt x="20" y="30"/>
                      <a:pt x="16" y="22"/>
                    </a:cubicBezTo>
                    <a:cubicBezTo>
                      <a:pt x="16" y="22"/>
                      <a:pt x="10" y="16"/>
                      <a:pt x="2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</p:grpSp>
        <p:grpSp>
          <p:nvGrpSpPr>
            <p:cNvPr id="47" name="íṥľíḓé"/>
            <p:cNvGrpSpPr/>
            <p:nvPr/>
          </p:nvGrpSpPr>
          <p:grpSpPr>
            <a:xfrm>
              <a:off x="3645458" y="3873595"/>
              <a:ext cx="7018182" cy="227590"/>
              <a:chOff x="4624388" y="3695700"/>
              <a:chExt cx="4210051" cy="136526"/>
            </a:xfrm>
            <a:grpFill/>
          </p:grpSpPr>
          <p:sp>
            <p:nvSpPr>
              <p:cNvPr id="48" name="îš1îde"/>
              <p:cNvSpPr/>
              <p:nvPr/>
            </p:nvSpPr>
            <p:spPr bwMode="auto">
              <a:xfrm>
                <a:off x="4624388" y="3700463"/>
                <a:ext cx="98425" cy="131763"/>
              </a:xfrm>
              <a:custGeom>
                <a:avLst/>
                <a:gdLst>
                  <a:gd name="T0" fmla="*/ 0 w 30"/>
                  <a:gd name="T1" fmla="*/ 40 h 40"/>
                  <a:gd name="T2" fmla="*/ 0 w 30"/>
                  <a:gd name="T3" fmla="*/ 0 h 40"/>
                  <a:gd name="T4" fmla="*/ 15 w 30"/>
                  <a:gd name="T5" fmla="*/ 0 h 40"/>
                  <a:gd name="T6" fmla="*/ 22 w 30"/>
                  <a:gd name="T7" fmla="*/ 1 h 40"/>
                  <a:gd name="T8" fmla="*/ 27 w 30"/>
                  <a:gd name="T9" fmla="*/ 5 h 40"/>
                  <a:gd name="T10" fmla="*/ 28 w 30"/>
                  <a:gd name="T11" fmla="*/ 10 h 40"/>
                  <a:gd name="T12" fmla="*/ 27 w 30"/>
                  <a:gd name="T13" fmla="*/ 15 h 40"/>
                  <a:gd name="T14" fmla="*/ 23 w 30"/>
                  <a:gd name="T15" fmla="*/ 19 h 40"/>
                  <a:gd name="T16" fmla="*/ 28 w 30"/>
                  <a:gd name="T17" fmla="*/ 22 h 40"/>
                  <a:gd name="T18" fmla="*/ 30 w 30"/>
                  <a:gd name="T19" fmla="*/ 28 h 40"/>
                  <a:gd name="T20" fmla="*/ 29 w 30"/>
                  <a:gd name="T21" fmla="*/ 33 h 40"/>
                  <a:gd name="T22" fmla="*/ 26 w 30"/>
                  <a:gd name="T23" fmla="*/ 37 h 40"/>
                  <a:gd name="T24" fmla="*/ 22 w 30"/>
                  <a:gd name="T25" fmla="*/ 39 h 40"/>
                  <a:gd name="T26" fmla="*/ 15 w 30"/>
                  <a:gd name="T27" fmla="*/ 40 h 40"/>
                  <a:gd name="T28" fmla="*/ 0 w 30"/>
                  <a:gd name="T29" fmla="*/ 40 h 40"/>
                  <a:gd name="T30" fmla="*/ 5 w 30"/>
                  <a:gd name="T31" fmla="*/ 17 h 40"/>
                  <a:gd name="T32" fmla="*/ 14 w 30"/>
                  <a:gd name="T33" fmla="*/ 17 h 40"/>
                  <a:gd name="T34" fmla="*/ 19 w 30"/>
                  <a:gd name="T35" fmla="*/ 16 h 40"/>
                  <a:gd name="T36" fmla="*/ 22 w 30"/>
                  <a:gd name="T37" fmla="*/ 14 h 40"/>
                  <a:gd name="T38" fmla="*/ 23 w 30"/>
                  <a:gd name="T39" fmla="*/ 11 h 40"/>
                  <a:gd name="T40" fmla="*/ 22 w 30"/>
                  <a:gd name="T41" fmla="*/ 7 h 40"/>
                  <a:gd name="T42" fmla="*/ 19 w 30"/>
                  <a:gd name="T43" fmla="*/ 5 h 40"/>
                  <a:gd name="T44" fmla="*/ 13 w 30"/>
                  <a:gd name="T45" fmla="*/ 5 h 40"/>
                  <a:gd name="T46" fmla="*/ 5 w 30"/>
                  <a:gd name="T47" fmla="*/ 5 h 40"/>
                  <a:gd name="T48" fmla="*/ 5 w 30"/>
                  <a:gd name="T49" fmla="*/ 17 h 40"/>
                  <a:gd name="T50" fmla="*/ 5 w 30"/>
                  <a:gd name="T51" fmla="*/ 35 h 40"/>
                  <a:gd name="T52" fmla="*/ 15 w 30"/>
                  <a:gd name="T53" fmla="*/ 35 h 40"/>
                  <a:gd name="T54" fmla="*/ 19 w 30"/>
                  <a:gd name="T55" fmla="*/ 35 h 40"/>
                  <a:gd name="T56" fmla="*/ 22 w 30"/>
                  <a:gd name="T57" fmla="*/ 34 h 40"/>
                  <a:gd name="T58" fmla="*/ 24 w 30"/>
                  <a:gd name="T59" fmla="*/ 31 h 40"/>
                  <a:gd name="T60" fmla="*/ 25 w 30"/>
                  <a:gd name="T61" fmla="*/ 28 h 40"/>
                  <a:gd name="T62" fmla="*/ 23 w 30"/>
                  <a:gd name="T63" fmla="*/ 24 h 40"/>
                  <a:gd name="T64" fmla="*/ 20 w 30"/>
                  <a:gd name="T65" fmla="*/ 22 h 40"/>
                  <a:gd name="T66" fmla="*/ 15 w 30"/>
                  <a:gd name="T67" fmla="*/ 21 h 40"/>
                  <a:gd name="T68" fmla="*/ 5 w 30"/>
                  <a:gd name="T69" fmla="*/ 21 h 40"/>
                  <a:gd name="T70" fmla="*/ 5 w 30"/>
                  <a:gd name="T71" fmla="*/ 3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0" h="40">
                    <a:moveTo>
                      <a:pt x="0" y="4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8" y="0"/>
                      <a:pt x="20" y="0"/>
                      <a:pt x="22" y="1"/>
                    </a:cubicBezTo>
                    <a:cubicBezTo>
                      <a:pt x="24" y="2"/>
                      <a:pt x="25" y="3"/>
                      <a:pt x="27" y="5"/>
                    </a:cubicBezTo>
                    <a:cubicBezTo>
                      <a:pt x="28" y="7"/>
                      <a:pt x="28" y="8"/>
                      <a:pt x="28" y="10"/>
                    </a:cubicBezTo>
                    <a:cubicBezTo>
                      <a:pt x="28" y="12"/>
                      <a:pt x="28" y="13"/>
                      <a:pt x="27" y="15"/>
                    </a:cubicBezTo>
                    <a:cubicBezTo>
                      <a:pt x="26" y="16"/>
                      <a:pt x="24" y="18"/>
                      <a:pt x="23" y="19"/>
                    </a:cubicBezTo>
                    <a:cubicBezTo>
                      <a:pt x="25" y="19"/>
                      <a:pt x="27" y="20"/>
                      <a:pt x="28" y="22"/>
                    </a:cubicBezTo>
                    <a:cubicBezTo>
                      <a:pt x="29" y="24"/>
                      <a:pt x="30" y="26"/>
                      <a:pt x="30" y="28"/>
                    </a:cubicBezTo>
                    <a:cubicBezTo>
                      <a:pt x="30" y="30"/>
                      <a:pt x="30" y="32"/>
                      <a:pt x="29" y="33"/>
                    </a:cubicBezTo>
                    <a:cubicBezTo>
                      <a:pt x="28" y="35"/>
                      <a:pt x="27" y="36"/>
                      <a:pt x="26" y="37"/>
                    </a:cubicBezTo>
                    <a:cubicBezTo>
                      <a:pt x="25" y="38"/>
                      <a:pt x="23" y="39"/>
                      <a:pt x="22" y="39"/>
                    </a:cubicBezTo>
                    <a:cubicBezTo>
                      <a:pt x="20" y="39"/>
                      <a:pt x="18" y="40"/>
                      <a:pt x="15" y="40"/>
                    </a:cubicBezTo>
                    <a:cubicBezTo>
                      <a:pt x="0" y="40"/>
                      <a:pt x="0" y="40"/>
                      <a:pt x="0" y="40"/>
                    </a:cubicBezTo>
                    <a:close/>
                    <a:moveTo>
                      <a:pt x="5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6" y="17"/>
                      <a:pt x="18" y="17"/>
                      <a:pt x="19" y="16"/>
                    </a:cubicBezTo>
                    <a:cubicBezTo>
                      <a:pt x="20" y="16"/>
                      <a:pt x="21" y="15"/>
                      <a:pt x="22" y="14"/>
                    </a:cubicBezTo>
                    <a:cubicBezTo>
                      <a:pt x="23" y="13"/>
                      <a:pt x="23" y="12"/>
                      <a:pt x="23" y="11"/>
                    </a:cubicBezTo>
                    <a:cubicBezTo>
                      <a:pt x="23" y="10"/>
                      <a:pt x="23" y="8"/>
                      <a:pt x="22" y="7"/>
                    </a:cubicBezTo>
                    <a:cubicBezTo>
                      <a:pt x="21" y="6"/>
                      <a:pt x="20" y="6"/>
                      <a:pt x="19" y="5"/>
                    </a:cubicBezTo>
                    <a:cubicBezTo>
                      <a:pt x="18" y="5"/>
                      <a:pt x="16" y="5"/>
                      <a:pt x="13" y="5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17"/>
                      <a:pt x="5" y="17"/>
                      <a:pt x="5" y="17"/>
                    </a:cubicBezTo>
                    <a:close/>
                    <a:moveTo>
                      <a:pt x="5" y="35"/>
                    </a:moveTo>
                    <a:cubicBezTo>
                      <a:pt x="15" y="35"/>
                      <a:pt x="15" y="35"/>
                      <a:pt x="15" y="35"/>
                    </a:cubicBezTo>
                    <a:cubicBezTo>
                      <a:pt x="17" y="35"/>
                      <a:pt x="18" y="35"/>
                      <a:pt x="19" y="35"/>
                    </a:cubicBezTo>
                    <a:cubicBezTo>
                      <a:pt x="20" y="35"/>
                      <a:pt x="21" y="34"/>
                      <a:pt x="22" y="34"/>
                    </a:cubicBezTo>
                    <a:cubicBezTo>
                      <a:pt x="23" y="33"/>
                      <a:pt x="23" y="32"/>
                      <a:pt x="24" y="31"/>
                    </a:cubicBezTo>
                    <a:cubicBezTo>
                      <a:pt x="24" y="31"/>
                      <a:pt x="25" y="29"/>
                      <a:pt x="25" y="28"/>
                    </a:cubicBezTo>
                    <a:cubicBezTo>
                      <a:pt x="25" y="27"/>
                      <a:pt x="24" y="25"/>
                      <a:pt x="23" y="24"/>
                    </a:cubicBezTo>
                    <a:cubicBezTo>
                      <a:pt x="23" y="23"/>
                      <a:pt x="22" y="22"/>
                      <a:pt x="20" y="22"/>
                    </a:cubicBezTo>
                    <a:cubicBezTo>
                      <a:pt x="19" y="22"/>
                      <a:pt x="17" y="21"/>
                      <a:pt x="15" y="21"/>
                    </a:cubicBezTo>
                    <a:cubicBezTo>
                      <a:pt x="5" y="21"/>
                      <a:pt x="5" y="21"/>
                      <a:pt x="5" y="21"/>
                    </a:cubicBezTo>
                    <a:lnTo>
                      <a:pt x="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49" name="íSļïďé"/>
              <p:cNvSpPr/>
              <p:nvPr/>
            </p:nvSpPr>
            <p:spPr bwMode="auto">
              <a:xfrm>
                <a:off x="4887913" y="3700463"/>
                <a:ext cx="100013" cy="131763"/>
              </a:xfrm>
              <a:custGeom>
                <a:avLst/>
                <a:gdLst>
                  <a:gd name="T0" fmla="*/ 0 w 63"/>
                  <a:gd name="T1" fmla="*/ 83 h 83"/>
                  <a:gd name="T2" fmla="*/ 0 w 63"/>
                  <a:gd name="T3" fmla="*/ 0 h 83"/>
                  <a:gd name="T4" fmla="*/ 61 w 63"/>
                  <a:gd name="T5" fmla="*/ 0 h 83"/>
                  <a:gd name="T6" fmla="*/ 61 w 63"/>
                  <a:gd name="T7" fmla="*/ 10 h 83"/>
                  <a:gd name="T8" fmla="*/ 13 w 63"/>
                  <a:gd name="T9" fmla="*/ 10 h 83"/>
                  <a:gd name="T10" fmla="*/ 13 w 63"/>
                  <a:gd name="T11" fmla="*/ 35 h 83"/>
                  <a:gd name="T12" fmla="*/ 56 w 63"/>
                  <a:gd name="T13" fmla="*/ 35 h 83"/>
                  <a:gd name="T14" fmla="*/ 56 w 63"/>
                  <a:gd name="T15" fmla="*/ 43 h 83"/>
                  <a:gd name="T16" fmla="*/ 13 w 63"/>
                  <a:gd name="T17" fmla="*/ 43 h 83"/>
                  <a:gd name="T18" fmla="*/ 13 w 63"/>
                  <a:gd name="T19" fmla="*/ 73 h 83"/>
                  <a:gd name="T20" fmla="*/ 63 w 63"/>
                  <a:gd name="T21" fmla="*/ 73 h 83"/>
                  <a:gd name="T22" fmla="*/ 63 w 63"/>
                  <a:gd name="T23" fmla="*/ 83 h 83"/>
                  <a:gd name="T24" fmla="*/ 0 w 63"/>
                  <a:gd name="T2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3" h="83">
                    <a:moveTo>
                      <a:pt x="0" y="83"/>
                    </a:moveTo>
                    <a:lnTo>
                      <a:pt x="0" y="0"/>
                    </a:lnTo>
                    <a:lnTo>
                      <a:pt x="61" y="0"/>
                    </a:lnTo>
                    <a:lnTo>
                      <a:pt x="61" y="10"/>
                    </a:lnTo>
                    <a:lnTo>
                      <a:pt x="13" y="10"/>
                    </a:lnTo>
                    <a:lnTo>
                      <a:pt x="13" y="35"/>
                    </a:lnTo>
                    <a:lnTo>
                      <a:pt x="56" y="35"/>
                    </a:lnTo>
                    <a:lnTo>
                      <a:pt x="56" y="43"/>
                    </a:lnTo>
                    <a:lnTo>
                      <a:pt x="13" y="43"/>
                    </a:lnTo>
                    <a:lnTo>
                      <a:pt x="13" y="73"/>
                    </a:lnTo>
                    <a:lnTo>
                      <a:pt x="63" y="73"/>
                    </a:lnTo>
                    <a:lnTo>
                      <a:pt x="63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0" name="íṥľîḍe"/>
              <p:cNvSpPr/>
              <p:nvPr/>
            </p:nvSpPr>
            <p:spPr bwMode="auto">
              <a:xfrm>
                <a:off x="5156201" y="3700463"/>
                <a:ext cx="15875" cy="1317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1" name="îṧ1iḍê"/>
              <p:cNvSpPr/>
              <p:nvPr/>
            </p:nvSpPr>
            <p:spPr bwMode="auto">
              <a:xfrm>
                <a:off x="5346701" y="3700463"/>
                <a:ext cx="103188" cy="131763"/>
              </a:xfrm>
              <a:custGeom>
                <a:avLst/>
                <a:gdLst>
                  <a:gd name="T0" fmla="*/ 0 w 65"/>
                  <a:gd name="T1" fmla="*/ 83 h 83"/>
                  <a:gd name="T2" fmla="*/ 0 w 65"/>
                  <a:gd name="T3" fmla="*/ 0 h 83"/>
                  <a:gd name="T4" fmla="*/ 11 w 65"/>
                  <a:gd name="T5" fmla="*/ 0 h 83"/>
                  <a:gd name="T6" fmla="*/ 11 w 65"/>
                  <a:gd name="T7" fmla="*/ 33 h 83"/>
                  <a:gd name="T8" fmla="*/ 52 w 65"/>
                  <a:gd name="T9" fmla="*/ 33 h 83"/>
                  <a:gd name="T10" fmla="*/ 52 w 65"/>
                  <a:gd name="T11" fmla="*/ 0 h 83"/>
                  <a:gd name="T12" fmla="*/ 65 w 65"/>
                  <a:gd name="T13" fmla="*/ 0 h 83"/>
                  <a:gd name="T14" fmla="*/ 65 w 65"/>
                  <a:gd name="T15" fmla="*/ 83 h 83"/>
                  <a:gd name="T16" fmla="*/ 52 w 65"/>
                  <a:gd name="T17" fmla="*/ 83 h 83"/>
                  <a:gd name="T18" fmla="*/ 52 w 65"/>
                  <a:gd name="T19" fmla="*/ 43 h 83"/>
                  <a:gd name="T20" fmla="*/ 11 w 65"/>
                  <a:gd name="T21" fmla="*/ 43 h 83"/>
                  <a:gd name="T22" fmla="*/ 11 w 65"/>
                  <a:gd name="T23" fmla="*/ 83 h 83"/>
                  <a:gd name="T24" fmla="*/ 0 w 65"/>
                  <a:gd name="T2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5" h="83">
                    <a:moveTo>
                      <a:pt x="0" y="83"/>
                    </a:moveTo>
                    <a:lnTo>
                      <a:pt x="0" y="0"/>
                    </a:lnTo>
                    <a:lnTo>
                      <a:pt x="11" y="0"/>
                    </a:lnTo>
                    <a:lnTo>
                      <a:pt x="11" y="33"/>
                    </a:lnTo>
                    <a:lnTo>
                      <a:pt x="52" y="33"/>
                    </a:lnTo>
                    <a:lnTo>
                      <a:pt x="52" y="0"/>
                    </a:lnTo>
                    <a:lnTo>
                      <a:pt x="65" y="0"/>
                    </a:lnTo>
                    <a:lnTo>
                      <a:pt x="65" y="83"/>
                    </a:lnTo>
                    <a:lnTo>
                      <a:pt x="52" y="83"/>
                    </a:lnTo>
                    <a:lnTo>
                      <a:pt x="52" y="43"/>
                    </a:lnTo>
                    <a:lnTo>
                      <a:pt x="11" y="43"/>
                    </a:lnTo>
                    <a:lnTo>
                      <a:pt x="11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2" name="îšlïḓe"/>
              <p:cNvSpPr/>
              <p:nvPr/>
            </p:nvSpPr>
            <p:spPr bwMode="auto">
              <a:xfrm>
                <a:off x="5603876" y="3700463"/>
                <a:ext cx="122238" cy="131763"/>
              </a:xfrm>
              <a:custGeom>
                <a:avLst/>
                <a:gdLst>
                  <a:gd name="T0" fmla="*/ 0 w 37"/>
                  <a:gd name="T1" fmla="*/ 40 h 40"/>
                  <a:gd name="T2" fmla="*/ 15 w 37"/>
                  <a:gd name="T3" fmla="*/ 0 h 40"/>
                  <a:gd name="T4" fmla="*/ 21 w 37"/>
                  <a:gd name="T5" fmla="*/ 0 h 40"/>
                  <a:gd name="T6" fmla="*/ 37 w 37"/>
                  <a:gd name="T7" fmla="*/ 40 h 40"/>
                  <a:gd name="T8" fmla="*/ 31 w 37"/>
                  <a:gd name="T9" fmla="*/ 40 h 40"/>
                  <a:gd name="T10" fmla="*/ 26 w 37"/>
                  <a:gd name="T11" fmla="*/ 28 h 40"/>
                  <a:gd name="T12" fmla="*/ 10 w 37"/>
                  <a:gd name="T13" fmla="*/ 28 h 40"/>
                  <a:gd name="T14" fmla="*/ 6 w 37"/>
                  <a:gd name="T15" fmla="*/ 40 h 40"/>
                  <a:gd name="T16" fmla="*/ 0 w 37"/>
                  <a:gd name="T17" fmla="*/ 40 h 40"/>
                  <a:gd name="T18" fmla="*/ 11 w 37"/>
                  <a:gd name="T19" fmla="*/ 23 h 40"/>
                  <a:gd name="T20" fmla="*/ 25 w 37"/>
                  <a:gd name="T21" fmla="*/ 23 h 40"/>
                  <a:gd name="T22" fmla="*/ 21 w 37"/>
                  <a:gd name="T23" fmla="*/ 12 h 40"/>
                  <a:gd name="T24" fmla="*/ 18 w 37"/>
                  <a:gd name="T25" fmla="*/ 4 h 40"/>
                  <a:gd name="T26" fmla="*/ 16 w 37"/>
                  <a:gd name="T27" fmla="*/ 12 h 40"/>
                  <a:gd name="T28" fmla="*/ 11 w 37"/>
                  <a:gd name="T29" fmla="*/ 2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7" h="40">
                    <a:moveTo>
                      <a:pt x="0" y="40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26" y="28"/>
                      <a:pt x="26" y="28"/>
                      <a:pt x="26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0" y="40"/>
                      <a:pt x="0" y="40"/>
                      <a:pt x="0" y="40"/>
                    </a:cubicBezTo>
                    <a:close/>
                    <a:moveTo>
                      <a:pt x="11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19" y="9"/>
                      <a:pt x="18" y="6"/>
                      <a:pt x="18" y="4"/>
                    </a:cubicBezTo>
                    <a:cubicBezTo>
                      <a:pt x="17" y="7"/>
                      <a:pt x="17" y="9"/>
                      <a:pt x="16" y="12"/>
                    </a:cubicBezTo>
                    <a:lnTo>
                      <a:pt x="11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3" name="iṩľiďe"/>
              <p:cNvSpPr/>
              <p:nvPr/>
            </p:nvSpPr>
            <p:spPr bwMode="auto">
              <a:xfrm>
                <a:off x="5881688" y="3700463"/>
                <a:ext cx="101600" cy="131763"/>
              </a:xfrm>
              <a:custGeom>
                <a:avLst/>
                <a:gdLst>
                  <a:gd name="T0" fmla="*/ 0 w 64"/>
                  <a:gd name="T1" fmla="*/ 83 h 83"/>
                  <a:gd name="T2" fmla="*/ 0 w 64"/>
                  <a:gd name="T3" fmla="*/ 0 h 83"/>
                  <a:gd name="T4" fmla="*/ 12 w 64"/>
                  <a:gd name="T5" fmla="*/ 0 h 83"/>
                  <a:gd name="T6" fmla="*/ 54 w 64"/>
                  <a:gd name="T7" fmla="*/ 64 h 83"/>
                  <a:gd name="T8" fmla="*/ 54 w 64"/>
                  <a:gd name="T9" fmla="*/ 0 h 83"/>
                  <a:gd name="T10" fmla="*/ 64 w 64"/>
                  <a:gd name="T11" fmla="*/ 0 h 83"/>
                  <a:gd name="T12" fmla="*/ 64 w 64"/>
                  <a:gd name="T13" fmla="*/ 83 h 83"/>
                  <a:gd name="T14" fmla="*/ 54 w 64"/>
                  <a:gd name="T15" fmla="*/ 83 h 83"/>
                  <a:gd name="T16" fmla="*/ 10 w 64"/>
                  <a:gd name="T17" fmla="*/ 18 h 83"/>
                  <a:gd name="T18" fmla="*/ 10 w 64"/>
                  <a:gd name="T19" fmla="*/ 83 h 83"/>
                  <a:gd name="T20" fmla="*/ 0 w 64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4" h="83">
                    <a:moveTo>
                      <a:pt x="0" y="83"/>
                    </a:moveTo>
                    <a:lnTo>
                      <a:pt x="0" y="0"/>
                    </a:lnTo>
                    <a:lnTo>
                      <a:pt x="12" y="0"/>
                    </a:lnTo>
                    <a:lnTo>
                      <a:pt x="54" y="64"/>
                    </a:lnTo>
                    <a:lnTo>
                      <a:pt x="54" y="0"/>
                    </a:lnTo>
                    <a:lnTo>
                      <a:pt x="64" y="0"/>
                    </a:lnTo>
                    <a:lnTo>
                      <a:pt x="64" y="83"/>
                    </a:lnTo>
                    <a:lnTo>
                      <a:pt x="54" y="83"/>
                    </a:lnTo>
                    <a:lnTo>
                      <a:pt x="10" y="18"/>
                    </a:lnTo>
                    <a:lnTo>
                      <a:pt x="10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4" name="ïṩlíḋè"/>
              <p:cNvSpPr/>
              <p:nvPr/>
            </p:nvSpPr>
            <p:spPr bwMode="auto">
              <a:xfrm>
                <a:off x="6151563" y="3695700"/>
                <a:ext cx="119063" cy="136525"/>
              </a:xfrm>
              <a:custGeom>
                <a:avLst/>
                <a:gdLst>
                  <a:gd name="T0" fmla="*/ 20 w 36"/>
                  <a:gd name="T1" fmla="*/ 25 h 41"/>
                  <a:gd name="T2" fmla="*/ 20 w 36"/>
                  <a:gd name="T3" fmla="*/ 20 h 41"/>
                  <a:gd name="T4" fmla="*/ 36 w 36"/>
                  <a:gd name="T5" fmla="*/ 20 h 41"/>
                  <a:gd name="T6" fmla="*/ 36 w 36"/>
                  <a:gd name="T7" fmla="*/ 35 h 41"/>
                  <a:gd name="T8" fmla="*/ 28 w 36"/>
                  <a:gd name="T9" fmla="*/ 40 h 41"/>
                  <a:gd name="T10" fmla="*/ 20 w 36"/>
                  <a:gd name="T11" fmla="*/ 41 h 41"/>
                  <a:gd name="T12" fmla="*/ 9 w 36"/>
                  <a:gd name="T13" fmla="*/ 39 h 41"/>
                  <a:gd name="T14" fmla="*/ 2 w 36"/>
                  <a:gd name="T15" fmla="*/ 32 h 41"/>
                  <a:gd name="T16" fmla="*/ 0 w 36"/>
                  <a:gd name="T17" fmla="*/ 21 h 41"/>
                  <a:gd name="T18" fmla="*/ 2 w 36"/>
                  <a:gd name="T19" fmla="*/ 10 h 41"/>
                  <a:gd name="T20" fmla="*/ 9 w 36"/>
                  <a:gd name="T21" fmla="*/ 3 h 41"/>
                  <a:gd name="T22" fmla="*/ 20 w 36"/>
                  <a:gd name="T23" fmla="*/ 0 h 41"/>
                  <a:gd name="T24" fmla="*/ 27 w 36"/>
                  <a:gd name="T25" fmla="*/ 2 h 41"/>
                  <a:gd name="T26" fmla="*/ 33 w 36"/>
                  <a:gd name="T27" fmla="*/ 6 h 41"/>
                  <a:gd name="T28" fmla="*/ 36 w 36"/>
                  <a:gd name="T29" fmla="*/ 12 h 41"/>
                  <a:gd name="T30" fmla="*/ 31 w 36"/>
                  <a:gd name="T31" fmla="*/ 13 h 41"/>
                  <a:gd name="T32" fmla="*/ 29 w 36"/>
                  <a:gd name="T33" fmla="*/ 9 h 41"/>
                  <a:gd name="T34" fmla="*/ 25 w 36"/>
                  <a:gd name="T35" fmla="*/ 6 h 41"/>
                  <a:gd name="T36" fmla="*/ 20 w 36"/>
                  <a:gd name="T37" fmla="*/ 5 h 41"/>
                  <a:gd name="T38" fmla="*/ 13 w 36"/>
                  <a:gd name="T39" fmla="*/ 6 h 41"/>
                  <a:gd name="T40" fmla="*/ 9 w 36"/>
                  <a:gd name="T41" fmla="*/ 9 h 41"/>
                  <a:gd name="T42" fmla="*/ 7 w 36"/>
                  <a:gd name="T43" fmla="*/ 13 h 41"/>
                  <a:gd name="T44" fmla="*/ 5 w 36"/>
                  <a:gd name="T45" fmla="*/ 21 h 41"/>
                  <a:gd name="T46" fmla="*/ 7 w 36"/>
                  <a:gd name="T47" fmla="*/ 30 h 41"/>
                  <a:gd name="T48" fmla="*/ 12 w 36"/>
                  <a:gd name="T49" fmla="*/ 35 h 41"/>
                  <a:gd name="T50" fmla="*/ 20 w 36"/>
                  <a:gd name="T51" fmla="*/ 37 h 41"/>
                  <a:gd name="T52" fmla="*/ 26 w 36"/>
                  <a:gd name="T53" fmla="*/ 35 h 41"/>
                  <a:gd name="T54" fmla="*/ 31 w 36"/>
                  <a:gd name="T55" fmla="*/ 32 h 41"/>
                  <a:gd name="T56" fmla="*/ 31 w 36"/>
                  <a:gd name="T57" fmla="*/ 25 h 41"/>
                  <a:gd name="T58" fmla="*/ 20 w 36"/>
                  <a:gd name="T59" fmla="*/ 25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6" h="41">
                    <a:moveTo>
                      <a:pt x="20" y="25"/>
                    </a:moveTo>
                    <a:cubicBezTo>
                      <a:pt x="20" y="20"/>
                      <a:pt x="20" y="20"/>
                      <a:pt x="20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4" y="37"/>
                      <a:pt x="31" y="39"/>
                      <a:pt x="28" y="40"/>
                    </a:cubicBezTo>
                    <a:cubicBezTo>
                      <a:pt x="26" y="41"/>
                      <a:pt x="23" y="41"/>
                      <a:pt x="20" y="41"/>
                    </a:cubicBezTo>
                    <a:cubicBezTo>
                      <a:pt x="16" y="41"/>
                      <a:pt x="13" y="40"/>
                      <a:pt x="9" y="39"/>
                    </a:cubicBezTo>
                    <a:cubicBezTo>
                      <a:pt x="6" y="37"/>
                      <a:pt x="4" y="35"/>
                      <a:pt x="2" y="32"/>
                    </a:cubicBezTo>
                    <a:cubicBezTo>
                      <a:pt x="1" y="28"/>
                      <a:pt x="0" y="25"/>
                      <a:pt x="0" y="21"/>
                    </a:cubicBezTo>
                    <a:cubicBezTo>
                      <a:pt x="0" y="17"/>
                      <a:pt x="1" y="14"/>
                      <a:pt x="2" y="10"/>
                    </a:cubicBezTo>
                    <a:cubicBezTo>
                      <a:pt x="4" y="7"/>
                      <a:pt x="6" y="4"/>
                      <a:pt x="9" y="3"/>
                    </a:cubicBezTo>
                    <a:cubicBezTo>
                      <a:pt x="12" y="1"/>
                      <a:pt x="16" y="0"/>
                      <a:pt x="20" y="0"/>
                    </a:cubicBezTo>
                    <a:cubicBezTo>
                      <a:pt x="22" y="0"/>
                      <a:pt x="25" y="1"/>
                      <a:pt x="27" y="2"/>
                    </a:cubicBezTo>
                    <a:cubicBezTo>
                      <a:pt x="30" y="3"/>
                      <a:pt x="31" y="4"/>
                      <a:pt x="33" y="6"/>
                    </a:cubicBezTo>
                    <a:cubicBezTo>
                      <a:pt x="34" y="7"/>
                      <a:pt x="35" y="9"/>
                      <a:pt x="36" y="12"/>
                    </a:cubicBezTo>
                    <a:cubicBezTo>
                      <a:pt x="31" y="13"/>
                      <a:pt x="31" y="13"/>
                      <a:pt x="31" y="13"/>
                    </a:cubicBezTo>
                    <a:cubicBezTo>
                      <a:pt x="30" y="11"/>
                      <a:pt x="30" y="10"/>
                      <a:pt x="29" y="9"/>
                    </a:cubicBezTo>
                    <a:cubicBezTo>
                      <a:pt x="28" y="8"/>
                      <a:pt x="27" y="7"/>
                      <a:pt x="25" y="6"/>
                    </a:cubicBezTo>
                    <a:cubicBezTo>
                      <a:pt x="23" y="5"/>
                      <a:pt x="22" y="5"/>
                      <a:pt x="20" y="5"/>
                    </a:cubicBezTo>
                    <a:cubicBezTo>
                      <a:pt x="17" y="5"/>
                      <a:pt x="15" y="5"/>
                      <a:pt x="13" y="6"/>
                    </a:cubicBezTo>
                    <a:cubicBezTo>
                      <a:pt x="12" y="7"/>
                      <a:pt x="10" y="8"/>
                      <a:pt x="9" y="9"/>
                    </a:cubicBezTo>
                    <a:cubicBezTo>
                      <a:pt x="8" y="10"/>
                      <a:pt x="7" y="11"/>
                      <a:pt x="7" y="13"/>
                    </a:cubicBezTo>
                    <a:cubicBezTo>
                      <a:pt x="6" y="15"/>
                      <a:pt x="5" y="18"/>
                      <a:pt x="5" y="21"/>
                    </a:cubicBezTo>
                    <a:cubicBezTo>
                      <a:pt x="5" y="24"/>
                      <a:pt x="6" y="27"/>
                      <a:pt x="7" y="30"/>
                    </a:cubicBezTo>
                    <a:cubicBezTo>
                      <a:pt x="8" y="32"/>
                      <a:pt x="10" y="34"/>
                      <a:pt x="12" y="35"/>
                    </a:cubicBezTo>
                    <a:cubicBezTo>
                      <a:pt x="15" y="36"/>
                      <a:pt x="17" y="37"/>
                      <a:pt x="20" y="37"/>
                    </a:cubicBezTo>
                    <a:cubicBezTo>
                      <a:pt x="22" y="37"/>
                      <a:pt x="24" y="36"/>
                      <a:pt x="26" y="35"/>
                    </a:cubicBezTo>
                    <a:cubicBezTo>
                      <a:pt x="28" y="34"/>
                      <a:pt x="30" y="33"/>
                      <a:pt x="31" y="32"/>
                    </a:cubicBezTo>
                    <a:cubicBezTo>
                      <a:pt x="31" y="25"/>
                      <a:pt x="31" y="25"/>
                      <a:pt x="31" y="25"/>
                    </a:cubicBezTo>
                    <a:lnTo>
                      <a:pt x="20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5" name="iṩľíḋé"/>
              <p:cNvSpPr/>
              <p:nvPr/>
            </p:nvSpPr>
            <p:spPr bwMode="auto">
              <a:xfrm>
                <a:off x="6478588" y="3700463"/>
                <a:ext cx="106363" cy="131763"/>
              </a:xfrm>
              <a:custGeom>
                <a:avLst/>
                <a:gdLst>
                  <a:gd name="T0" fmla="*/ 26 w 32"/>
                  <a:gd name="T1" fmla="*/ 0 h 40"/>
                  <a:gd name="T2" fmla="*/ 32 w 32"/>
                  <a:gd name="T3" fmla="*/ 0 h 40"/>
                  <a:gd name="T4" fmla="*/ 32 w 32"/>
                  <a:gd name="T5" fmla="*/ 23 h 40"/>
                  <a:gd name="T6" fmla="*/ 30 w 32"/>
                  <a:gd name="T7" fmla="*/ 32 h 40"/>
                  <a:gd name="T8" fmla="*/ 25 w 32"/>
                  <a:gd name="T9" fmla="*/ 38 h 40"/>
                  <a:gd name="T10" fmla="*/ 16 w 32"/>
                  <a:gd name="T11" fmla="*/ 40 h 40"/>
                  <a:gd name="T12" fmla="*/ 7 w 32"/>
                  <a:gd name="T13" fmla="*/ 38 h 40"/>
                  <a:gd name="T14" fmla="*/ 2 w 32"/>
                  <a:gd name="T15" fmla="*/ 33 h 40"/>
                  <a:gd name="T16" fmla="*/ 0 w 32"/>
                  <a:gd name="T17" fmla="*/ 23 h 40"/>
                  <a:gd name="T18" fmla="*/ 0 w 32"/>
                  <a:gd name="T19" fmla="*/ 0 h 40"/>
                  <a:gd name="T20" fmla="*/ 6 w 32"/>
                  <a:gd name="T21" fmla="*/ 0 h 40"/>
                  <a:gd name="T22" fmla="*/ 6 w 32"/>
                  <a:gd name="T23" fmla="*/ 23 h 40"/>
                  <a:gd name="T24" fmla="*/ 7 w 32"/>
                  <a:gd name="T25" fmla="*/ 30 h 40"/>
                  <a:gd name="T26" fmla="*/ 10 w 32"/>
                  <a:gd name="T27" fmla="*/ 34 h 40"/>
                  <a:gd name="T28" fmla="*/ 16 w 32"/>
                  <a:gd name="T29" fmla="*/ 36 h 40"/>
                  <a:gd name="T30" fmla="*/ 24 w 32"/>
                  <a:gd name="T31" fmla="*/ 33 h 40"/>
                  <a:gd name="T32" fmla="*/ 26 w 32"/>
                  <a:gd name="T33" fmla="*/ 23 h 40"/>
                  <a:gd name="T34" fmla="*/ 26 w 32"/>
                  <a:gd name="T3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2" h="40">
                    <a:moveTo>
                      <a:pt x="26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2" y="27"/>
                      <a:pt x="31" y="30"/>
                      <a:pt x="30" y="32"/>
                    </a:cubicBezTo>
                    <a:cubicBezTo>
                      <a:pt x="29" y="35"/>
                      <a:pt x="28" y="37"/>
                      <a:pt x="25" y="38"/>
                    </a:cubicBezTo>
                    <a:cubicBezTo>
                      <a:pt x="23" y="40"/>
                      <a:pt x="20" y="40"/>
                      <a:pt x="16" y="40"/>
                    </a:cubicBezTo>
                    <a:cubicBezTo>
                      <a:pt x="12" y="40"/>
                      <a:pt x="9" y="40"/>
                      <a:pt x="7" y="38"/>
                    </a:cubicBezTo>
                    <a:cubicBezTo>
                      <a:pt x="5" y="37"/>
                      <a:pt x="3" y="35"/>
                      <a:pt x="2" y="33"/>
                    </a:cubicBezTo>
                    <a:cubicBezTo>
                      <a:pt x="1" y="30"/>
                      <a:pt x="0" y="27"/>
                      <a:pt x="0" y="2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6"/>
                      <a:pt x="6" y="29"/>
                      <a:pt x="7" y="30"/>
                    </a:cubicBezTo>
                    <a:cubicBezTo>
                      <a:pt x="7" y="32"/>
                      <a:pt x="8" y="33"/>
                      <a:pt x="10" y="34"/>
                    </a:cubicBezTo>
                    <a:cubicBezTo>
                      <a:pt x="11" y="35"/>
                      <a:pt x="13" y="36"/>
                      <a:pt x="16" y="36"/>
                    </a:cubicBezTo>
                    <a:cubicBezTo>
                      <a:pt x="19" y="36"/>
                      <a:pt x="22" y="35"/>
                      <a:pt x="24" y="33"/>
                    </a:cubicBezTo>
                    <a:cubicBezTo>
                      <a:pt x="25" y="31"/>
                      <a:pt x="26" y="28"/>
                      <a:pt x="26" y="23"/>
                    </a:cubicBezTo>
                    <a:lnTo>
                      <a:pt x="2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6" name="iṧlíḓé"/>
              <p:cNvSpPr/>
              <p:nvPr/>
            </p:nvSpPr>
            <p:spPr bwMode="auto">
              <a:xfrm>
                <a:off x="6753226" y="3700463"/>
                <a:ext cx="101600" cy="131763"/>
              </a:xfrm>
              <a:custGeom>
                <a:avLst/>
                <a:gdLst>
                  <a:gd name="T0" fmla="*/ 0 w 64"/>
                  <a:gd name="T1" fmla="*/ 83 h 83"/>
                  <a:gd name="T2" fmla="*/ 0 w 64"/>
                  <a:gd name="T3" fmla="*/ 0 h 83"/>
                  <a:gd name="T4" fmla="*/ 12 w 64"/>
                  <a:gd name="T5" fmla="*/ 0 h 83"/>
                  <a:gd name="T6" fmla="*/ 54 w 64"/>
                  <a:gd name="T7" fmla="*/ 64 h 83"/>
                  <a:gd name="T8" fmla="*/ 54 w 64"/>
                  <a:gd name="T9" fmla="*/ 0 h 83"/>
                  <a:gd name="T10" fmla="*/ 64 w 64"/>
                  <a:gd name="T11" fmla="*/ 0 h 83"/>
                  <a:gd name="T12" fmla="*/ 64 w 64"/>
                  <a:gd name="T13" fmla="*/ 83 h 83"/>
                  <a:gd name="T14" fmla="*/ 54 w 64"/>
                  <a:gd name="T15" fmla="*/ 83 h 83"/>
                  <a:gd name="T16" fmla="*/ 10 w 64"/>
                  <a:gd name="T17" fmla="*/ 18 h 83"/>
                  <a:gd name="T18" fmla="*/ 10 w 64"/>
                  <a:gd name="T19" fmla="*/ 83 h 83"/>
                  <a:gd name="T20" fmla="*/ 0 w 64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4" h="83">
                    <a:moveTo>
                      <a:pt x="0" y="83"/>
                    </a:moveTo>
                    <a:lnTo>
                      <a:pt x="0" y="0"/>
                    </a:lnTo>
                    <a:lnTo>
                      <a:pt x="12" y="0"/>
                    </a:lnTo>
                    <a:lnTo>
                      <a:pt x="54" y="64"/>
                    </a:lnTo>
                    <a:lnTo>
                      <a:pt x="54" y="0"/>
                    </a:lnTo>
                    <a:lnTo>
                      <a:pt x="64" y="0"/>
                    </a:lnTo>
                    <a:lnTo>
                      <a:pt x="64" y="83"/>
                    </a:lnTo>
                    <a:lnTo>
                      <a:pt x="54" y="83"/>
                    </a:lnTo>
                    <a:lnTo>
                      <a:pt x="10" y="18"/>
                    </a:lnTo>
                    <a:lnTo>
                      <a:pt x="10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7" name="íṥľide"/>
              <p:cNvSpPr/>
              <p:nvPr/>
            </p:nvSpPr>
            <p:spPr bwMode="auto">
              <a:xfrm>
                <a:off x="7029451" y="3700463"/>
                <a:ext cx="15875" cy="1317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8" name="ïṩlîḑè"/>
              <p:cNvSpPr/>
              <p:nvPr/>
            </p:nvSpPr>
            <p:spPr bwMode="auto">
              <a:xfrm>
                <a:off x="7207251" y="3700463"/>
                <a:ext cx="119063" cy="131763"/>
              </a:xfrm>
              <a:custGeom>
                <a:avLst/>
                <a:gdLst>
                  <a:gd name="T0" fmla="*/ 15 w 36"/>
                  <a:gd name="T1" fmla="*/ 40 h 40"/>
                  <a:gd name="T2" fmla="*/ 0 w 36"/>
                  <a:gd name="T3" fmla="*/ 0 h 40"/>
                  <a:gd name="T4" fmla="*/ 5 w 36"/>
                  <a:gd name="T5" fmla="*/ 0 h 40"/>
                  <a:gd name="T6" fmla="*/ 15 w 36"/>
                  <a:gd name="T7" fmla="*/ 29 h 40"/>
                  <a:gd name="T8" fmla="*/ 18 w 36"/>
                  <a:gd name="T9" fmla="*/ 35 h 40"/>
                  <a:gd name="T10" fmla="*/ 20 w 36"/>
                  <a:gd name="T11" fmla="*/ 29 h 40"/>
                  <a:gd name="T12" fmla="*/ 30 w 36"/>
                  <a:gd name="T13" fmla="*/ 0 h 40"/>
                  <a:gd name="T14" fmla="*/ 36 w 36"/>
                  <a:gd name="T15" fmla="*/ 0 h 40"/>
                  <a:gd name="T16" fmla="*/ 20 w 36"/>
                  <a:gd name="T17" fmla="*/ 40 h 40"/>
                  <a:gd name="T18" fmla="*/ 15 w 36"/>
                  <a:gd name="T19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40">
                    <a:moveTo>
                      <a:pt x="15" y="4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6" y="31"/>
                      <a:pt x="17" y="33"/>
                      <a:pt x="18" y="35"/>
                    </a:cubicBezTo>
                    <a:cubicBezTo>
                      <a:pt x="18" y="33"/>
                      <a:pt x="19" y="31"/>
                      <a:pt x="20" y="29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20" y="40"/>
                      <a:pt x="20" y="40"/>
                      <a:pt x="20" y="40"/>
                    </a:cubicBezTo>
                    <a:lnTo>
                      <a:pt x="15" y="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59" name="í$ḷiḓê"/>
              <p:cNvSpPr/>
              <p:nvPr/>
            </p:nvSpPr>
            <p:spPr bwMode="auto">
              <a:xfrm>
                <a:off x="7485063" y="3700463"/>
                <a:ext cx="95250" cy="131763"/>
              </a:xfrm>
              <a:custGeom>
                <a:avLst/>
                <a:gdLst>
                  <a:gd name="T0" fmla="*/ 0 w 60"/>
                  <a:gd name="T1" fmla="*/ 83 h 83"/>
                  <a:gd name="T2" fmla="*/ 0 w 60"/>
                  <a:gd name="T3" fmla="*/ 0 h 83"/>
                  <a:gd name="T4" fmla="*/ 58 w 60"/>
                  <a:gd name="T5" fmla="*/ 0 h 83"/>
                  <a:gd name="T6" fmla="*/ 58 w 60"/>
                  <a:gd name="T7" fmla="*/ 10 h 83"/>
                  <a:gd name="T8" fmla="*/ 10 w 60"/>
                  <a:gd name="T9" fmla="*/ 10 h 83"/>
                  <a:gd name="T10" fmla="*/ 10 w 60"/>
                  <a:gd name="T11" fmla="*/ 35 h 83"/>
                  <a:gd name="T12" fmla="*/ 56 w 60"/>
                  <a:gd name="T13" fmla="*/ 35 h 83"/>
                  <a:gd name="T14" fmla="*/ 56 w 60"/>
                  <a:gd name="T15" fmla="*/ 43 h 83"/>
                  <a:gd name="T16" fmla="*/ 10 w 60"/>
                  <a:gd name="T17" fmla="*/ 43 h 83"/>
                  <a:gd name="T18" fmla="*/ 10 w 60"/>
                  <a:gd name="T19" fmla="*/ 73 h 83"/>
                  <a:gd name="T20" fmla="*/ 60 w 60"/>
                  <a:gd name="T21" fmla="*/ 73 h 83"/>
                  <a:gd name="T22" fmla="*/ 60 w 60"/>
                  <a:gd name="T23" fmla="*/ 83 h 83"/>
                  <a:gd name="T24" fmla="*/ 0 w 60"/>
                  <a:gd name="T2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" h="83">
                    <a:moveTo>
                      <a:pt x="0" y="83"/>
                    </a:moveTo>
                    <a:lnTo>
                      <a:pt x="0" y="0"/>
                    </a:lnTo>
                    <a:lnTo>
                      <a:pt x="58" y="0"/>
                    </a:lnTo>
                    <a:lnTo>
                      <a:pt x="58" y="10"/>
                    </a:lnTo>
                    <a:lnTo>
                      <a:pt x="10" y="10"/>
                    </a:lnTo>
                    <a:lnTo>
                      <a:pt x="10" y="35"/>
                    </a:lnTo>
                    <a:lnTo>
                      <a:pt x="56" y="35"/>
                    </a:lnTo>
                    <a:lnTo>
                      <a:pt x="56" y="43"/>
                    </a:lnTo>
                    <a:lnTo>
                      <a:pt x="10" y="43"/>
                    </a:lnTo>
                    <a:lnTo>
                      <a:pt x="10" y="73"/>
                    </a:lnTo>
                    <a:lnTo>
                      <a:pt x="60" y="73"/>
                    </a:lnTo>
                    <a:lnTo>
                      <a:pt x="60" y="83"/>
                    </a:lnTo>
                    <a:lnTo>
                      <a:pt x="0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0" name="ïṡļîdê"/>
              <p:cNvSpPr/>
              <p:nvPr/>
            </p:nvSpPr>
            <p:spPr bwMode="auto">
              <a:xfrm>
                <a:off x="7745413" y="3700463"/>
                <a:ext cx="115888" cy="131763"/>
              </a:xfrm>
              <a:custGeom>
                <a:avLst/>
                <a:gdLst>
                  <a:gd name="T0" fmla="*/ 0 w 35"/>
                  <a:gd name="T1" fmla="*/ 40 h 40"/>
                  <a:gd name="T2" fmla="*/ 0 w 35"/>
                  <a:gd name="T3" fmla="*/ 0 h 40"/>
                  <a:gd name="T4" fmla="*/ 18 w 35"/>
                  <a:gd name="T5" fmla="*/ 0 h 40"/>
                  <a:gd name="T6" fmla="*/ 26 w 35"/>
                  <a:gd name="T7" fmla="*/ 1 h 40"/>
                  <a:gd name="T8" fmla="*/ 30 w 35"/>
                  <a:gd name="T9" fmla="*/ 5 h 40"/>
                  <a:gd name="T10" fmla="*/ 32 w 35"/>
                  <a:gd name="T11" fmla="*/ 11 h 40"/>
                  <a:gd name="T12" fmla="*/ 29 w 35"/>
                  <a:gd name="T13" fmla="*/ 18 h 40"/>
                  <a:gd name="T14" fmla="*/ 21 w 35"/>
                  <a:gd name="T15" fmla="*/ 22 h 40"/>
                  <a:gd name="T16" fmla="*/ 24 w 35"/>
                  <a:gd name="T17" fmla="*/ 24 h 40"/>
                  <a:gd name="T18" fmla="*/ 28 w 35"/>
                  <a:gd name="T19" fmla="*/ 29 h 40"/>
                  <a:gd name="T20" fmla="*/ 35 w 35"/>
                  <a:gd name="T21" fmla="*/ 40 h 40"/>
                  <a:gd name="T22" fmla="*/ 29 w 35"/>
                  <a:gd name="T23" fmla="*/ 40 h 40"/>
                  <a:gd name="T24" fmla="*/ 23 w 35"/>
                  <a:gd name="T25" fmla="*/ 31 h 40"/>
                  <a:gd name="T26" fmla="*/ 20 w 35"/>
                  <a:gd name="T27" fmla="*/ 26 h 40"/>
                  <a:gd name="T28" fmla="*/ 17 w 35"/>
                  <a:gd name="T29" fmla="*/ 23 h 40"/>
                  <a:gd name="T30" fmla="*/ 15 w 35"/>
                  <a:gd name="T31" fmla="*/ 22 h 40"/>
                  <a:gd name="T32" fmla="*/ 12 w 35"/>
                  <a:gd name="T33" fmla="*/ 22 h 40"/>
                  <a:gd name="T34" fmla="*/ 6 w 35"/>
                  <a:gd name="T35" fmla="*/ 22 h 40"/>
                  <a:gd name="T36" fmla="*/ 6 w 35"/>
                  <a:gd name="T37" fmla="*/ 40 h 40"/>
                  <a:gd name="T38" fmla="*/ 0 w 35"/>
                  <a:gd name="T39" fmla="*/ 40 h 40"/>
                  <a:gd name="T40" fmla="*/ 6 w 35"/>
                  <a:gd name="T41" fmla="*/ 18 h 40"/>
                  <a:gd name="T42" fmla="*/ 17 w 35"/>
                  <a:gd name="T43" fmla="*/ 18 h 40"/>
                  <a:gd name="T44" fmla="*/ 22 w 35"/>
                  <a:gd name="T45" fmla="*/ 17 h 40"/>
                  <a:gd name="T46" fmla="*/ 26 w 35"/>
                  <a:gd name="T47" fmla="*/ 14 h 40"/>
                  <a:gd name="T48" fmla="*/ 27 w 35"/>
                  <a:gd name="T49" fmla="*/ 11 h 40"/>
                  <a:gd name="T50" fmla="*/ 25 w 35"/>
                  <a:gd name="T51" fmla="*/ 6 h 40"/>
                  <a:gd name="T52" fmla="*/ 18 w 35"/>
                  <a:gd name="T53" fmla="*/ 4 h 40"/>
                  <a:gd name="T54" fmla="*/ 6 w 35"/>
                  <a:gd name="T55" fmla="*/ 4 h 40"/>
                  <a:gd name="T56" fmla="*/ 6 w 35"/>
                  <a:gd name="T57" fmla="*/ 1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5" h="40">
                    <a:moveTo>
                      <a:pt x="0" y="4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1" y="0"/>
                      <a:pt x="24" y="0"/>
                      <a:pt x="26" y="1"/>
                    </a:cubicBezTo>
                    <a:cubicBezTo>
                      <a:pt x="28" y="2"/>
                      <a:pt x="29" y="3"/>
                      <a:pt x="30" y="5"/>
                    </a:cubicBezTo>
                    <a:cubicBezTo>
                      <a:pt x="31" y="7"/>
                      <a:pt x="32" y="9"/>
                      <a:pt x="32" y="11"/>
                    </a:cubicBezTo>
                    <a:cubicBezTo>
                      <a:pt x="32" y="14"/>
                      <a:pt x="31" y="16"/>
                      <a:pt x="29" y="18"/>
                    </a:cubicBezTo>
                    <a:cubicBezTo>
                      <a:pt x="27" y="20"/>
                      <a:pt x="25" y="21"/>
                      <a:pt x="21" y="22"/>
                    </a:cubicBezTo>
                    <a:cubicBezTo>
                      <a:pt x="22" y="22"/>
                      <a:pt x="23" y="23"/>
                      <a:pt x="24" y="24"/>
                    </a:cubicBezTo>
                    <a:cubicBezTo>
                      <a:pt x="25" y="25"/>
                      <a:pt x="27" y="27"/>
                      <a:pt x="28" y="2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3" y="31"/>
                      <a:pt x="23" y="31"/>
                      <a:pt x="23" y="31"/>
                    </a:cubicBezTo>
                    <a:cubicBezTo>
                      <a:pt x="22" y="29"/>
                      <a:pt x="21" y="27"/>
                      <a:pt x="20" y="26"/>
                    </a:cubicBezTo>
                    <a:cubicBezTo>
                      <a:pt x="19" y="25"/>
                      <a:pt x="18" y="24"/>
                      <a:pt x="17" y="23"/>
                    </a:cubicBezTo>
                    <a:cubicBezTo>
                      <a:pt x="16" y="23"/>
                      <a:pt x="15" y="22"/>
                      <a:pt x="15" y="22"/>
                    </a:cubicBezTo>
                    <a:cubicBezTo>
                      <a:pt x="14" y="22"/>
                      <a:pt x="13" y="22"/>
                      <a:pt x="12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0" y="40"/>
                      <a:pt x="0" y="40"/>
                      <a:pt x="0" y="40"/>
                    </a:cubicBezTo>
                    <a:close/>
                    <a:moveTo>
                      <a:pt x="6" y="18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9" y="18"/>
                      <a:pt x="21" y="17"/>
                      <a:pt x="22" y="17"/>
                    </a:cubicBezTo>
                    <a:cubicBezTo>
                      <a:pt x="24" y="16"/>
                      <a:pt x="25" y="15"/>
                      <a:pt x="26" y="14"/>
                    </a:cubicBezTo>
                    <a:cubicBezTo>
                      <a:pt x="26" y="13"/>
                      <a:pt x="27" y="12"/>
                      <a:pt x="27" y="11"/>
                    </a:cubicBezTo>
                    <a:cubicBezTo>
                      <a:pt x="27" y="9"/>
                      <a:pt x="26" y="7"/>
                      <a:pt x="25" y="6"/>
                    </a:cubicBezTo>
                    <a:cubicBezTo>
                      <a:pt x="23" y="5"/>
                      <a:pt x="21" y="4"/>
                      <a:pt x="18" y="4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1" name="ísḷíďê"/>
              <p:cNvSpPr/>
              <p:nvPr/>
            </p:nvSpPr>
            <p:spPr bwMode="auto">
              <a:xfrm>
                <a:off x="8012113" y="3695700"/>
                <a:ext cx="106363" cy="136525"/>
              </a:xfrm>
              <a:custGeom>
                <a:avLst/>
                <a:gdLst>
                  <a:gd name="T0" fmla="*/ 0 w 32"/>
                  <a:gd name="T1" fmla="*/ 28 h 41"/>
                  <a:gd name="T2" fmla="*/ 5 w 32"/>
                  <a:gd name="T3" fmla="*/ 27 h 41"/>
                  <a:gd name="T4" fmla="*/ 7 w 32"/>
                  <a:gd name="T5" fmla="*/ 32 h 41"/>
                  <a:gd name="T6" fmla="*/ 11 w 32"/>
                  <a:gd name="T7" fmla="*/ 35 h 41"/>
                  <a:gd name="T8" fmla="*/ 17 w 32"/>
                  <a:gd name="T9" fmla="*/ 37 h 41"/>
                  <a:gd name="T10" fmla="*/ 22 w 32"/>
                  <a:gd name="T11" fmla="*/ 36 h 41"/>
                  <a:gd name="T12" fmla="*/ 26 w 32"/>
                  <a:gd name="T13" fmla="*/ 33 h 41"/>
                  <a:gd name="T14" fmla="*/ 27 w 32"/>
                  <a:gd name="T15" fmla="*/ 30 h 41"/>
                  <a:gd name="T16" fmla="*/ 26 w 32"/>
                  <a:gd name="T17" fmla="*/ 27 h 41"/>
                  <a:gd name="T18" fmla="*/ 22 w 32"/>
                  <a:gd name="T19" fmla="*/ 24 h 41"/>
                  <a:gd name="T20" fmla="*/ 15 w 32"/>
                  <a:gd name="T21" fmla="*/ 22 h 41"/>
                  <a:gd name="T22" fmla="*/ 8 w 32"/>
                  <a:gd name="T23" fmla="*/ 20 h 41"/>
                  <a:gd name="T24" fmla="*/ 3 w 32"/>
                  <a:gd name="T25" fmla="*/ 16 h 41"/>
                  <a:gd name="T26" fmla="*/ 2 w 32"/>
                  <a:gd name="T27" fmla="*/ 11 h 41"/>
                  <a:gd name="T28" fmla="*/ 4 w 32"/>
                  <a:gd name="T29" fmla="*/ 6 h 41"/>
                  <a:gd name="T30" fmla="*/ 9 w 32"/>
                  <a:gd name="T31" fmla="*/ 2 h 41"/>
                  <a:gd name="T32" fmla="*/ 16 w 32"/>
                  <a:gd name="T33" fmla="*/ 0 h 41"/>
                  <a:gd name="T34" fmla="*/ 24 w 32"/>
                  <a:gd name="T35" fmla="*/ 2 h 41"/>
                  <a:gd name="T36" fmla="*/ 29 w 32"/>
                  <a:gd name="T37" fmla="*/ 6 h 41"/>
                  <a:gd name="T38" fmla="*/ 31 w 32"/>
                  <a:gd name="T39" fmla="*/ 12 h 41"/>
                  <a:gd name="T40" fmla="*/ 26 w 32"/>
                  <a:gd name="T41" fmla="*/ 13 h 41"/>
                  <a:gd name="T42" fmla="*/ 23 w 32"/>
                  <a:gd name="T43" fmla="*/ 7 h 41"/>
                  <a:gd name="T44" fmla="*/ 16 w 32"/>
                  <a:gd name="T45" fmla="*/ 5 h 41"/>
                  <a:gd name="T46" fmla="*/ 9 w 32"/>
                  <a:gd name="T47" fmla="*/ 7 h 41"/>
                  <a:gd name="T48" fmla="*/ 7 w 32"/>
                  <a:gd name="T49" fmla="*/ 11 h 41"/>
                  <a:gd name="T50" fmla="*/ 8 w 32"/>
                  <a:gd name="T51" fmla="*/ 14 h 41"/>
                  <a:gd name="T52" fmla="*/ 16 w 32"/>
                  <a:gd name="T53" fmla="*/ 17 h 41"/>
                  <a:gd name="T54" fmla="*/ 25 w 32"/>
                  <a:gd name="T55" fmla="*/ 20 h 41"/>
                  <a:gd name="T56" fmla="*/ 30 w 32"/>
                  <a:gd name="T57" fmla="*/ 24 h 41"/>
                  <a:gd name="T58" fmla="*/ 32 w 32"/>
                  <a:gd name="T59" fmla="*/ 29 h 41"/>
                  <a:gd name="T60" fmla="*/ 30 w 32"/>
                  <a:gd name="T61" fmla="*/ 35 h 41"/>
                  <a:gd name="T62" fmla="*/ 25 w 32"/>
                  <a:gd name="T63" fmla="*/ 40 h 41"/>
                  <a:gd name="T64" fmla="*/ 17 w 32"/>
                  <a:gd name="T65" fmla="*/ 41 h 41"/>
                  <a:gd name="T66" fmla="*/ 8 w 32"/>
                  <a:gd name="T67" fmla="*/ 40 h 41"/>
                  <a:gd name="T68" fmla="*/ 3 w 32"/>
                  <a:gd name="T69" fmla="*/ 35 h 41"/>
                  <a:gd name="T70" fmla="*/ 0 w 32"/>
                  <a:gd name="T71" fmla="*/ 28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2" h="41">
                    <a:moveTo>
                      <a:pt x="0" y="28"/>
                    </a:moveTo>
                    <a:cubicBezTo>
                      <a:pt x="5" y="27"/>
                      <a:pt x="5" y="27"/>
                      <a:pt x="5" y="27"/>
                    </a:cubicBezTo>
                    <a:cubicBezTo>
                      <a:pt x="6" y="29"/>
                      <a:pt x="6" y="31"/>
                      <a:pt x="7" y="32"/>
                    </a:cubicBezTo>
                    <a:cubicBezTo>
                      <a:pt x="8" y="34"/>
                      <a:pt x="9" y="35"/>
                      <a:pt x="11" y="35"/>
                    </a:cubicBezTo>
                    <a:cubicBezTo>
                      <a:pt x="13" y="36"/>
                      <a:pt x="15" y="37"/>
                      <a:pt x="17" y="37"/>
                    </a:cubicBezTo>
                    <a:cubicBezTo>
                      <a:pt x="19" y="37"/>
                      <a:pt x="21" y="36"/>
                      <a:pt x="22" y="36"/>
                    </a:cubicBezTo>
                    <a:cubicBezTo>
                      <a:pt x="24" y="35"/>
                      <a:pt x="25" y="34"/>
                      <a:pt x="26" y="33"/>
                    </a:cubicBezTo>
                    <a:cubicBezTo>
                      <a:pt x="26" y="32"/>
                      <a:pt x="27" y="31"/>
                      <a:pt x="27" y="30"/>
                    </a:cubicBezTo>
                    <a:cubicBezTo>
                      <a:pt x="27" y="29"/>
                      <a:pt x="26" y="28"/>
                      <a:pt x="26" y="27"/>
                    </a:cubicBezTo>
                    <a:cubicBezTo>
                      <a:pt x="25" y="26"/>
                      <a:pt x="24" y="25"/>
                      <a:pt x="22" y="24"/>
                    </a:cubicBezTo>
                    <a:cubicBezTo>
                      <a:pt x="21" y="24"/>
                      <a:pt x="19" y="23"/>
                      <a:pt x="15" y="22"/>
                    </a:cubicBezTo>
                    <a:cubicBezTo>
                      <a:pt x="12" y="21"/>
                      <a:pt x="9" y="21"/>
                      <a:pt x="8" y="20"/>
                    </a:cubicBezTo>
                    <a:cubicBezTo>
                      <a:pt x="6" y="19"/>
                      <a:pt x="4" y="18"/>
                      <a:pt x="3" y="16"/>
                    </a:cubicBezTo>
                    <a:cubicBezTo>
                      <a:pt x="2" y="15"/>
                      <a:pt x="2" y="13"/>
                      <a:pt x="2" y="11"/>
                    </a:cubicBezTo>
                    <a:cubicBezTo>
                      <a:pt x="2" y="9"/>
                      <a:pt x="2" y="7"/>
                      <a:pt x="4" y="6"/>
                    </a:cubicBezTo>
                    <a:cubicBezTo>
                      <a:pt x="5" y="4"/>
                      <a:pt x="6" y="3"/>
                      <a:pt x="9" y="2"/>
                    </a:cubicBezTo>
                    <a:cubicBezTo>
                      <a:pt x="11" y="1"/>
                      <a:pt x="13" y="0"/>
                      <a:pt x="16" y="0"/>
                    </a:cubicBezTo>
                    <a:cubicBezTo>
                      <a:pt x="19" y="0"/>
                      <a:pt x="21" y="1"/>
                      <a:pt x="24" y="2"/>
                    </a:cubicBezTo>
                    <a:cubicBezTo>
                      <a:pt x="26" y="3"/>
                      <a:pt x="28" y="4"/>
                      <a:pt x="29" y="6"/>
                    </a:cubicBezTo>
                    <a:cubicBezTo>
                      <a:pt x="30" y="8"/>
                      <a:pt x="31" y="10"/>
                      <a:pt x="31" y="12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5" y="10"/>
                      <a:pt x="24" y="8"/>
                      <a:pt x="23" y="7"/>
                    </a:cubicBezTo>
                    <a:cubicBezTo>
                      <a:pt x="21" y="6"/>
                      <a:pt x="19" y="5"/>
                      <a:pt x="16" y="5"/>
                    </a:cubicBezTo>
                    <a:cubicBezTo>
                      <a:pt x="13" y="5"/>
                      <a:pt x="11" y="6"/>
                      <a:pt x="9" y="7"/>
                    </a:cubicBezTo>
                    <a:cubicBezTo>
                      <a:pt x="8" y="8"/>
                      <a:pt x="7" y="9"/>
                      <a:pt x="7" y="11"/>
                    </a:cubicBezTo>
                    <a:cubicBezTo>
                      <a:pt x="7" y="12"/>
                      <a:pt x="7" y="14"/>
                      <a:pt x="8" y="14"/>
                    </a:cubicBezTo>
                    <a:cubicBezTo>
                      <a:pt x="9" y="15"/>
                      <a:pt x="12" y="16"/>
                      <a:pt x="16" y="17"/>
                    </a:cubicBezTo>
                    <a:cubicBezTo>
                      <a:pt x="21" y="18"/>
                      <a:pt x="24" y="19"/>
                      <a:pt x="25" y="20"/>
                    </a:cubicBezTo>
                    <a:cubicBezTo>
                      <a:pt x="27" y="21"/>
                      <a:pt x="29" y="22"/>
                      <a:pt x="30" y="24"/>
                    </a:cubicBezTo>
                    <a:cubicBezTo>
                      <a:pt x="31" y="25"/>
                      <a:pt x="32" y="27"/>
                      <a:pt x="32" y="29"/>
                    </a:cubicBezTo>
                    <a:cubicBezTo>
                      <a:pt x="32" y="32"/>
                      <a:pt x="31" y="34"/>
                      <a:pt x="30" y="35"/>
                    </a:cubicBezTo>
                    <a:cubicBezTo>
                      <a:pt x="29" y="37"/>
                      <a:pt x="27" y="39"/>
                      <a:pt x="25" y="40"/>
                    </a:cubicBezTo>
                    <a:cubicBezTo>
                      <a:pt x="23" y="41"/>
                      <a:pt x="20" y="41"/>
                      <a:pt x="17" y="41"/>
                    </a:cubicBezTo>
                    <a:cubicBezTo>
                      <a:pt x="14" y="41"/>
                      <a:pt x="11" y="41"/>
                      <a:pt x="8" y="40"/>
                    </a:cubicBezTo>
                    <a:cubicBezTo>
                      <a:pt x="6" y="39"/>
                      <a:pt x="4" y="37"/>
                      <a:pt x="3" y="35"/>
                    </a:cubicBezTo>
                    <a:cubicBezTo>
                      <a:pt x="1" y="33"/>
                      <a:pt x="0" y="31"/>
                      <a:pt x="0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2" name="ïşḷïḑè"/>
              <p:cNvSpPr/>
              <p:nvPr/>
            </p:nvSpPr>
            <p:spPr bwMode="auto">
              <a:xfrm>
                <a:off x="8286751" y="3700463"/>
                <a:ext cx="15875" cy="1317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3" name="ïŝľiḍê"/>
              <p:cNvSpPr/>
              <p:nvPr/>
            </p:nvSpPr>
            <p:spPr bwMode="auto">
              <a:xfrm>
                <a:off x="8464551" y="3700463"/>
                <a:ext cx="106363" cy="131763"/>
              </a:xfrm>
              <a:custGeom>
                <a:avLst/>
                <a:gdLst>
                  <a:gd name="T0" fmla="*/ 27 w 67"/>
                  <a:gd name="T1" fmla="*/ 83 h 83"/>
                  <a:gd name="T2" fmla="*/ 27 w 67"/>
                  <a:gd name="T3" fmla="*/ 10 h 83"/>
                  <a:gd name="T4" fmla="*/ 0 w 67"/>
                  <a:gd name="T5" fmla="*/ 10 h 83"/>
                  <a:gd name="T6" fmla="*/ 0 w 67"/>
                  <a:gd name="T7" fmla="*/ 0 h 83"/>
                  <a:gd name="T8" fmla="*/ 67 w 67"/>
                  <a:gd name="T9" fmla="*/ 0 h 83"/>
                  <a:gd name="T10" fmla="*/ 67 w 67"/>
                  <a:gd name="T11" fmla="*/ 10 h 83"/>
                  <a:gd name="T12" fmla="*/ 40 w 67"/>
                  <a:gd name="T13" fmla="*/ 10 h 83"/>
                  <a:gd name="T14" fmla="*/ 40 w 67"/>
                  <a:gd name="T15" fmla="*/ 83 h 83"/>
                  <a:gd name="T16" fmla="*/ 27 w 67"/>
                  <a:gd name="T17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7" h="83">
                    <a:moveTo>
                      <a:pt x="27" y="83"/>
                    </a:moveTo>
                    <a:lnTo>
                      <a:pt x="27" y="1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10"/>
                    </a:lnTo>
                    <a:lnTo>
                      <a:pt x="40" y="10"/>
                    </a:lnTo>
                    <a:lnTo>
                      <a:pt x="40" y="83"/>
                    </a:lnTo>
                    <a:lnTo>
                      <a:pt x="27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  <p:sp>
            <p:nvSpPr>
              <p:cNvPr id="64" name="iṥḻïdê"/>
              <p:cNvSpPr/>
              <p:nvPr/>
            </p:nvSpPr>
            <p:spPr bwMode="auto">
              <a:xfrm>
                <a:off x="8715376" y="3700463"/>
                <a:ext cx="119063" cy="131763"/>
              </a:xfrm>
              <a:custGeom>
                <a:avLst/>
                <a:gdLst>
                  <a:gd name="T0" fmla="*/ 15 w 36"/>
                  <a:gd name="T1" fmla="*/ 40 h 40"/>
                  <a:gd name="T2" fmla="*/ 15 w 36"/>
                  <a:gd name="T3" fmla="*/ 23 h 40"/>
                  <a:gd name="T4" fmla="*/ 0 w 36"/>
                  <a:gd name="T5" fmla="*/ 0 h 40"/>
                  <a:gd name="T6" fmla="*/ 6 w 36"/>
                  <a:gd name="T7" fmla="*/ 0 h 40"/>
                  <a:gd name="T8" fmla="*/ 14 w 36"/>
                  <a:gd name="T9" fmla="*/ 12 h 40"/>
                  <a:gd name="T10" fmla="*/ 18 w 36"/>
                  <a:gd name="T11" fmla="*/ 19 h 40"/>
                  <a:gd name="T12" fmla="*/ 23 w 36"/>
                  <a:gd name="T13" fmla="*/ 12 h 40"/>
                  <a:gd name="T14" fmla="*/ 30 w 36"/>
                  <a:gd name="T15" fmla="*/ 0 h 40"/>
                  <a:gd name="T16" fmla="*/ 36 w 36"/>
                  <a:gd name="T17" fmla="*/ 0 h 40"/>
                  <a:gd name="T18" fmla="*/ 21 w 36"/>
                  <a:gd name="T19" fmla="*/ 23 h 40"/>
                  <a:gd name="T20" fmla="*/ 21 w 36"/>
                  <a:gd name="T21" fmla="*/ 40 h 40"/>
                  <a:gd name="T22" fmla="*/ 15 w 36"/>
                  <a:gd name="T2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6" h="40">
                    <a:moveTo>
                      <a:pt x="15" y="40"/>
                    </a:moveTo>
                    <a:cubicBezTo>
                      <a:pt x="15" y="23"/>
                      <a:pt x="15" y="23"/>
                      <a:pt x="15" y="2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6" y="14"/>
                      <a:pt x="17" y="16"/>
                      <a:pt x="18" y="19"/>
                    </a:cubicBezTo>
                    <a:cubicBezTo>
                      <a:pt x="19" y="17"/>
                      <a:pt x="21" y="14"/>
                      <a:pt x="23" y="12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40"/>
                      <a:pt x="21" y="40"/>
                      <a:pt x="21" y="40"/>
                    </a:cubicBezTo>
                    <a:lnTo>
                      <a:pt x="15" y="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 Light" panose="020B0502040204020203" pitchFamily="34" charset="-122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结束页 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3735423" y="2971800"/>
            <a:ext cx="7783479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54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箭头: 五边形 5"/>
          <p:cNvSpPr/>
          <p:nvPr userDrawn="1"/>
        </p:nvSpPr>
        <p:spPr>
          <a:xfrm rot="16200000">
            <a:off x="10605857" y="5156200"/>
            <a:ext cx="2879387" cy="3403600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箭头: 五边形 7"/>
          <p:cNvSpPr/>
          <p:nvPr userDrawn="1"/>
        </p:nvSpPr>
        <p:spPr>
          <a:xfrm>
            <a:off x="-2680781" y="0"/>
            <a:ext cx="5753100" cy="9620654"/>
          </a:xfrm>
          <a:prstGeom prst="homePlate">
            <a:avLst>
              <a:gd name="adj" fmla="val 508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箭头: 五边形 4"/>
          <p:cNvSpPr/>
          <p:nvPr userDrawn="1"/>
        </p:nvSpPr>
        <p:spPr>
          <a:xfrm rot="5400000">
            <a:off x="7310335" y="-1872573"/>
            <a:ext cx="2616740" cy="4241259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结束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 userDrawn="1"/>
        </p:nvSpPr>
        <p:spPr>
          <a:xfrm>
            <a:off x="-2319371" y="4211984"/>
            <a:ext cx="5113371" cy="51133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10560052" y="-2647819"/>
            <a:ext cx="4418255" cy="44182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2269958" y="766678"/>
            <a:ext cx="524044" cy="52404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椭圆 8"/>
          <p:cNvSpPr/>
          <p:nvPr userDrawn="1"/>
        </p:nvSpPr>
        <p:spPr>
          <a:xfrm>
            <a:off x="10560051" y="4725472"/>
            <a:ext cx="387351" cy="38735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椭圆 9"/>
          <p:cNvSpPr/>
          <p:nvPr userDrawn="1"/>
        </p:nvSpPr>
        <p:spPr>
          <a:xfrm>
            <a:off x="9200283" y="6768666"/>
            <a:ext cx="178668" cy="17866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217491"/>
            <a:ext cx="10858500" cy="81121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57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4749800" y="-45720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椭圆 7"/>
          <p:cNvSpPr/>
          <p:nvPr userDrawn="1"/>
        </p:nvSpPr>
        <p:spPr>
          <a:xfrm>
            <a:off x="4572000" y="9093204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 txBox="1"/>
          <p:nvPr/>
        </p:nvSpPr>
        <p:spPr>
          <a:xfrm>
            <a:off x="3839137" y="1488440"/>
            <a:ext cx="8460440" cy="2189795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zh-CN" sz="3600" b="1" dirty="0">
                <a:solidFill>
                  <a:schemeClr val="accent1"/>
                </a:solidFill>
                <a:cs typeface="+mn-ea"/>
              </a:rPr>
              <a:t>基于 FunSearch的大语言模型程序搜索</a:t>
            </a:r>
            <a:endParaRPr lang="en-US" altLang="zh-CN" sz="3600" b="1" dirty="0">
              <a:solidFill>
                <a:schemeClr val="accent1"/>
              </a:solidFill>
              <a:cs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zh-CN" sz="3600" b="1" dirty="0">
                <a:solidFill>
                  <a:schemeClr val="accent1"/>
                </a:solidFill>
                <a:cs typeface="+mn-ea"/>
              </a:rPr>
              <a:t>在组合优化问题中的复现研究</a:t>
            </a:r>
            <a:endParaRPr lang="zh-CN" altLang="en-US" sz="36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8705215" y="4913630"/>
            <a:ext cx="2375535" cy="525657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1"/>
                </a:solidFill>
                <a:latin typeface="Microsoft YaHei Bold" panose="020B0703020204020201" charset="-122"/>
                <a:ea typeface="Microsoft YaHei Bold" panose="020B0703020204020201" charset="-122"/>
                <a:cs typeface="Microsoft YaHei Bold" panose="020B0703020204020201" charset="-122"/>
                <a:sym typeface="+mn-lt"/>
              </a:rPr>
              <a:t>2026</a:t>
            </a:r>
            <a:r>
              <a:rPr lang="zh-CN" altLang="en-US" sz="2400" b="1" dirty="0">
                <a:solidFill>
                  <a:schemeClr val="accent1"/>
                </a:solidFill>
                <a:latin typeface="Microsoft YaHei Bold" panose="020B0703020204020201" charset="-122"/>
                <a:ea typeface="Microsoft YaHei Bold" panose="020B0703020204020201" charset="-122"/>
                <a:cs typeface="Microsoft YaHei Bold" panose="020B0703020204020201" charset="-122"/>
                <a:sym typeface="+mn-lt"/>
              </a:rPr>
              <a:t>年</a:t>
            </a:r>
            <a:r>
              <a:rPr lang="en-US" altLang="zh-CN" sz="2400" b="1" dirty="0">
                <a:solidFill>
                  <a:schemeClr val="accent1"/>
                </a:solidFill>
                <a:latin typeface="Microsoft YaHei Bold" panose="020B0703020204020201" charset="-122"/>
                <a:ea typeface="Microsoft YaHei Bold" panose="020B0703020204020201" charset="-122"/>
                <a:cs typeface="Microsoft YaHei Bold" panose="020B0703020204020201" charset="-122"/>
                <a:sym typeface="+mn-lt"/>
              </a:rPr>
              <a:t>6</a:t>
            </a:r>
            <a:r>
              <a:rPr lang="zh-CN" altLang="en-US" sz="2400" b="1" dirty="0">
                <a:solidFill>
                  <a:schemeClr val="accent1"/>
                </a:solidFill>
                <a:latin typeface="Microsoft YaHei Bold" panose="020B0703020204020201" charset="-122"/>
                <a:ea typeface="Microsoft YaHei Bold" panose="020B0703020204020201" charset="-122"/>
                <a:cs typeface="Microsoft YaHei Bold" panose="020B0703020204020201" charset="-122"/>
                <a:sym typeface="+mn-lt"/>
              </a:rPr>
              <a:t>月</a:t>
            </a:r>
            <a:r>
              <a:rPr lang="en-US" altLang="zh-CN" sz="2400" b="1" dirty="0">
                <a:solidFill>
                  <a:schemeClr val="accent1"/>
                </a:solidFill>
                <a:latin typeface="Microsoft YaHei Bold" panose="020B0703020204020201" charset="-122"/>
                <a:ea typeface="Microsoft YaHei Bold" panose="020B0703020204020201" charset="-122"/>
                <a:cs typeface="Microsoft YaHei Bold" panose="020B0703020204020201" charset="-122"/>
                <a:sym typeface="+mn-lt"/>
              </a:rPr>
              <a:t>22</a:t>
            </a:r>
            <a:r>
              <a:rPr lang="zh-CN" altLang="en-US" sz="2400" b="1" dirty="0">
                <a:solidFill>
                  <a:schemeClr val="accent1"/>
                </a:solidFill>
                <a:latin typeface="Microsoft YaHei Bold" panose="020B0703020204020201" charset="-122"/>
                <a:ea typeface="Microsoft YaHei Bold" panose="020B0703020204020201" charset="-122"/>
                <a:cs typeface="Microsoft YaHei Bold" panose="020B0703020204020201" charset="-122"/>
                <a:sym typeface="+mn-lt"/>
              </a:rPr>
              <a:t>日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6540095" y="4251549"/>
            <a:ext cx="46135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accent1"/>
                </a:solidFill>
                <a:latin typeface="Microsoft YaHei Bold" panose="020B0703020204020201" charset="-122"/>
                <a:ea typeface="Microsoft YaHei Bold" panose="020B0703020204020201" charset="-122"/>
                <a:cs typeface="Microsoft YaHei Bold" panose="020B0703020204020201" charset="-122"/>
                <a:sym typeface="+mn-lt"/>
              </a:rPr>
              <a:t>汇报：赵一璟</a:t>
            </a:r>
            <a:endParaRPr lang="en-US" altLang="zh-CN" sz="2400" b="1" dirty="0">
              <a:solidFill>
                <a:schemeClr val="accent1"/>
              </a:solidFill>
              <a:latin typeface="Microsoft YaHei Bold" panose="020B0703020204020201" charset="-122"/>
              <a:ea typeface="Microsoft YaHei Bold" panose="020B0703020204020201" charset="-122"/>
              <a:cs typeface="Microsoft YaHei Bold" panose="020B0703020204020201" charset="-122"/>
              <a:sym typeface="+mn-lt"/>
            </a:endParaRPr>
          </a:p>
          <a:p>
            <a:pPr algn="r"/>
            <a:r>
              <a:rPr lang="zh-CN" altLang="en-US" sz="2400" b="1" dirty="0">
                <a:solidFill>
                  <a:schemeClr val="accent1"/>
                </a:solidFill>
                <a:latin typeface="Microsoft YaHei Bold" panose="020B0703020204020201" charset="-122"/>
                <a:ea typeface="Microsoft YaHei Bold" panose="020B0703020204020201" charset="-122"/>
                <a:cs typeface="Microsoft YaHei Bold" panose="020B0703020204020201" charset="-122"/>
                <a:sym typeface="+mn-lt"/>
              </a:rPr>
              <a:t>小组成员：胡菽颖 赵一璟</a:t>
            </a:r>
            <a:endParaRPr lang="en-US" altLang="zh-CN" sz="2400" b="1" dirty="0">
              <a:solidFill>
                <a:schemeClr val="accent1"/>
              </a:solidFill>
              <a:latin typeface="Microsoft YaHei Bold" panose="020B0703020204020201" charset="-122"/>
              <a:ea typeface="Microsoft YaHei Bold" panose="020B0703020204020201" charset="-122"/>
              <a:cs typeface="Microsoft YaHei Bold" panose="020B0703020204020201" charset="-122"/>
              <a:sym typeface="+mn-lt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226555" y="4453255"/>
            <a:ext cx="0" cy="916305"/>
          </a:xfrm>
          <a:prstGeom prst="line">
            <a:avLst/>
          </a:prstGeom>
          <a:ln w="508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4165710" y="1422232"/>
            <a:ext cx="2472690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背景介绍</a:t>
            </a:r>
          </a:p>
        </p:txBody>
      </p:sp>
      <p:sp>
        <p:nvSpPr>
          <p:cNvPr id="161" name="椭圆 160"/>
          <p:cNvSpPr/>
          <p:nvPr/>
        </p:nvSpPr>
        <p:spPr>
          <a:xfrm>
            <a:off x="3266908" y="1426154"/>
            <a:ext cx="607224" cy="6072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165710" y="2535387"/>
            <a:ext cx="6095365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论文方法介绍</a:t>
            </a:r>
          </a:p>
        </p:txBody>
      </p:sp>
      <p:sp>
        <p:nvSpPr>
          <p:cNvPr id="162" name="椭圆 161"/>
          <p:cNvSpPr/>
          <p:nvPr/>
        </p:nvSpPr>
        <p:spPr>
          <a:xfrm>
            <a:off x="3267185" y="2494112"/>
            <a:ext cx="607060" cy="6076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</a:p>
        </p:txBody>
      </p:sp>
      <p:grpSp>
        <p:nvGrpSpPr>
          <p:cNvPr id="168" name="组合 167"/>
          <p:cNvGrpSpPr/>
          <p:nvPr/>
        </p:nvGrpSpPr>
        <p:grpSpPr>
          <a:xfrm>
            <a:off x="3267185" y="4630887"/>
            <a:ext cx="5895975" cy="607394"/>
            <a:chOff x="7620127" y="4370231"/>
            <a:chExt cx="5895035" cy="607224"/>
          </a:xfrm>
        </p:grpSpPr>
        <p:sp>
          <p:nvSpPr>
            <p:cNvPr id="17" name="文本框 16"/>
            <p:cNvSpPr txBox="1"/>
            <p:nvPr/>
          </p:nvSpPr>
          <p:spPr>
            <a:xfrm>
              <a:off x="8518509" y="4377214"/>
              <a:ext cx="4996653" cy="525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400" b="1" dirty="0">
                  <a:solidFill>
                    <a:schemeClr val="accent1"/>
                  </a:solidFill>
                  <a:cs typeface="+mn-ea"/>
                  <a:sym typeface="+mn-lt"/>
                </a:rPr>
                <a:t>实验结果</a:t>
              </a:r>
            </a:p>
          </p:txBody>
        </p:sp>
        <p:sp>
          <p:nvSpPr>
            <p:cNvPr id="163" name="椭圆 162"/>
            <p:cNvSpPr/>
            <p:nvPr/>
          </p:nvSpPr>
          <p:spPr>
            <a:xfrm>
              <a:off x="7620127" y="4370231"/>
              <a:ext cx="607224" cy="6072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cs typeface="+mn-ea"/>
                  <a:sym typeface="+mn-lt"/>
                </a:rPr>
                <a:t>04</a:t>
              </a: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4165661" y="3608186"/>
            <a:ext cx="1723549" cy="525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我们的工作</a:t>
            </a:r>
          </a:p>
        </p:txBody>
      </p:sp>
      <p:sp>
        <p:nvSpPr>
          <p:cNvPr id="166" name="椭圆 165"/>
          <p:cNvSpPr/>
          <p:nvPr/>
        </p:nvSpPr>
        <p:spPr>
          <a:xfrm>
            <a:off x="3267185" y="3562817"/>
            <a:ext cx="607060" cy="6070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324" y="1122832"/>
            <a:ext cx="7029085" cy="324746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背景介绍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>
                <a:sym typeface="+mn-lt"/>
              </a:rPr>
              <a:t>3</a:t>
            </a:fld>
            <a:endParaRPr lang="zh-CN" altLang="en-US" dirty="0">
              <a:sym typeface="+mn-lt"/>
            </a:endParaRPr>
          </a:p>
        </p:txBody>
      </p:sp>
      <p:sp>
        <p:nvSpPr>
          <p:cNvPr id="18" name="i$liďê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495215" y="1255091"/>
            <a:ext cx="275079" cy="324000"/>
          </a:xfrm>
          <a:custGeom>
            <a:avLst/>
            <a:gdLst>
              <a:gd name="T0" fmla="*/ 94 w 294"/>
              <a:gd name="T1" fmla="*/ 150 h 347"/>
              <a:gd name="T2" fmla="*/ 94 w 294"/>
              <a:gd name="T3" fmla="*/ 277 h 347"/>
              <a:gd name="T4" fmla="*/ 85 w 294"/>
              <a:gd name="T5" fmla="*/ 290 h 347"/>
              <a:gd name="T6" fmla="*/ 58 w 294"/>
              <a:gd name="T7" fmla="*/ 294 h 347"/>
              <a:gd name="T8" fmla="*/ 58 w 294"/>
              <a:gd name="T9" fmla="*/ 294 h 347"/>
              <a:gd name="T10" fmla="*/ 1 w 294"/>
              <a:gd name="T11" fmla="*/ 257 h 347"/>
              <a:gd name="T12" fmla="*/ 1 w 294"/>
              <a:gd name="T13" fmla="*/ 94 h 347"/>
              <a:gd name="T14" fmla="*/ 23 w 294"/>
              <a:gd name="T15" fmla="*/ 52 h 347"/>
              <a:gd name="T16" fmla="*/ 100 w 294"/>
              <a:gd name="T17" fmla="*/ 3 h 347"/>
              <a:gd name="T18" fmla="*/ 114 w 294"/>
              <a:gd name="T19" fmla="*/ 3 h 347"/>
              <a:gd name="T20" fmla="*/ 121 w 294"/>
              <a:gd name="T21" fmla="*/ 14 h 347"/>
              <a:gd name="T22" fmla="*/ 121 w 294"/>
              <a:gd name="T23" fmla="*/ 34 h 347"/>
              <a:gd name="T24" fmla="*/ 107 w 294"/>
              <a:gd name="T25" fmla="*/ 47 h 347"/>
              <a:gd name="T26" fmla="*/ 95 w 294"/>
              <a:gd name="T27" fmla="*/ 38 h 347"/>
              <a:gd name="T28" fmla="*/ 36 w 294"/>
              <a:gd name="T29" fmla="*/ 76 h 347"/>
              <a:gd name="T30" fmla="*/ 27 w 294"/>
              <a:gd name="T31" fmla="*/ 90 h 347"/>
              <a:gd name="T32" fmla="*/ 30 w 294"/>
              <a:gd name="T33" fmla="*/ 100 h 347"/>
              <a:gd name="T34" fmla="*/ 68 w 294"/>
              <a:gd name="T35" fmla="*/ 92 h 347"/>
              <a:gd name="T36" fmla="*/ 166 w 294"/>
              <a:gd name="T37" fmla="*/ 27 h 347"/>
              <a:gd name="T38" fmla="*/ 180 w 294"/>
              <a:gd name="T39" fmla="*/ 26 h 347"/>
              <a:gd name="T40" fmla="*/ 187 w 294"/>
              <a:gd name="T41" fmla="*/ 38 h 347"/>
              <a:gd name="T42" fmla="*/ 187 w 294"/>
              <a:gd name="T43" fmla="*/ 40 h 347"/>
              <a:gd name="T44" fmla="*/ 181 w 294"/>
              <a:gd name="T45" fmla="*/ 51 h 347"/>
              <a:gd name="T46" fmla="*/ 120 w 294"/>
              <a:gd name="T47" fmla="*/ 92 h 347"/>
              <a:gd name="T48" fmla="*/ 94 w 294"/>
              <a:gd name="T49" fmla="*/ 150 h 347"/>
              <a:gd name="T50" fmla="*/ 294 w 294"/>
              <a:gd name="T51" fmla="*/ 85 h 347"/>
              <a:gd name="T52" fmla="*/ 294 w 294"/>
              <a:gd name="T53" fmla="*/ 258 h 347"/>
              <a:gd name="T54" fmla="*/ 288 w 294"/>
              <a:gd name="T55" fmla="*/ 270 h 347"/>
              <a:gd name="T56" fmla="*/ 194 w 294"/>
              <a:gd name="T57" fmla="*/ 340 h 347"/>
              <a:gd name="T58" fmla="*/ 164 w 294"/>
              <a:gd name="T59" fmla="*/ 347 h 347"/>
              <a:gd name="T60" fmla="*/ 107 w 294"/>
              <a:gd name="T61" fmla="*/ 307 h 347"/>
              <a:gd name="T62" fmla="*/ 107 w 294"/>
              <a:gd name="T63" fmla="*/ 146 h 347"/>
              <a:gd name="T64" fmla="*/ 107 w 294"/>
              <a:gd name="T65" fmla="*/ 142 h 347"/>
              <a:gd name="T66" fmla="*/ 107 w 294"/>
              <a:gd name="T67" fmla="*/ 142 h 347"/>
              <a:gd name="T68" fmla="*/ 128 w 294"/>
              <a:gd name="T69" fmla="*/ 105 h 347"/>
              <a:gd name="T70" fmla="*/ 206 w 294"/>
              <a:gd name="T71" fmla="*/ 50 h 347"/>
              <a:gd name="T72" fmla="*/ 220 w 294"/>
              <a:gd name="T73" fmla="*/ 50 h 347"/>
              <a:gd name="T74" fmla="*/ 227 w 294"/>
              <a:gd name="T75" fmla="*/ 61 h 347"/>
              <a:gd name="T76" fmla="*/ 227 w 294"/>
              <a:gd name="T77" fmla="*/ 81 h 347"/>
              <a:gd name="T78" fmla="*/ 214 w 294"/>
              <a:gd name="T79" fmla="*/ 94 h 347"/>
              <a:gd name="T80" fmla="*/ 202 w 294"/>
              <a:gd name="T81" fmla="*/ 86 h 347"/>
              <a:gd name="T82" fmla="*/ 144 w 294"/>
              <a:gd name="T83" fmla="*/ 126 h 347"/>
              <a:gd name="T84" fmla="*/ 134 w 294"/>
              <a:gd name="T85" fmla="*/ 142 h 347"/>
              <a:gd name="T86" fmla="*/ 137 w 294"/>
              <a:gd name="T87" fmla="*/ 151 h 347"/>
              <a:gd name="T88" fmla="*/ 180 w 294"/>
              <a:gd name="T89" fmla="*/ 144 h 347"/>
              <a:gd name="T90" fmla="*/ 272 w 294"/>
              <a:gd name="T91" fmla="*/ 75 h 347"/>
              <a:gd name="T92" fmla="*/ 286 w 294"/>
              <a:gd name="T93" fmla="*/ 73 h 347"/>
              <a:gd name="T94" fmla="*/ 294 w 294"/>
              <a:gd name="T95" fmla="*/ 85 h 347"/>
              <a:gd name="T96" fmla="*/ 267 w 294"/>
              <a:gd name="T97" fmla="*/ 145 h 347"/>
              <a:gd name="T98" fmla="*/ 201 w 294"/>
              <a:gd name="T99" fmla="*/ 196 h 347"/>
              <a:gd name="T100" fmla="*/ 201 w 294"/>
              <a:gd name="T101" fmla="*/ 223 h 347"/>
              <a:gd name="T102" fmla="*/ 267 w 294"/>
              <a:gd name="T103" fmla="*/ 171 h 347"/>
              <a:gd name="T104" fmla="*/ 267 w 294"/>
              <a:gd name="T105" fmla="*/ 145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94" h="347">
                <a:moveTo>
                  <a:pt x="94" y="150"/>
                </a:moveTo>
                <a:lnTo>
                  <a:pt x="94" y="277"/>
                </a:lnTo>
                <a:cubicBezTo>
                  <a:pt x="94" y="283"/>
                  <a:pt x="90" y="288"/>
                  <a:pt x="85" y="290"/>
                </a:cubicBezTo>
                <a:cubicBezTo>
                  <a:pt x="77" y="292"/>
                  <a:pt x="68" y="294"/>
                  <a:pt x="58" y="294"/>
                </a:cubicBezTo>
                <a:lnTo>
                  <a:pt x="58" y="294"/>
                </a:lnTo>
                <a:cubicBezTo>
                  <a:pt x="31" y="294"/>
                  <a:pt x="1" y="282"/>
                  <a:pt x="1" y="257"/>
                </a:cubicBezTo>
                <a:lnTo>
                  <a:pt x="1" y="94"/>
                </a:lnTo>
                <a:cubicBezTo>
                  <a:pt x="0" y="83"/>
                  <a:pt x="4" y="63"/>
                  <a:pt x="23" y="52"/>
                </a:cubicBezTo>
                <a:cubicBezTo>
                  <a:pt x="31" y="47"/>
                  <a:pt x="77" y="18"/>
                  <a:pt x="100" y="3"/>
                </a:cubicBezTo>
                <a:cubicBezTo>
                  <a:pt x="104" y="0"/>
                  <a:pt x="109" y="0"/>
                  <a:pt x="114" y="3"/>
                </a:cubicBezTo>
                <a:cubicBezTo>
                  <a:pt x="118" y="5"/>
                  <a:pt x="121" y="9"/>
                  <a:pt x="121" y="14"/>
                </a:cubicBezTo>
                <a:lnTo>
                  <a:pt x="121" y="34"/>
                </a:lnTo>
                <a:cubicBezTo>
                  <a:pt x="121" y="41"/>
                  <a:pt x="115" y="47"/>
                  <a:pt x="107" y="47"/>
                </a:cubicBezTo>
                <a:cubicBezTo>
                  <a:pt x="101" y="47"/>
                  <a:pt x="97" y="43"/>
                  <a:pt x="95" y="38"/>
                </a:cubicBezTo>
                <a:cubicBezTo>
                  <a:pt x="74" y="52"/>
                  <a:pt x="43" y="71"/>
                  <a:pt x="36" y="76"/>
                </a:cubicBezTo>
                <a:cubicBezTo>
                  <a:pt x="29" y="79"/>
                  <a:pt x="27" y="87"/>
                  <a:pt x="27" y="90"/>
                </a:cubicBezTo>
                <a:cubicBezTo>
                  <a:pt x="27" y="95"/>
                  <a:pt x="28" y="98"/>
                  <a:pt x="30" y="100"/>
                </a:cubicBezTo>
                <a:cubicBezTo>
                  <a:pt x="35" y="105"/>
                  <a:pt x="50" y="102"/>
                  <a:pt x="68" y="92"/>
                </a:cubicBezTo>
                <a:cubicBezTo>
                  <a:pt x="84" y="82"/>
                  <a:pt x="166" y="28"/>
                  <a:pt x="166" y="27"/>
                </a:cubicBezTo>
                <a:cubicBezTo>
                  <a:pt x="171" y="24"/>
                  <a:pt x="176" y="24"/>
                  <a:pt x="180" y="26"/>
                </a:cubicBezTo>
                <a:cubicBezTo>
                  <a:pt x="184" y="29"/>
                  <a:pt x="187" y="33"/>
                  <a:pt x="187" y="38"/>
                </a:cubicBezTo>
                <a:lnTo>
                  <a:pt x="187" y="40"/>
                </a:lnTo>
                <a:cubicBezTo>
                  <a:pt x="187" y="44"/>
                  <a:pt x="185" y="48"/>
                  <a:pt x="181" y="51"/>
                </a:cubicBezTo>
                <a:cubicBezTo>
                  <a:pt x="181" y="51"/>
                  <a:pt x="125" y="89"/>
                  <a:pt x="120" y="92"/>
                </a:cubicBezTo>
                <a:cubicBezTo>
                  <a:pt x="100" y="104"/>
                  <a:pt x="94" y="119"/>
                  <a:pt x="94" y="150"/>
                </a:cubicBezTo>
                <a:close/>
                <a:moveTo>
                  <a:pt x="294" y="85"/>
                </a:moveTo>
                <a:lnTo>
                  <a:pt x="294" y="258"/>
                </a:lnTo>
                <a:cubicBezTo>
                  <a:pt x="294" y="263"/>
                  <a:pt x="291" y="267"/>
                  <a:pt x="288" y="270"/>
                </a:cubicBezTo>
                <a:cubicBezTo>
                  <a:pt x="288" y="270"/>
                  <a:pt x="210" y="330"/>
                  <a:pt x="194" y="340"/>
                </a:cubicBezTo>
                <a:cubicBezTo>
                  <a:pt x="186" y="345"/>
                  <a:pt x="175" y="347"/>
                  <a:pt x="164" y="347"/>
                </a:cubicBezTo>
                <a:cubicBezTo>
                  <a:pt x="136" y="347"/>
                  <a:pt x="107" y="332"/>
                  <a:pt x="107" y="307"/>
                </a:cubicBezTo>
                <a:lnTo>
                  <a:pt x="107" y="146"/>
                </a:lnTo>
                <a:lnTo>
                  <a:pt x="107" y="142"/>
                </a:lnTo>
                <a:cubicBezTo>
                  <a:pt x="107" y="142"/>
                  <a:pt x="107" y="142"/>
                  <a:pt x="107" y="142"/>
                </a:cubicBezTo>
                <a:cubicBezTo>
                  <a:pt x="107" y="132"/>
                  <a:pt x="110" y="118"/>
                  <a:pt x="128" y="105"/>
                </a:cubicBezTo>
                <a:cubicBezTo>
                  <a:pt x="139" y="97"/>
                  <a:pt x="204" y="52"/>
                  <a:pt x="206" y="50"/>
                </a:cubicBezTo>
                <a:cubicBezTo>
                  <a:pt x="210" y="48"/>
                  <a:pt x="216" y="47"/>
                  <a:pt x="220" y="50"/>
                </a:cubicBezTo>
                <a:cubicBezTo>
                  <a:pt x="224" y="52"/>
                  <a:pt x="227" y="57"/>
                  <a:pt x="227" y="61"/>
                </a:cubicBezTo>
                <a:lnTo>
                  <a:pt x="227" y="81"/>
                </a:lnTo>
                <a:cubicBezTo>
                  <a:pt x="227" y="88"/>
                  <a:pt x="221" y="94"/>
                  <a:pt x="214" y="94"/>
                </a:cubicBezTo>
                <a:cubicBezTo>
                  <a:pt x="208" y="94"/>
                  <a:pt x="204" y="91"/>
                  <a:pt x="202" y="86"/>
                </a:cubicBezTo>
                <a:cubicBezTo>
                  <a:pt x="181" y="100"/>
                  <a:pt x="151" y="121"/>
                  <a:pt x="144" y="126"/>
                </a:cubicBezTo>
                <a:cubicBezTo>
                  <a:pt x="135" y="132"/>
                  <a:pt x="134" y="137"/>
                  <a:pt x="134" y="142"/>
                </a:cubicBezTo>
                <a:cubicBezTo>
                  <a:pt x="134" y="146"/>
                  <a:pt x="135" y="149"/>
                  <a:pt x="137" y="151"/>
                </a:cubicBezTo>
                <a:cubicBezTo>
                  <a:pt x="144" y="157"/>
                  <a:pt x="162" y="155"/>
                  <a:pt x="180" y="144"/>
                </a:cubicBezTo>
                <a:cubicBezTo>
                  <a:pt x="194" y="136"/>
                  <a:pt x="251" y="91"/>
                  <a:pt x="272" y="75"/>
                </a:cubicBezTo>
                <a:cubicBezTo>
                  <a:pt x="276" y="72"/>
                  <a:pt x="282" y="71"/>
                  <a:pt x="286" y="73"/>
                </a:cubicBezTo>
                <a:cubicBezTo>
                  <a:pt x="291" y="76"/>
                  <a:pt x="294" y="80"/>
                  <a:pt x="294" y="85"/>
                </a:cubicBezTo>
                <a:close/>
                <a:moveTo>
                  <a:pt x="267" y="145"/>
                </a:moveTo>
                <a:lnTo>
                  <a:pt x="201" y="196"/>
                </a:lnTo>
                <a:lnTo>
                  <a:pt x="201" y="223"/>
                </a:lnTo>
                <a:lnTo>
                  <a:pt x="267" y="171"/>
                </a:lnTo>
                <a:lnTo>
                  <a:pt x="267" y="14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 fontScale="5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7790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lang="en-US" sz="2200">
              <a:cs typeface="+mn-ea"/>
              <a:sym typeface="+mn-lt"/>
            </a:endParaRPr>
          </a:p>
        </p:txBody>
      </p:sp>
      <p:sp>
        <p:nvSpPr>
          <p:cNvPr id="19" name="iš1ídé"/>
          <p:cNvSpPr/>
          <p:nvPr>
            <p:custDataLst>
              <p:tags r:id="rId2"/>
            </p:custDataLst>
          </p:nvPr>
        </p:nvSpPr>
        <p:spPr bwMode="auto">
          <a:xfrm>
            <a:off x="145591" y="1910411"/>
            <a:ext cx="4776618" cy="197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5720" rIns="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accent2"/>
                </a:solidFill>
              </a:rPr>
              <a:t>本篇</a:t>
            </a:r>
            <a:r>
              <a:rPr lang="zh-CN" altLang="zh-CN" b="1" dirty="0">
                <a:solidFill>
                  <a:schemeClr val="accent2"/>
                </a:solidFill>
              </a:rPr>
              <a:t>论文面向的是</a:t>
            </a:r>
            <a:r>
              <a:rPr lang="zh-CN" altLang="en-US" b="1" dirty="0">
                <a:solidFill>
                  <a:schemeClr val="accent2"/>
                </a:solidFill>
              </a:rPr>
              <a:t>组合</a:t>
            </a:r>
            <a:r>
              <a:rPr lang="zh-CN" altLang="zh-CN" b="1" dirty="0">
                <a:solidFill>
                  <a:schemeClr val="accent2"/>
                </a:solidFill>
              </a:rPr>
              <a:t>数学中的一类典型任务：</a:t>
            </a:r>
            <a:endParaRPr lang="en-US" altLang="zh-CN" b="1" dirty="0">
              <a:solidFill>
                <a:schemeClr val="accent2"/>
              </a:solidFill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charset="0"/>
              <a:buChar char=""/>
            </a:pPr>
            <a:r>
              <a:rPr lang="zh-CN" altLang="zh-CN" dirty="0"/>
              <a:t>候选解空间极其庞大，人工设计构造或启发式算法需要很强的领域经验</a:t>
            </a:r>
            <a:endParaRPr lang="en-US" altLang="zh-CN" dirty="0"/>
          </a:p>
          <a:p>
            <a:pPr marL="742950" lvl="1" indent="-285750">
              <a:lnSpc>
                <a:spcPct val="130000"/>
              </a:lnSpc>
              <a:buFont typeface="Wingdings" panose="05000000000000000000" charset="0"/>
              <a:buChar char=""/>
            </a:pPr>
            <a:r>
              <a:rPr lang="zh-CN" altLang="zh-CN" dirty="0"/>
              <a:t>但验证一个候选程序或候选解的质量往往相对明确</a:t>
            </a:r>
            <a:endParaRPr lang="en-US" altLang="zh-CN" dirty="0"/>
          </a:p>
        </p:txBody>
      </p:sp>
      <p:sp>
        <p:nvSpPr>
          <p:cNvPr id="11" name="文本框 10"/>
          <p:cNvSpPr txBox="1"/>
          <p:nvPr/>
        </p:nvSpPr>
        <p:spPr>
          <a:xfrm>
            <a:off x="495215" y="4602074"/>
            <a:ext cx="10961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组合数学中的cap set 问题、组合优化中的</a:t>
            </a:r>
            <a:r>
              <a:rPr lang="zh-CN" altLang="zh-CN" b="1" dirty="0">
                <a:solidFill>
                  <a:schemeClr val="accent2"/>
                </a:solidFill>
              </a:rPr>
              <a:t>在线装箱问题</a:t>
            </a:r>
            <a:r>
              <a:rPr lang="zh-CN" altLang="zh-CN" dirty="0"/>
              <a:t>都具有这种特征。前者要求在有限向量空间中寻找尽可能大的集合，同时满足严格的三点共线约束；后者要求在物品逐个到达且不能回看的条件下，把物品放入尽可能少的箱子。</a:t>
            </a:r>
            <a:endParaRPr lang="zh-CN" altLang="en-US" sz="1600" dirty="0">
              <a:cs typeface="+mn-ea"/>
              <a:sym typeface="+mn-lt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论文方法介绍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4" name="AutoShape 3"/>
          <p:cNvSpPr/>
          <p:nvPr/>
        </p:nvSpPr>
        <p:spPr>
          <a:xfrm>
            <a:off x="460637" y="1216908"/>
            <a:ext cx="6476427" cy="3341646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2" y="1300548"/>
            <a:ext cx="6283922" cy="3121826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7144907" y="1825060"/>
            <a:ext cx="4345118" cy="26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266700">
              <a:lnSpc>
                <a:spcPct val="150000"/>
              </a:lnSpc>
              <a:spcAft>
                <a:spcPts val="600"/>
              </a:spcAft>
              <a:buNone/>
            </a:pPr>
            <a:r>
              <a:rPr lang="zh-CN" altLang="zh-CN" dirty="0"/>
              <a:t>论文方法的核心可以概括为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marR="0" indent="266700">
              <a:lnSpc>
                <a:spcPct val="150000"/>
              </a:lnSpc>
              <a:spcAft>
                <a:spcPts val="600"/>
              </a:spcAft>
              <a:buNone/>
            </a:pPr>
            <a:r>
              <a:rPr lang="zh-CN" altLang="zh-CN" b="1" dirty="0">
                <a:solidFill>
                  <a:schemeClr val="accent2"/>
                </a:solidFill>
              </a:rPr>
              <a:t>“给出规格、生成程序、执行评价、保留高分程序、再提示模型改进”</a:t>
            </a:r>
            <a:endParaRPr lang="en-US" altLang="zh-CN" dirty="0"/>
          </a:p>
          <a:p>
            <a:pPr marL="0" marR="0" indent="266700">
              <a:lnSpc>
                <a:spcPct val="150000"/>
              </a:lnSpc>
              <a:spcAft>
                <a:spcPts val="600"/>
              </a:spcAft>
              <a:buNone/>
            </a:pPr>
            <a:r>
              <a:rPr lang="zh-CN" altLang="zh-CN" dirty="0"/>
              <a:t>FunSearch 的输入由带有evaluate 函数的规格说明、一个可运行的初始程序以及可选程序骨架构成。</a:t>
            </a:r>
            <a:endParaRPr lang="en-US" altLang="zh-CN" dirty="0"/>
          </a:p>
        </p:txBody>
      </p:sp>
      <p:sp>
        <p:nvSpPr>
          <p:cNvPr id="16" name="文本框 15"/>
          <p:cNvSpPr txBox="1"/>
          <p:nvPr/>
        </p:nvSpPr>
        <p:spPr>
          <a:xfrm>
            <a:off x="544606" y="4588328"/>
            <a:ext cx="11161059" cy="1766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266700">
              <a:lnSpc>
                <a:spcPct val="150000"/>
              </a:lnSpc>
              <a:spcAft>
                <a:spcPts val="600"/>
              </a:spcAft>
              <a:buNone/>
            </a:pPr>
            <a:r>
              <a:rPr lang="zh-CN" altLang="zh-CN" b="1" dirty="0">
                <a:solidFill>
                  <a:schemeClr val="accent2"/>
                </a:solidFill>
              </a:rPr>
              <a:t>evaluate 函数</a:t>
            </a:r>
            <a:r>
              <a:rPr lang="zh-CN" altLang="zh-CN" dirty="0"/>
              <a:t>定义什么叫好解，</a:t>
            </a:r>
            <a:r>
              <a:rPr lang="zh-CN" altLang="zh-CN" b="1" dirty="0">
                <a:solidFill>
                  <a:schemeClr val="accent2"/>
                </a:solidFill>
              </a:rPr>
              <a:t>初始程序</a:t>
            </a:r>
            <a:r>
              <a:rPr lang="zh-CN" altLang="zh-CN" dirty="0"/>
              <a:t>保证系统有可执行起点，</a:t>
            </a:r>
            <a:r>
              <a:rPr lang="zh-CN" altLang="en-US" b="1" dirty="0">
                <a:solidFill>
                  <a:schemeClr val="accent2"/>
                </a:solidFill>
              </a:rPr>
              <a:t>程序</a:t>
            </a:r>
            <a:r>
              <a:rPr lang="zh-CN" altLang="zh-CN" b="1" dirty="0">
                <a:solidFill>
                  <a:schemeClr val="accent2"/>
                </a:solidFill>
              </a:rPr>
              <a:t>骨架</a:t>
            </a:r>
            <a:r>
              <a:rPr lang="zh-CN" altLang="zh-CN" dirty="0"/>
              <a:t>则把领域中确定的流程固定下来，只暴露</a:t>
            </a:r>
            <a:r>
              <a:rPr lang="zh-CN" altLang="zh-CN" b="1" dirty="0">
                <a:solidFill>
                  <a:schemeClr val="accent2"/>
                </a:solidFill>
              </a:rPr>
              <a:t>最关键、最难人工设计的函数</a:t>
            </a:r>
            <a:r>
              <a:rPr lang="zh-CN" altLang="zh-CN" dirty="0"/>
              <a:t>给LLM 进化。</a:t>
            </a:r>
            <a:endParaRPr lang="en-US" altLang="zh-CN" dirty="0"/>
          </a:p>
          <a:p>
            <a:pPr marL="0" marR="0" indent="266700">
              <a:lnSpc>
                <a:spcPct val="150000"/>
              </a:lnSpc>
              <a:spcAft>
                <a:spcPts val="600"/>
              </a:spcAft>
              <a:buNone/>
            </a:pPr>
            <a:r>
              <a:rPr lang="zh-CN" altLang="zh-CN" dirty="0"/>
              <a:t>这种设计将搜索空间控制在真正需要创新的部分，生成程序只要替换这一小段逻辑就可以被完整执行和评价。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我们的工作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  <a:t>5</a:t>
            </a:fld>
            <a:endParaRPr lang="zh-CN" altLang="en-US" dirty="0"/>
          </a:p>
        </p:txBody>
      </p:sp>
      <p:pic>
        <p:nvPicPr>
          <p:cNvPr id="5" name="Picture 3" descr="fig_reproduction_architecture_gp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95" y="1364876"/>
            <a:ext cx="6696899" cy="446442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E10F628-D249-E77E-9CE9-9562C9B777ED}"/>
              </a:ext>
            </a:extLst>
          </p:cNvPr>
          <p:cNvSpPr txBox="1"/>
          <p:nvPr/>
        </p:nvSpPr>
        <p:spPr>
          <a:xfrm>
            <a:off x="7046259" y="2136338"/>
            <a:ext cx="496196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本实验在华为云昇腾 910B环境中，</a:t>
            </a:r>
            <a:endParaRPr lang="en-US" altLang="zh-CN" dirty="0"/>
          </a:p>
          <a:p>
            <a:r>
              <a:rPr lang="zh-CN" altLang="zh-CN" dirty="0"/>
              <a:t>通过 OBS挂载 Qwen-7B模型</a:t>
            </a:r>
            <a:r>
              <a:rPr lang="zh-CN" altLang="en-US" dirty="0"/>
              <a:t>的</a:t>
            </a:r>
            <a:r>
              <a:rPr lang="zh-CN" altLang="zh-CN" dirty="0"/>
              <a:t>权重，</a:t>
            </a:r>
            <a:endParaRPr lang="en-US" altLang="zh-CN" dirty="0"/>
          </a:p>
          <a:p>
            <a:r>
              <a:rPr lang="zh-CN" altLang="zh-CN" dirty="0"/>
              <a:t>并使用 MindSpore 2.4.10 与 MindFormers 启动模型服务端。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函数搜索运行</a:t>
            </a:r>
            <a:r>
              <a:rPr lang="zh-CN" altLang="en-US" dirty="0"/>
              <a:t>模块</a:t>
            </a:r>
            <a:r>
              <a:rPr lang="zh-CN" altLang="zh-CN" dirty="0"/>
              <a:t>FunSearch runner</a:t>
            </a:r>
            <a:endParaRPr lang="en-US" altLang="zh-CN" dirty="0"/>
          </a:p>
          <a:p>
            <a:r>
              <a:rPr lang="zh-CN" altLang="zh-CN" dirty="0"/>
              <a:t>向</a:t>
            </a:r>
            <a:r>
              <a:rPr lang="zh-CN" altLang="en-US" dirty="0"/>
              <a:t>补全接口</a:t>
            </a:r>
            <a:r>
              <a:rPr lang="zh-CN" altLang="zh-CN" dirty="0"/>
              <a:t> /completions发送 prompt，</a:t>
            </a:r>
            <a:endParaRPr lang="en-US" altLang="zh-CN" dirty="0"/>
          </a:p>
          <a:p>
            <a:r>
              <a:rPr lang="zh-CN" altLang="zh-CN" dirty="0"/>
              <a:t>获得候选</a:t>
            </a:r>
            <a:r>
              <a:rPr lang="zh-CN" altLang="en-US" dirty="0"/>
              <a:t>函数</a:t>
            </a:r>
            <a:r>
              <a:rPr lang="zh-CN" altLang="zh-CN" dirty="0"/>
              <a:t>代码；随后评估器在 </a:t>
            </a:r>
            <a:endParaRPr lang="en-US" altLang="zh-CN" dirty="0"/>
          </a:p>
          <a:p>
            <a:r>
              <a:rPr lang="zh-CN" altLang="zh-CN" dirty="0"/>
              <a:t>online bin packing（在线装箱问题）上执行并计算分数，最终得到 best score</a:t>
            </a:r>
            <a:r>
              <a:rPr lang="zh-CN" altLang="en-US" dirty="0"/>
              <a:t>：</a:t>
            </a:r>
            <a:r>
              <a:rPr lang="zh-CN" altLang="zh-CN" dirty="0"/>
              <a:t>-212.0。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实验结果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  <a:t>6</a:t>
            </a:fld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15742" y="1308409"/>
          <a:ext cx="5680553" cy="21581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1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3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686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900" b="1" kern="0" dirty="0">
                          <a:effectLst/>
                        </a:rPr>
                        <a:t>指标</a:t>
                      </a:r>
                      <a:endParaRPr lang="zh-CN" sz="1200" b="1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AFBFA">
                            <a:shade val="30000"/>
                            <a:satMod val="115000"/>
                          </a:srgbClr>
                        </a:gs>
                        <a:gs pos="50000">
                          <a:srgbClr val="FAFBFA">
                            <a:shade val="67500"/>
                            <a:satMod val="115000"/>
                          </a:srgbClr>
                        </a:gs>
                        <a:gs pos="100000">
                          <a:srgbClr val="FAFBFA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900" b="1" kern="0" dirty="0">
                          <a:effectLst/>
                        </a:rPr>
                        <a:t>数值</a:t>
                      </a:r>
                      <a:endParaRPr lang="zh-CN" sz="1200" b="1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AFBFA">
                            <a:shade val="30000"/>
                            <a:satMod val="115000"/>
                          </a:srgbClr>
                        </a:gs>
                        <a:gs pos="50000">
                          <a:srgbClr val="FAFBFA">
                            <a:shade val="67500"/>
                            <a:satMod val="115000"/>
                          </a:srgbClr>
                        </a:gs>
                        <a:gs pos="100000">
                          <a:srgbClr val="FAFBFA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900" b="1" kern="0" dirty="0">
                          <a:effectLst/>
                        </a:rPr>
                        <a:t>说明</a:t>
                      </a:r>
                      <a:endParaRPr lang="zh-CN" sz="1200" b="1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AFBFA">
                            <a:shade val="30000"/>
                            <a:satMod val="115000"/>
                          </a:srgbClr>
                        </a:gs>
                        <a:gs pos="50000">
                          <a:srgbClr val="FAFBFA">
                            <a:shade val="67500"/>
                            <a:satMod val="115000"/>
                          </a:srgbClr>
                        </a:gs>
                        <a:gs pos="100000">
                          <a:srgbClr val="FAFBFA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686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900" b="1" kern="0" dirty="0">
                          <a:solidFill>
                            <a:schemeClr val="accent2"/>
                          </a:solidFill>
                          <a:effectLst/>
                        </a:rPr>
                        <a:t>baseline score</a:t>
                      </a:r>
                      <a:endParaRPr lang="zh-CN" sz="1200" b="1" dirty="0">
                        <a:solidFill>
                          <a:schemeClr val="accent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900" b="1" kern="0">
                          <a:solidFill>
                            <a:schemeClr val="accent2"/>
                          </a:solidFill>
                          <a:effectLst/>
                        </a:rPr>
                        <a:t>-500.0</a:t>
                      </a:r>
                      <a:endParaRPr lang="zh-CN" sz="1200" b="1">
                        <a:solidFill>
                          <a:schemeClr val="accent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900" b="1" kern="0">
                          <a:solidFill>
                            <a:schemeClr val="accent2"/>
                          </a:solidFill>
                          <a:effectLst/>
                        </a:rPr>
                        <a:t>基线分数，初始 priority（优先级函数）的评价分数</a:t>
                      </a:r>
                      <a:endParaRPr lang="zh-CN" sz="1200" b="1">
                        <a:solidFill>
                          <a:schemeClr val="accent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686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900" b="1" kern="0" dirty="0">
                          <a:solidFill>
                            <a:schemeClr val="accent2"/>
                          </a:solidFill>
                          <a:effectLst/>
                        </a:rPr>
                        <a:t>best score</a:t>
                      </a:r>
                      <a:endParaRPr lang="zh-CN" sz="1200" b="1" dirty="0">
                        <a:solidFill>
                          <a:schemeClr val="accent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900" b="1" kern="0" dirty="0">
                          <a:solidFill>
                            <a:schemeClr val="accent2"/>
                          </a:solidFill>
                          <a:effectLst/>
                        </a:rPr>
                        <a:t>-212.0</a:t>
                      </a:r>
                      <a:endParaRPr lang="zh-CN" sz="1200" b="1" dirty="0">
                        <a:solidFill>
                          <a:schemeClr val="accent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900" b="1" kern="0" dirty="0">
                          <a:solidFill>
                            <a:schemeClr val="accent2"/>
                          </a:solidFill>
                          <a:effectLst/>
                        </a:rPr>
                        <a:t>本次 Qwen-7B 搜索得到的最优分数</a:t>
                      </a:r>
                      <a:endParaRPr lang="zh-CN" sz="1200" b="1" dirty="0">
                        <a:solidFill>
                          <a:schemeClr val="accent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686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900" kern="0">
                          <a:effectLst/>
                        </a:rPr>
                        <a:t>saved samples</a:t>
                      </a:r>
                      <a:endParaRPr lang="zh-CN" sz="12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900" kern="0">
                          <a:effectLst/>
                        </a:rPr>
                        <a:t>91</a:t>
                      </a:r>
                      <a:endParaRPr lang="zh-CN" sz="12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900" kern="0" dirty="0">
                          <a:effectLst/>
                        </a:rPr>
                        <a:t>进入 evaluator（评估器）并保存的样本数</a:t>
                      </a:r>
                      <a:endParaRPr lang="zh-CN" sz="12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686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900" kern="0">
                          <a:effectLst/>
                        </a:rPr>
                        <a:t>Qwen raw samples</a:t>
                      </a:r>
                      <a:endParaRPr lang="zh-CN" sz="12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900" kern="0">
                          <a:effectLst/>
                        </a:rPr>
                        <a:t>90</a:t>
                      </a:r>
                      <a:endParaRPr lang="zh-CN" sz="12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900" kern="0" dirty="0">
                          <a:effectLst/>
                        </a:rPr>
                        <a:t>保存的 Qwen-7B 原始生成记录</a:t>
                      </a:r>
                      <a:endParaRPr lang="zh-CN" sz="12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686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900" kern="0">
                          <a:effectLst/>
                        </a:rPr>
                        <a:t>/completions HTTP 200</a:t>
                      </a:r>
                      <a:endParaRPr lang="zh-CN" sz="12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900" kern="0">
                          <a:effectLst/>
                        </a:rPr>
                        <a:t>90</a:t>
                      </a:r>
                      <a:endParaRPr lang="zh-CN" sz="12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900" kern="0" dirty="0">
                          <a:effectLst/>
                        </a:rPr>
                        <a:t>模型服务成功响应次数</a:t>
                      </a:r>
                      <a:endParaRPr lang="zh-CN" sz="12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176682" y="1308409"/>
          <a:ext cx="5602941" cy="21581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6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370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buNone/>
                      </a:pPr>
                      <a:r>
                        <a:rPr lang="zh-CN" altLang="en-US" sz="900" b="1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对比项</a:t>
                      </a:r>
                    </a:p>
                  </a:txBody>
                  <a:tcPr marL="68580" marR="68580" anchor="ctr">
                    <a:gradFill flip="none" rotWithShape="1">
                      <a:gsLst>
                        <a:gs pos="0">
                          <a:srgbClr val="FAFBFA">
                            <a:shade val="30000"/>
                            <a:satMod val="115000"/>
                          </a:srgbClr>
                        </a:gs>
                        <a:gs pos="50000">
                          <a:srgbClr val="FAFBFA">
                            <a:shade val="67500"/>
                            <a:satMod val="115000"/>
                          </a:srgbClr>
                        </a:gs>
                        <a:gs pos="100000">
                          <a:srgbClr val="FAFBFA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buNone/>
                      </a:pPr>
                      <a:r>
                        <a:rPr lang="zh-CN" altLang="en-US" sz="900" b="1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原文实验</a:t>
                      </a:r>
                    </a:p>
                  </a:txBody>
                  <a:tcPr marL="68580" marR="68580" anchor="ctr">
                    <a:gradFill flip="none" rotWithShape="1">
                      <a:gsLst>
                        <a:gs pos="0">
                          <a:srgbClr val="FAFBFA">
                            <a:shade val="30000"/>
                            <a:satMod val="115000"/>
                          </a:srgbClr>
                        </a:gs>
                        <a:gs pos="50000">
                          <a:srgbClr val="FAFBFA">
                            <a:shade val="67500"/>
                            <a:satMod val="115000"/>
                          </a:srgbClr>
                        </a:gs>
                        <a:gs pos="100000">
                          <a:srgbClr val="FAFBFA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buNone/>
                      </a:pPr>
                      <a:r>
                        <a:rPr lang="zh-CN" altLang="en-US" sz="900" b="1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本次复现实验</a:t>
                      </a:r>
                    </a:p>
                  </a:txBody>
                  <a:tcPr marL="68580" marR="68580" anchor="ctr">
                    <a:gradFill flip="none" rotWithShape="1">
                      <a:gsLst>
                        <a:gs pos="0">
                          <a:srgbClr val="FAFBFA">
                            <a:shade val="30000"/>
                            <a:satMod val="115000"/>
                          </a:srgbClr>
                        </a:gs>
                        <a:gs pos="50000">
                          <a:srgbClr val="FAFBFA">
                            <a:shade val="67500"/>
                            <a:satMod val="115000"/>
                          </a:srgbClr>
                        </a:gs>
                        <a:gs pos="100000">
                          <a:srgbClr val="FAFBFA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791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buNone/>
                      </a:pPr>
                      <a:r>
                        <a:rPr lang="zh-CN" altLang="en-US" sz="9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大语言模型</a:t>
                      </a:r>
                    </a:p>
                  </a:txBody>
                  <a:tcPr marL="68580" marR="68580" anchor="ctr"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buNone/>
                      </a:pPr>
                      <a:r>
                        <a:rPr lang="en-US" altLang="zh-CN" sz="9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Google Codey/PaLM </a:t>
                      </a:r>
                      <a:r>
                        <a:rPr lang="zh-CN" altLang="en-US" sz="9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系列代码模型，大规模并行采样</a:t>
                      </a:r>
                    </a:p>
                  </a:txBody>
                  <a:tcPr marL="68580" marR="68580" anchor="ctr"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buNone/>
                      </a:pPr>
                      <a:r>
                        <a:rPr lang="en-US" altLang="zh-CN" sz="9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Qwen-7B</a:t>
                      </a:r>
                      <a:r>
                        <a:rPr lang="zh-CN" altLang="en-US" sz="9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（通义千问 </a:t>
                      </a:r>
                      <a:r>
                        <a:rPr lang="en-US" altLang="zh-CN" sz="9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7B </a:t>
                      </a:r>
                      <a:r>
                        <a:rPr lang="zh-CN" altLang="en-US" sz="9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模型），</a:t>
                      </a:r>
                      <a:r>
                        <a:rPr lang="en-US" altLang="zh-CN" sz="900" kern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MindFormers</a:t>
                      </a:r>
                      <a:r>
                        <a:rPr lang="en-US" altLang="zh-CN" sz="9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9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后端</a:t>
                      </a:r>
                    </a:p>
                  </a:txBody>
                  <a:tcPr marL="68580" marR="68580" anchor="ctr">
                    <a:solidFill>
                      <a:srgbClr val="FA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370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buNone/>
                      </a:pPr>
                      <a:r>
                        <a:rPr lang="zh-CN" altLang="en-US" sz="900" ker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深度学习框架</a:t>
                      </a:r>
                    </a:p>
                  </a:txBody>
                  <a:tcPr marL="68580" marR="68580" anchor="ctr"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buNone/>
                      </a:pPr>
                      <a:r>
                        <a:rPr lang="zh-CN" altLang="en-US" sz="9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原文未以 </a:t>
                      </a:r>
                      <a:r>
                        <a:rPr lang="en-US" altLang="zh-CN" sz="9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MindSpore </a:t>
                      </a:r>
                      <a:r>
                        <a:rPr lang="zh-CN" altLang="en-US" sz="9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为目标框架</a:t>
                      </a:r>
                    </a:p>
                  </a:txBody>
                  <a:tcPr marL="68580" marR="68580" anchor="ctr"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buNone/>
                      </a:pPr>
                      <a:r>
                        <a:rPr lang="en-US" altLang="zh-CN" sz="9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MindSpore 2.4.10 + CANN 8.0.0</a:t>
                      </a:r>
                      <a:endParaRPr lang="zh-CN" altLang="en-US" sz="900" kern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>
                    <a:solidFill>
                      <a:srgbClr val="FA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791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buNone/>
                      </a:pPr>
                      <a:r>
                        <a:rPr lang="zh-CN" altLang="en-US" sz="900" ker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任务范围</a:t>
                      </a:r>
                    </a:p>
                  </a:txBody>
                  <a:tcPr marL="68580" marR="68580" anchor="ctr"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buNone/>
                      </a:pPr>
                      <a:r>
                        <a:rPr lang="en-US" altLang="zh-CN" sz="9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 set </a:t>
                      </a:r>
                      <a:r>
                        <a:rPr lang="zh-CN" altLang="en-US" sz="9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与 </a:t>
                      </a:r>
                      <a:r>
                        <a:rPr lang="en-US" altLang="zh-CN" sz="9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online bin packing </a:t>
                      </a:r>
                      <a:r>
                        <a:rPr lang="zh-CN" altLang="en-US" sz="9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两类任务</a:t>
                      </a:r>
                    </a:p>
                  </a:txBody>
                  <a:tcPr marL="68580" marR="68580" anchor="ctr"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buNone/>
                      </a:pPr>
                      <a:r>
                        <a:rPr lang="zh-CN" altLang="en-US" sz="9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选择 </a:t>
                      </a:r>
                      <a:r>
                        <a:rPr lang="en-US" altLang="zh-CN" sz="9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online bin packing </a:t>
                      </a:r>
                      <a:r>
                        <a:rPr lang="zh-CN" altLang="en-US" sz="9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作为课程复现任务</a:t>
                      </a:r>
                    </a:p>
                  </a:txBody>
                  <a:tcPr marL="68580" marR="68580" anchor="ctr">
                    <a:solidFill>
                      <a:srgbClr val="FA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791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buNone/>
                      </a:pPr>
                      <a:r>
                        <a:rPr lang="zh-CN" altLang="en-US" sz="900" ker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搜索规模</a:t>
                      </a:r>
                    </a:p>
                  </a:txBody>
                  <a:tcPr marL="68580" marR="68580" anchor="ctr"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buNone/>
                      </a:pPr>
                      <a:r>
                        <a:rPr lang="zh-CN" altLang="en-US" sz="900" ker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论文级大规模搜索和程序数据库</a:t>
                      </a:r>
                    </a:p>
                  </a:txBody>
                  <a:tcPr marL="68580" marR="68580" anchor="ctr">
                    <a:solidFill>
                      <a:srgbClr val="FAFB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buNone/>
                      </a:pPr>
                      <a:r>
                        <a:rPr lang="en-US" altLang="zh-CN" sz="9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</a:t>
                      </a:r>
                      <a:r>
                        <a:rPr lang="zh-CN" altLang="en-US" sz="9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个评估样本的小规模受控实验</a:t>
                      </a:r>
                    </a:p>
                  </a:txBody>
                  <a:tcPr marL="68580" marR="68580" anchor="ctr">
                    <a:solidFill>
                      <a:srgbClr val="FA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523034" y="3597492"/>
            <a:ext cx="11307295" cy="2914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>
              <a:lnSpc>
                <a:spcPct val="125000"/>
              </a:lnSpc>
            </a:pPr>
            <a:r>
              <a:rPr lang="zh-CN" altLang="zh-CN" dirty="0"/>
              <a:t>正式实验中，我们共测试了</a:t>
            </a:r>
            <a:r>
              <a:rPr lang="zh-CN" altLang="zh-CN" b="1" dirty="0">
                <a:solidFill>
                  <a:schemeClr val="accent2"/>
                </a:solidFill>
              </a:rPr>
              <a:t>91个生成函数样本</a:t>
            </a:r>
            <a:r>
              <a:rPr lang="zh-CN" altLang="zh-CN" dirty="0"/>
              <a:t>，其中包括Qwen-7B产生的90个输出和一个baseline样本。在本实验的评价定义下，score为负的平均使用箱数，因此</a:t>
            </a:r>
            <a:r>
              <a:rPr lang="zh-CN" altLang="zh-CN" b="1" dirty="0">
                <a:solidFill>
                  <a:schemeClr val="accent2"/>
                </a:solidFill>
              </a:rPr>
              <a:t>数值越大，表示装箱效果越好</a:t>
            </a:r>
            <a:r>
              <a:rPr lang="zh-CN" altLang="zh-CN" dirty="0"/>
              <a:t>。基线函数的 score 为 -500.0，Qwen-7B 生成程序中的最佳分数为 -212.0，</a:t>
            </a:r>
            <a:r>
              <a:rPr lang="zh-CN" altLang="zh-CN" b="1" dirty="0">
                <a:solidFill>
                  <a:schemeClr val="accent2"/>
                </a:solidFill>
              </a:rPr>
              <a:t>相对基线提升 288.0 分，约为 57.6%</a:t>
            </a:r>
            <a:r>
              <a:rPr lang="zh-CN" altLang="zh-CN" dirty="0"/>
              <a:t>。</a:t>
            </a:r>
          </a:p>
          <a:p>
            <a:pPr indent="304800">
              <a:lnSpc>
                <a:spcPct val="125000"/>
              </a:lnSpc>
            </a:pPr>
            <a:r>
              <a:rPr lang="zh-CN" altLang="en-US" dirty="0"/>
              <a:t>我们实验</a:t>
            </a:r>
            <a:r>
              <a:rPr lang="zh-CN" altLang="zh-CN" dirty="0"/>
              <a:t>结果与原文的</a:t>
            </a:r>
            <a:r>
              <a:rPr lang="zh-CN" altLang="zh-CN" b="1" dirty="0">
                <a:solidFill>
                  <a:schemeClr val="accent2"/>
                </a:solidFill>
              </a:rPr>
              <a:t>可比点</a:t>
            </a:r>
            <a:r>
              <a:rPr lang="zh-CN" altLang="zh-CN" dirty="0"/>
              <a:t>主要是方法链路。我们学习了论文的方法，使用“LLM 生成priority优先级函数- 评估器执行打分 - 保留高分程序”的闭环，将FunSearch 的大语言模型程序用以搜索解决组合优化数学问题。但是，最终结果还是比较难以比较的，因为模型规模、采样预算、数据库规模和评价实例均不同。因此本次大作业主要将将实验定位为 </a:t>
            </a:r>
            <a:r>
              <a:rPr lang="zh-CN" altLang="zh-CN" b="1" dirty="0">
                <a:solidFill>
                  <a:schemeClr val="accent2"/>
                </a:solidFill>
              </a:rPr>
              <a:t>MindSpore版本的工程复现</a:t>
            </a:r>
            <a:r>
              <a:rPr lang="zh-CN" altLang="zh-CN" dirty="0"/>
              <a:t>，而非对原文数学发现规模的完全复刻。</a:t>
            </a:r>
          </a:p>
          <a:p>
            <a:pPr marL="0" marR="0" indent="304800">
              <a:lnSpc>
                <a:spcPct val="125000"/>
              </a:lnSpc>
              <a:buNone/>
            </a:pPr>
            <a:endParaRPr lang="zh-CN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实验结果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4" name="矩形: 圆角 3"/>
          <p:cNvSpPr/>
          <p:nvPr/>
        </p:nvSpPr>
        <p:spPr>
          <a:xfrm>
            <a:off x="1942950" y="954965"/>
            <a:ext cx="4366871" cy="250763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6121170" y="1062279"/>
            <a:ext cx="4231608" cy="250763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矩形: 圆角 3"/>
          <p:cNvSpPr/>
          <p:nvPr/>
        </p:nvSpPr>
        <p:spPr>
          <a:xfrm>
            <a:off x="2501115" y="3137460"/>
            <a:ext cx="4366871" cy="250763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020" y="4088765"/>
            <a:ext cx="4588510" cy="739775"/>
          </a:xfrm>
          <a:prstGeom prst="rect">
            <a:avLst/>
          </a:prstGeom>
        </p:spPr>
      </p:pic>
      <p:sp>
        <p:nvSpPr>
          <p:cNvPr id="6" name="矩形: 圆角 3"/>
          <p:cNvSpPr/>
          <p:nvPr/>
        </p:nvSpPr>
        <p:spPr>
          <a:xfrm>
            <a:off x="6436210" y="3335580"/>
            <a:ext cx="4366871" cy="250763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8670" y="1581150"/>
            <a:ext cx="4062730" cy="13627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585" y="1368425"/>
            <a:ext cx="4065270" cy="16808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2880" y="3924935"/>
            <a:ext cx="4137660" cy="1329055"/>
          </a:xfrm>
          <a:prstGeom prst="rect">
            <a:avLst/>
          </a:prstGeom>
        </p:spPr>
      </p:pic>
      <p:sp>
        <p:nvSpPr>
          <p:cNvPr id="13" name="TextBox 5"/>
          <p:cNvSpPr txBox="1"/>
          <p:nvPr/>
        </p:nvSpPr>
        <p:spPr>
          <a:xfrm>
            <a:off x="4775835" y="3334639"/>
            <a:ext cx="4343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 b="1" dirty="0">
                <a:solidFill>
                  <a:srgbClr val="FFFFFF"/>
                </a:solidFill>
                <a:latin typeface="微软雅黑" panose="020B0503020204020204" pitchFamily="34" charset="-122"/>
              </a:rPr>
              <a:t>1 baseline（</a:t>
            </a:r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</a:rPr>
              <a:t>基线）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610995" y="1520825"/>
            <a:ext cx="723900" cy="2774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762365" y="954405"/>
            <a:ext cx="1057275" cy="593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77165" y="1459865"/>
            <a:ext cx="20675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</a:rPr>
              <a:t>baseline:-500.0</a:t>
            </a:r>
          </a:p>
          <a:p>
            <a:endParaRPr lang="en-US" altLang="zh-CN"/>
          </a:p>
          <a:p>
            <a:r>
              <a:rPr b="1" dirty="0" err="1">
                <a:solidFill>
                  <a:schemeClr val="accent1"/>
                </a:solidFill>
                <a:sym typeface="+mn-ea"/>
              </a:rPr>
              <a:t>偏向容量大的箱子，装得松散</a:t>
            </a:r>
            <a:endParaRPr lang="en-US" altLang="zh-CN" b="1" dirty="0" err="1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119235" y="860425"/>
            <a:ext cx="3176270" cy="1137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sym typeface="+mn-ea"/>
              </a:rPr>
              <a:t>某中间结果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:-212.8</a:t>
            </a:r>
            <a:endParaRPr lang="en-US" altLang="zh-CN" b="1">
              <a:solidFill>
                <a:srgbClr val="C00000"/>
              </a:solidFill>
            </a:endParaRPr>
          </a:p>
          <a:p>
            <a:endParaRPr lang="en-US" altLang="zh-CN"/>
          </a:p>
          <a:p>
            <a:r>
              <a:rPr lang="zh-CN" altLang="en-US" sz="1600" b="1" dirty="0" err="1">
                <a:solidFill>
                  <a:schemeClr val="accent1"/>
                </a:solidFill>
                <a:sym typeface="+mn-ea"/>
              </a:rPr>
              <a:t>优先选择</a:t>
            </a:r>
            <a:r>
              <a:rPr lang="en-US" altLang="zh-CN" sz="1600" b="1" dirty="0" err="1">
                <a:solidFill>
                  <a:schemeClr val="accent1"/>
                </a:solidFill>
                <a:sym typeface="+mn-ea"/>
              </a:rPr>
              <a:t> bin / item </a:t>
            </a:r>
            <a:r>
              <a:rPr lang="zh-CN" altLang="en-US" sz="1600" b="1" dirty="0" err="1">
                <a:solidFill>
                  <a:schemeClr val="accent1"/>
                </a:solidFill>
                <a:sym typeface="+mn-ea"/>
              </a:rPr>
              <a:t>较小的箱子，</a:t>
            </a:r>
          </a:p>
          <a:p>
            <a:r>
              <a:rPr lang="zh-CN" altLang="en-US" sz="1600" b="1" dirty="0" err="1">
                <a:solidFill>
                  <a:schemeClr val="accent1"/>
                </a:solidFill>
                <a:sym typeface="+mn-ea"/>
              </a:rPr>
              <a:t>也就是更接近</a:t>
            </a:r>
            <a:r>
              <a:rPr lang="en-US" altLang="zh-CN" sz="1600" b="1" dirty="0" err="1">
                <a:solidFill>
                  <a:schemeClr val="accent1"/>
                </a:solidFill>
                <a:sym typeface="+mn-ea"/>
              </a:rPr>
              <a:t>“</a:t>
            </a:r>
            <a:r>
              <a:rPr lang="zh-CN" altLang="en-US" sz="1600" b="1" dirty="0" err="1">
                <a:solidFill>
                  <a:schemeClr val="accent1"/>
                </a:solidFill>
                <a:sym typeface="+mn-ea"/>
              </a:rPr>
              <a:t>刚好放下</a:t>
            </a:r>
            <a:r>
              <a:rPr lang="en-US" altLang="zh-CN" sz="1600" b="1" dirty="0" err="1">
                <a:solidFill>
                  <a:schemeClr val="accent1"/>
                </a:solidFill>
                <a:sym typeface="+mn-ea"/>
              </a:rPr>
              <a:t>”</a:t>
            </a:r>
            <a:r>
              <a:rPr lang="zh-CN" altLang="en-US" sz="1600" b="1" dirty="0" err="1">
                <a:solidFill>
                  <a:schemeClr val="accent1"/>
                </a:solidFill>
                <a:sym typeface="+mn-ea"/>
              </a:rPr>
              <a:t>。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300990" y="3924935"/>
            <a:ext cx="3176270" cy="1660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  <a:sym typeface="+mn-ea"/>
              </a:rPr>
              <a:t>best priority</a:t>
            </a:r>
            <a:r>
              <a:rPr lang="zh-CN" altLang="en-US" b="1">
                <a:solidFill>
                  <a:srgbClr val="C00000"/>
                </a:solidFill>
                <a:sym typeface="+mn-ea"/>
              </a:rPr>
              <a:t>（其一）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:</a:t>
            </a:r>
          </a:p>
          <a:p>
            <a:r>
              <a:rPr lang="en-US" altLang="zh-CN" b="1">
                <a:solidFill>
                  <a:srgbClr val="C00000"/>
                </a:solidFill>
                <a:sym typeface="+mn-ea"/>
              </a:rPr>
              <a:t> -212.0</a:t>
            </a:r>
            <a:endParaRPr lang="en-US" altLang="zh-CN" b="1">
              <a:solidFill>
                <a:srgbClr val="C00000"/>
              </a:solidFill>
            </a:endParaRPr>
          </a:p>
          <a:p>
            <a:endParaRPr lang="en-US" altLang="zh-CN"/>
          </a:p>
          <a:p>
            <a:r>
              <a:rPr lang="zh-CN" altLang="en-US" sz="1600" b="1" dirty="0" err="1">
                <a:solidFill>
                  <a:schemeClr val="accent1"/>
                </a:solidFill>
                <a:sym typeface="+mn-ea"/>
              </a:rPr>
              <a:t>最佳适配，</a:t>
            </a:r>
          </a:p>
          <a:p>
            <a:r>
              <a:rPr lang="zh-CN" altLang="en-US" sz="1600" b="1" dirty="0" err="1">
                <a:solidFill>
                  <a:schemeClr val="accent1"/>
                </a:solidFill>
                <a:sym typeface="+mn-ea"/>
              </a:rPr>
              <a:t>优先选择剩余容量最接近物品</a:t>
            </a:r>
          </a:p>
          <a:p>
            <a:r>
              <a:rPr lang="zh-CN" altLang="en-US" sz="1600" b="1" dirty="0" err="1">
                <a:solidFill>
                  <a:schemeClr val="accent1"/>
                </a:solidFill>
                <a:sym typeface="+mn-ea"/>
              </a:rPr>
              <a:t>大小的箱子。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502775" y="3388995"/>
            <a:ext cx="317627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  <a:sym typeface="+mn-ea"/>
              </a:rPr>
              <a:t>best priority</a:t>
            </a:r>
            <a:r>
              <a:rPr lang="zh-CN" altLang="en-US" b="1">
                <a:solidFill>
                  <a:srgbClr val="C00000"/>
                </a:solidFill>
                <a:sym typeface="+mn-ea"/>
              </a:rPr>
              <a:t>（其二）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:</a:t>
            </a:r>
          </a:p>
          <a:p>
            <a:r>
              <a:rPr lang="en-US" altLang="zh-CN" b="1">
                <a:solidFill>
                  <a:srgbClr val="C00000"/>
                </a:solidFill>
                <a:sym typeface="+mn-ea"/>
              </a:rPr>
              <a:t> -212.0</a:t>
            </a:r>
            <a:endParaRPr lang="en-US" altLang="zh-CN" b="1">
              <a:solidFill>
                <a:srgbClr val="C00000"/>
              </a:solidFill>
            </a:endParaRPr>
          </a:p>
          <a:p>
            <a:endParaRPr lang="zh-CN" altLang="en-US" sz="1600" b="1" dirty="0" err="1">
              <a:solidFill>
                <a:schemeClr val="accent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 txBox="1"/>
          <p:nvPr/>
        </p:nvSpPr>
        <p:spPr>
          <a:xfrm>
            <a:off x="3839137" y="1488440"/>
            <a:ext cx="8460440" cy="2189795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6000" b="1" dirty="0">
                <a:solidFill>
                  <a:schemeClr val="accent1"/>
                </a:solidFill>
                <a:cs typeface="+mn-ea"/>
              </a:rPr>
              <a:t>谢谢，请批评指正！</a:t>
            </a:r>
          </a:p>
        </p:txBody>
      </p:sp>
      <p:sp>
        <p:nvSpPr>
          <p:cNvPr id="64" name="矩形 63"/>
          <p:cNvSpPr/>
          <p:nvPr/>
        </p:nvSpPr>
        <p:spPr>
          <a:xfrm>
            <a:off x="8705215" y="4913630"/>
            <a:ext cx="2375535" cy="525657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1"/>
                </a:solidFill>
                <a:latin typeface="Microsoft YaHei Bold" panose="020B0703020204020201" charset="-122"/>
                <a:ea typeface="Microsoft YaHei Bold" panose="020B0703020204020201" charset="-122"/>
                <a:cs typeface="Microsoft YaHei Bold" panose="020B0703020204020201" charset="-122"/>
                <a:sym typeface="+mn-lt"/>
              </a:rPr>
              <a:t>2026</a:t>
            </a:r>
            <a:r>
              <a:rPr lang="zh-CN" altLang="en-US" sz="2400" b="1" dirty="0">
                <a:solidFill>
                  <a:schemeClr val="accent1"/>
                </a:solidFill>
                <a:latin typeface="Microsoft YaHei Bold" panose="020B0703020204020201" charset="-122"/>
                <a:ea typeface="Microsoft YaHei Bold" panose="020B0703020204020201" charset="-122"/>
                <a:cs typeface="Microsoft YaHei Bold" panose="020B0703020204020201" charset="-122"/>
                <a:sym typeface="+mn-lt"/>
              </a:rPr>
              <a:t>年</a:t>
            </a:r>
            <a:r>
              <a:rPr lang="en-US" altLang="zh-CN" sz="2400" b="1" dirty="0">
                <a:solidFill>
                  <a:schemeClr val="accent1"/>
                </a:solidFill>
                <a:latin typeface="Microsoft YaHei Bold" panose="020B0703020204020201" charset="-122"/>
                <a:ea typeface="Microsoft YaHei Bold" panose="020B0703020204020201" charset="-122"/>
                <a:cs typeface="Microsoft YaHei Bold" panose="020B0703020204020201" charset="-122"/>
                <a:sym typeface="+mn-lt"/>
              </a:rPr>
              <a:t>6</a:t>
            </a:r>
            <a:r>
              <a:rPr lang="zh-CN" altLang="en-US" sz="2400" b="1" dirty="0">
                <a:solidFill>
                  <a:schemeClr val="accent1"/>
                </a:solidFill>
                <a:latin typeface="Microsoft YaHei Bold" panose="020B0703020204020201" charset="-122"/>
                <a:ea typeface="Microsoft YaHei Bold" panose="020B0703020204020201" charset="-122"/>
                <a:cs typeface="Microsoft YaHei Bold" panose="020B0703020204020201" charset="-122"/>
                <a:sym typeface="+mn-lt"/>
              </a:rPr>
              <a:t>月</a:t>
            </a:r>
            <a:r>
              <a:rPr lang="en-US" altLang="zh-CN" sz="2400" b="1" dirty="0">
                <a:solidFill>
                  <a:schemeClr val="accent1"/>
                </a:solidFill>
                <a:latin typeface="Microsoft YaHei Bold" panose="020B0703020204020201" charset="-122"/>
                <a:ea typeface="Microsoft YaHei Bold" panose="020B0703020204020201" charset="-122"/>
                <a:cs typeface="Microsoft YaHei Bold" panose="020B0703020204020201" charset="-122"/>
                <a:sym typeface="+mn-lt"/>
              </a:rPr>
              <a:t>22</a:t>
            </a:r>
            <a:r>
              <a:rPr lang="zh-CN" altLang="en-US" sz="2400" b="1" dirty="0">
                <a:solidFill>
                  <a:schemeClr val="accent1"/>
                </a:solidFill>
                <a:latin typeface="Microsoft YaHei Bold" panose="020B0703020204020201" charset="-122"/>
                <a:ea typeface="Microsoft YaHei Bold" panose="020B0703020204020201" charset="-122"/>
                <a:cs typeface="Microsoft YaHei Bold" panose="020B0703020204020201" charset="-122"/>
                <a:sym typeface="+mn-lt"/>
              </a:rPr>
              <a:t>日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6540095" y="4251549"/>
            <a:ext cx="46135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accent1"/>
                </a:solidFill>
                <a:latin typeface="Microsoft YaHei Bold" panose="020B0703020204020201" charset="-122"/>
                <a:ea typeface="Microsoft YaHei Bold" panose="020B0703020204020201" charset="-122"/>
                <a:cs typeface="Microsoft YaHei Bold" panose="020B0703020204020201" charset="-122"/>
                <a:sym typeface="+mn-lt"/>
              </a:rPr>
              <a:t>汇报：赵一璟</a:t>
            </a:r>
            <a:endParaRPr lang="en-US" altLang="zh-CN" sz="2400" b="1" dirty="0">
              <a:solidFill>
                <a:schemeClr val="accent1"/>
              </a:solidFill>
              <a:latin typeface="Microsoft YaHei Bold" panose="020B0703020204020201" charset="-122"/>
              <a:ea typeface="Microsoft YaHei Bold" panose="020B0703020204020201" charset="-122"/>
              <a:cs typeface="Microsoft YaHei Bold" panose="020B0703020204020201" charset="-122"/>
              <a:sym typeface="+mn-lt"/>
            </a:endParaRPr>
          </a:p>
          <a:p>
            <a:pPr algn="r"/>
            <a:r>
              <a:rPr lang="zh-CN" altLang="en-US" sz="2400" b="1" dirty="0">
                <a:solidFill>
                  <a:schemeClr val="accent1"/>
                </a:solidFill>
                <a:latin typeface="Microsoft YaHei Bold" panose="020B0703020204020201" charset="-122"/>
                <a:ea typeface="Microsoft YaHei Bold" panose="020B0703020204020201" charset="-122"/>
                <a:cs typeface="Microsoft YaHei Bold" panose="020B0703020204020201" charset="-122"/>
                <a:sym typeface="+mn-lt"/>
              </a:rPr>
              <a:t>小组成员：胡菽颖 赵一璟</a:t>
            </a:r>
            <a:endParaRPr lang="en-US" altLang="zh-CN" sz="2400" b="1" dirty="0">
              <a:solidFill>
                <a:schemeClr val="accent1"/>
              </a:solidFill>
              <a:latin typeface="Microsoft YaHei Bold" panose="020B0703020204020201" charset="-122"/>
              <a:ea typeface="Microsoft YaHei Bold" panose="020B0703020204020201" charset="-122"/>
              <a:cs typeface="Microsoft YaHei Bold" panose="020B0703020204020201" charset="-122"/>
              <a:sym typeface="+mn-lt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226555" y="4453255"/>
            <a:ext cx="0" cy="916305"/>
          </a:xfrm>
          <a:prstGeom prst="line">
            <a:avLst/>
          </a:prstGeom>
          <a:ln w="508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81ebc1f8-0063-4175-a0e9-d76839507c2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81ebc1f8-0063-4175-a0e9-d76839507c2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81ebc1f8-0063-4175-a0e9-d76839507c2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81ebc1f8-0063-4175-a0e9-d76839507c2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81ebc1f8-0063-4175-a0e9-d76839507c2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81ebc1f8-0063-4175-a0e9-d76839507c2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6170078740157,&quot;left&quot;:320.76307086614173,&quot;top&quot;:150.44141732283464,&quot;width&quot;:583.963228346456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6170078740157,&quot;left&quot;:320.76307086614173,&quot;top&quot;:150.44141732283464,&quot;width&quot;:583.9632283464565}"/>
</p:tagLst>
</file>

<file path=ppt/theme/theme1.xml><?xml version="1.0" encoding="utf-8"?>
<a:theme xmlns:a="http://schemas.openxmlformats.org/drawingml/2006/main" name="Office 主题​​">
  <a:themeElements>
    <a:clrScheme name="logo主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8388A"/>
      </a:accent1>
      <a:accent2>
        <a:srgbClr val="9E1213"/>
      </a:accent2>
      <a:accent3>
        <a:srgbClr val="EC8A04"/>
      </a:accent3>
      <a:accent4>
        <a:srgbClr val="FBA533"/>
      </a:accent4>
      <a:accent5>
        <a:srgbClr val="5B7DC1"/>
      </a:accent5>
      <a:accent6>
        <a:srgbClr val="CC3E3E"/>
      </a:accent6>
      <a:hlink>
        <a:srgbClr val="0563C1"/>
      </a:hlink>
      <a:folHlink>
        <a:srgbClr val="954F72"/>
      </a:folHlink>
    </a:clrScheme>
    <a:fontScheme name="ncg3nh5f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843</Words>
  <Application>Microsoft Office PowerPoint</Application>
  <PresentationFormat>宽屏</PresentationFormat>
  <Paragraphs>99</Paragraphs>
  <Slides>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Microsoft YaHei Bold</vt:lpstr>
      <vt:lpstr>等线</vt:lpstr>
      <vt:lpstr>华文行楷</vt:lpstr>
      <vt:lpstr>宋体</vt:lpstr>
      <vt:lpstr>Microsoft YaHei</vt:lpstr>
      <vt:lpstr>Microsoft YaHei</vt:lpstr>
      <vt:lpstr>微软雅黑 Light</vt:lpstr>
      <vt:lpstr>Arial</vt:lpstr>
      <vt:lpstr>Wingdings</vt:lpstr>
      <vt:lpstr>Office 主题​​</vt:lpstr>
      <vt:lpstr>PowerPoint 演示文稿</vt:lpstr>
      <vt:lpstr>PowerPoint 演示文稿</vt:lpstr>
      <vt:lpstr>背景介绍</vt:lpstr>
      <vt:lpstr>论文方法介绍</vt:lpstr>
      <vt:lpstr>我们的工作</vt:lpstr>
      <vt:lpstr>实验结果</vt:lpstr>
      <vt:lpstr>实验结果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刘麟曦</dc:creator>
  <cp:lastModifiedBy>shuying hu</cp:lastModifiedBy>
  <cp:revision>3067</cp:revision>
  <dcterms:created xsi:type="dcterms:W3CDTF">2026-04-09T15:32:00Z</dcterms:created>
  <dcterms:modified xsi:type="dcterms:W3CDTF">2026-06-20T06:13:37Z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2019-04-13T06:32:31.4153976Z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d5228a63-67d4-4fd6-959f-d3cab9a76c24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ICV">
    <vt:lpwstr>53C5F3429BE746078E9BBD5B03CF393E_13</vt:lpwstr>
  </property>
  <property fmtid="{D5CDD505-2E9C-101B-9397-08002B2CF9AE}" pid="12" name="KSOProductBuildVer">
    <vt:lpwstr>2052-12.1.0.24034</vt:lpwstr>
  </property>
</Properties>
</file>